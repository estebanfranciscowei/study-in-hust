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72"/>
  </p:notesMasterIdLst>
  <p:sldIdLst>
    <p:sldId id="437" r:id="rId3"/>
    <p:sldId id="520" r:id="rId4"/>
    <p:sldId id="668" r:id="rId5"/>
    <p:sldId id="669" r:id="rId6"/>
    <p:sldId id="272" r:id="rId7"/>
    <p:sldId id="667" r:id="rId8"/>
    <p:sldId id="698" r:id="rId9"/>
    <p:sldId id="670" r:id="rId10"/>
    <p:sldId id="671" r:id="rId11"/>
    <p:sldId id="674" r:id="rId12"/>
    <p:sldId id="569" r:id="rId13"/>
    <p:sldId id="699" r:id="rId14"/>
    <p:sldId id="700" r:id="rId15"/>
    <p:sldId id="764" r:id="rId16"/>
    <p:sldId id="676" r:id="rId17"/>
    <p:sldId id="679" r:id="rId18"/>
    <p:sldId id="684" r:id="rId19"/>
    <p:sldId id="685" r:id="rId20"/>
    <p:sldId id="463" r:id="rId21"/>
    <p:sldId id="464" r:id="rId22"/>
    <p:sldId id="465" r:id="rId23"/>
    <p:sldId id="466" r:id="rId24"/>
    <p:sldId id="468" r:id="rId25"/>
    <p:sldId id="601" r:id="rId26"/>
    <p:sldId id="584" r:id="rId27"/>
    <p:sldId id="586" r:id="rId28"/>
    <p:sldId id="587" r:id="rId29"/>
    <p:sldId id="588" r:id="rId30"/>
    <p:sldId id="589" r:id="rId31"/>
    <p:sldId id="590" r:id="rId32"/>
    <p:sldId id="591" r:id="rId33"/>
    <p:sldId id="592" r:id="rId34"/>
    <p:sldId id="596" r:id="rId35"/>
    <p:sldId id="597" r:id="rId36"/>
    <p:sldId id="598" r:id="rId37"/>
    <p:sldId id="600" r:id="rId38"/>
    <p:sldId id="661" r:id="rId39"/>
    <p:sldId id="662" r:id="rId40"/>
    <p:sldId id="663" r:id="rId41"/>
    <p:sldId id="664" r:id="rId42"/>
    <p:sldId id="665" r:id="rId43"/>
    <p:sldId id="666" r:id="rId44"/>
    <p:sldId id="702" r:id="rId45"/>
    <p:sldId id="703" r:id="rId46"/>
    <p:sldId id="704" r:id="rId47"/>
    <p:sldId id="705" r:id="rId48"/>
    <p:sldId id="538" r:id="rId49"/>
    <p:sldId id="539" r:id="rId50"/>
    <p:sldId id="543" r:id="rId51"/>
    <p:sldId id="549" r:id="rId52"/>
    <p:sldId id="583" r:id="rId53"/>
    <p:sldId id="550" r:id="rId54"/>
    <p:sldId id="551" r:id="rId55"/>
    <p:sldId id="552" r:id="rId56"/>
    <p:sldId id="574" r:id="rId57"/>
    <p:sldId id="575" r:id="rId58"/>
    <p:sldId id="576" r:id="rId59"/>
    <p:sldId id="577" r:id="rId60"/>
    <p:sldId id="578" r:id="rId61"/>
    <p:sldId id="553" r:id="rId62"/>
    <p:sldId id="579" r:id="rId63"/>
    <p:sldId id="554" r:id="rId64"/>
    <p:sldId id="557" r:id="rId65"/>
    <p:sldId id="688" r:id="rId66"/>
    <p:sldId id="689" r:id="rId67"/>
    <p:sldId id="690" r:id="rId68"/>
    <p:sldId id="691" r:id="rId69"/>
    <p:sldId id="561" r:id="rId70"/>
    <p:sldId id="763" r:id="rId71"/>
  </p:sldIdLst>
  <p:sldSz cx="9144000" cy="6858000" type="screen4x3"/>
  <p:notesSz cx="6858000" cy="9144000"/>
  <p:custDataLst>
    <p:tags r:id="rId73"/>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3"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0427" autoAdjust="0"/>
  </p:normalViewPr>
  <p:slideViewPr>
    <p:cSldViewPr showGuides="1">
      <p:cViewPr varScale="1">
        <p:scale>
          <a:sx n="54" d="100"/>
          <a:sy n="54" d="100"/>
        </p:scale>
        <p:origin x="1644" y="60"/>
      </p:cViewPr>
      <p:guideLst>
        <p:guide orient="horz" pos="2173"/>
        <p:guide pos="2871"/>
      </p:guideLst>
    </p:cSldViewPr>
  </p:slideViewPr>
  <p:notesTextViewPr>
    <p:cViewPr>
      <p:scale>
        <a:sx n="1" d="1"/>
        <a:sy n="1" d="1"/>
      </p:scale>
      <p:origin x="0" y="0"/>
    </p:cViewPr>
  </p:notesTextViewPr>
  <p:sorterViewPr>
    <p:cViewPr>
      <p:scale>
        <a:sx n="100" d="100"/>
        <a:sy n="100" d="100"/>
      </p:scale>
      <p:origin x="0" y="-1200"/>
    </p:cViewPr>
  </p:sorter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iagrams/colors1.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9CCFAF4-A42B-446F-BEDD-CA9B796C4E2D}" type="doc">
      <dgm:prSet loTypeId="urn:microsoft.com/office/officeart/2008/layout/HorizontalMultiLevelHierarchy#1" loCatId="hierarchy" qsTypeId="urn:microsoft.com/office/officeart/2005/8/quickstyle/simple1#1" qsCatId="simple" csTypeId="urn:microsoft.com/office/officeart/2005/8/colors/accent0_3#1" csCatId="mainScheme" phldr="1"/>
      <dgm:spPr/>
      <dgm:t>
        <a:bodyPr/>
        <a:lstStyle/>
        <a:p>
          <a:endParaRPr lang="zh-CN" altLang="en-US"/>
        </a:p>
      </dgm:t>
    </dgm:pt>
    <dgm:pt modelId="{26932123-5D4E-4C32-B59A-2B17CE1B6B27}">
      <dgm:prSet phldrT="[文本]"/>
      <dgm:spPr/>
      <dgm:t>
        <a:bodyPr/>
        <a:lstStyle/>
        <a:p>
          <a:r>
            <a:rPr lang="zh-CN" altLang="en-US" dirty="0"/>
            <a:t>计算机软件</a:t>
          </a:r>
        </a:p>
      </dgm:t>
    </dgm:pt>
    <dgm:pt modelId="{9FD9BE66-4444-4E89-844E-6D38B7E4E95C}" type="parTrans" cxnId="{ADF63308-BA38-4F6B-B411-BDEAD7492CAF}">
      <dgm:prSet/>
      <dgm:spPr/>
      <dgm:t>
        <a:bodyPr/>
        <a:lstStyle/>
        <a:p>
          <a:endParaRPr lang="zh-CN" altLang="en-US"/>
        </a:p>
      </dgm:t>
    </dgm:pt>
    <dgm:pt modelId="{6D196D4B-E538-4BB5-9000-53FCEA79879C}" type="sibTrans" cxnId="{ADF63308-BA38-4F6B-B411-BDEAD7492CAF}">
      <dgm:prSet/>
      <dgm:spPr/>
      <dgm:t>
        <a:bodyPr/>
        <a:lstStyle/>
        <a:p>
          <a:endParaRPr lang="zh-CN" altLang="en-US"/>
        </a:p>
      </dgm:t>
    </dgm:pt>
    <dgm:pt modelId="{9C719FD2-9E1D-4BFC-8C21-F82479B15FB6}">
      <dgm:prSet phldrT="[文本]"/>
      <dgm:spPr/>
      <dgm:t>
        <a:bodyPr/>
        <a:lstStyle/>
        <a:p>
          <a:r>
            <a:rPr lang="zh-CN" altLang="en-US" dirty="0"/>
            <a:t>商业软件</a:t>
          </a:r>
        </a:p>
      </dgm:t>
    </dgm:pt>
    <dgm:pt modelId="{D1B539F4-907E-402F-8F64-0DDC70D933D5}" type="parTrans" cxnId="{5102EE08-BCBE-4ED5-99B5-A4E4575932EF}">
      <dgm:prSet/>
      <dgm:spPr/>
      <dgm:t>
        <a:bodyPr/>
        <a:lstStyle/>
        <a:p>
          <a:endParaRPr lang="zh-CN" altLang="en-US"/>
        </a:p>
      </dgm:t>
    </dgm:pt>
    <dgm:pt modelId="{73CA54AB-88A1-439A-B4C2-E6C52BE23DD7}" type="sibTrans" cxnId="{5102EE08-BCBE-4ED5-99B5-A4E4575932EF}">
      <dgm:prSet/>
      <dgm:spPr/>
      <dgm:t>
        <a:bodyPr/>
        <a:lstStyle/>
        <a:p>
          <a:endParaRPr lang="zh-CN" altLang="en-US"/>
        </a:p>
      </dgm:t>
    </dgm:pt>
    <dgm:pt modelId="{2D35EBE6-9B0D-4FF4-9AB0-C4432992F99F}">
      <dgm:prSet phldrT="[文本]"/>
      <dgm:spPr/>
      <dgm:t>
        <a:bodyPr/>
        <a:lstStyle/>
        <a:p>
          <a:r>
            <a:rPr lang="zh-CN" altLang="en-US" dirty="0"/>
            <a:t>共享软件</a:t>
          </a:r>
        </a:p>
      </dgm:t>
    </dgm:pt>
    <dgm:pt modelId="{EAF4AA65-35BD-4DD9-BE86-29211A7C3CAF}" type="parTrans" cxnId="{088E0728-917A-4D92-B5A8-CF4C3D1E48F9}">
      <dgm:prSet/>
      <dgm:spPr/>
      <dgm:t>
        <a:bodyPr/>
        <a:lstStyle/>
        <a:p>
          <a:endParaRPr lang="zh-CN" altLang="en-US"/>
        </a:p>
      </dgm:t>
    </dgm:pt>
    <dgm:pt modelId="{3BA5B4A8-B186-4FA9-A798-C6D4EFA6572B}" type="sibTrans" cxnId="{088E0728-917A-4D92-B5A8-CF4C3D1E48F9}">
      <dgm:prSet/>
      <dgm:spPr/>
      <dgm:t>
        <a:bodyPr/>
        <a:lstStyle/>
        <a:p>
          <a:endParaRPr lang="zh-CN" altLang="en-US"/>
        </a:p>
      </dgm:t>
    </dgm:pt>
    <dgm:pt modelId="{16F6D41D-9138-4F58-9977-7F69CD8D00CF}">
      <dgm:prSet phldrT="[文本]"/>
      <dgm:spPr/>
      <dgm:t>
        <a:bodyPr/>
        <a:lstStyle/>
        <a:p>
          <a:r>
            <a:rPr lang="zh-CN" altLang="en-US" dirty="0"/>
            <a:t>开源软件</a:t>
          </a:r>
        </a:p>
      </dgm:t>
    </dgm:pt>
    <dgm:pt modelId="{3B2CFDE5-D256-4C0D-9DFE-F9EC45BFCBDC}" type="parTrans" cxnId="{BF25D2E8-BA51-429C-A93C-3DF7224A63CD}">
      <dgm:prSet/>
      <dgm:spPr/>
      <dgm:t>
        <a:bodyPr/>
        <a:lstStyle/>
        <a:p>
          <a:endParaRPr lang="zh-CN" altLang="en-US"/>
        </a:p>
      </dgm:t>
    </dgm:pt>
    <dgm:pt modelId="{30E25B0F-AB45-454F-9744-137882CC1B09}" type="sibTrans" cxnId="{BF25D2E8-BA51-429C-A93C-3DF7224A63CD}">
      <dgm:prSet/>
      <dgm:spPr/>
      <dgm:t>
        <a:bodyPr/>
        <a:lstStyle/>
        <a:p>
          <a:endParaRPr lang="zh-CN" altLang="en-US"/>
        </a:p>
      </dgm:t>
    </dgm:pt>
    <dgm:pt modelId="{FBB359D5-22FC-42D4-90AF-9F75DD7DAC6F}">
      <dgm:prSet phldrT="[文本]"/>
      <dgm:spPr/>
      <dgm:t>
        <a:bodyPr/>
        <a:lstStyle/>
        <a:p>
          <a:r>
            <a:rPr lang="zh-CN" altLang="en-US" dirty="0"/>
            <a:t>免费软件</a:t>
          </a:r>
        </a:p>
      </dgm:t>
    </dgm:pt>
    <dgm:pt modelId="{323E33AE-F645-4D04-9262-D47CDFADFDE4}" type="parTrans" cxnId="{78FE8181-0BB7-4604-945A-80B43F985659}">
      <dgm:prSet/>
      <dgm:spPr/>
      <dgm:t>
        <a:bodyPr/>
        <a:lstStyle/>
        <a:p>
          <a:endParaRPr lang="zh-CN" altLang="en-US"/>
        </a:p>
      </dgm:t>
    </dgm:pt>
    <dgm:pt modelId="{D8AD2491-8BFF-4434-B154-23BD742252D3}" type="sibTrans" cxnId="{78FE8181-0BB7-4604-945A-80B43F985659}">
      <dgm:prSet/>
      <dgm:spPr/>
      <dgm:t>
        <a:bodyPr/>
        <a:lstStyle/>
        <a:p>
          <a:endParaRPr lang="zh-CN" altLang="en-US"/>
        </a:p>
      </dgm:t>
    </dgm:pt>
    <dgm:pt modelId="{2BF0D24A-BBE8-48AD-9E44-38ACA56D08A2}" type="pres">
      <dgm:prSet presAssocID="{A9CCFAF4-A42B-446F-BEDD-CA9B796C4E2D}" presName="Name0" presStyleCnt="0">
        <dgm:presLayoutVars>
          <dgm:chPref val="1"/>
          <dgm:dir/>
          <dgm:animOne val="branch"/>
          <dgm:animLvl val="lvl"/>
          <dgm:resizeHandles val="exact"/>
        </dgm:presLayoutVars>
      </dgm:prSet>
      <dgm:spPr/>
      <dgm:t>
        <a:bodyPr/>
        <a:lstStyle/>
        <a:p>
          <a:endParaRPr lang="zh-CN" altLang="en-US"/>
        </a:p>
      </dgm:t>
    </dgm:pt>
    <dgm:pt modelId="{393B248F-B25F-4337-BB2D-D5A40C42E389}" type="pres">
      <dgm:prSet presAssocID="{26932123-5D4E-4C32-B59A-2B17CE1B6B27}" presName="root1" presStyleCnt="0"/>
      <dgm:spPr/>
    </dgm:pt>
    <dgm:pt modelId="{E9AC1D1C-1CCB-447C-9EE2-1F0438D52202}" type="pres">
      <dgm:prSet presAssocID="{26932123-5D4E-4C32-B59A-2B17CE1B6B27}" presName="LevelOneTextNode" presStyleLbl="node0" presStyleIdx="0" presStyleCnt="1">
        <dgm:presLayoutVars>
          <dgm:chPref val="3"/>
        </dgm:presLayoutVars>
      </dgm:prSet>
      <dgm:spPr/>
      <dgm:t>
        <a:bodyPr/>
        <a:lstStyle/>
        <a:p>
          <a:endParaRPr lang="zh-CN" altLang="en-US"/>
        </a:p>
      </dgm:t>
    </dgm:pt>
    <dgm:pt modelId="{BD180480-D5E8-417E-9001-E8E79791837D}" type="pres">
      <dgm:prSet presAssocID="{26932123-5D4E-4C32-B59A-2B17CE1B6B27}" presName="level2hierChild" presStyleCnt="0"/>
      <dgm:spPr/>
    </dgm:pt>
    <dgm:pt modelId="{5E47FD6B-7213-4697-B8C1-01E4EFF6159A}" type="pres">
      <dgm:prSet presAssocID="{D1B539F4-907E-402F-8F64-0DDC70D933D5}" presName="conn2-1" presStyleLbl="parChTrans1D2" presStyleIdx="0" presStyleCnt="4"/>
      <dgm:spPr/>
      <dgm:t>
        <a:bodyPr/>
        <a:lstStyle/>
        <a:p>
          <a:endParaRPr lang="zh-CN" altLang="en-US"/>
        </a:p>
      </dgm:t>
    </dgm:pt>
    <dgm:pt modelId="{02E4175A-0C9D-4854-B836-A320E78F5D9A}" type="pres">
      <dgm:prSet presAssocID="{D1B539F4-907E-402F-8F64-0DDC70D933D5}" presName="connTx" presStyleLbl="parChTrans1D2" presStyleIdx="0" presStyleCnt="4"/>
      <dgm:spPr/>
      <dgm:t>
        <a:bodyPr/>
        <a:lstStyle/>
        <a:p>
          <a:endParaRPr lang="zh-CN" altLang="en-US"/>
        </a:p>
      </dgm:t>
    </dgm:pt>
    <dgm:pt modelId="{0F19119A-9F30-47B8-8FEB-D2B73251F36A}" type="pres">
      <dgm:prSet presAssocID="{9C719FD2-9E1D-4BFC-8C21-F82479B15FB6}" presName="root2" presStyleCnt="0"/>
      <dgm:spPr/>
    </dgm:pt>
    <dgm:pt modelId="{30CA640E-3AB3-43E7-8689-302CEE388004}" type="pres">
      <dgm:prSet presAssocID="{9C719FD2-9E1D-4BFC-8C21-F82479B15FB6}" presName="LevelTwoTextNode" presStyleLbl="node2" presStyleIdx="0" presStyleCnt="4">
        <dgm:presLayoutVars>
          <dgm:chPref val="3"/>
        </dgm:presLayoutVars>
      </dgm:prSet>
      <dgm:spPr/>
      <dgm:t>
        <a:bodyPr/>
        <a:lstStyle/>
        <a:p>
          <a:endParaRPr lang="zh-CN" altLang="en-US"/>
        </a:p>
      </dgm:t>
    </dgm:pt>
    <dgm:pt modelId="{50021E20-2995-43A1-881C-AC33D090F896}" type="pres">
      <dgm:prSet presAssocID="{9C719FD2-9E1D-4BFC-8C21-F82479B15FB6}" presName="level3hierChild" presStyleCnt="0"/>
      <dgm:spPr/>
    </dgm:pt>
    <dgm:pt modelId="{98205B9D-C3A2-48D6-A49A-79ECCD2C22F4}" type="pres">
      <dgm:prSet presAssocID="{EAF4AA65-35BD-4DD9-BE86-29211A7C3CAF}" presName="conn2-1" presStyleLbl="parChTrans1D2" presStyleIdx="1" presStyleCnt="4"/>
      <dgm:spPr/>
      <dgm:t>
        <a:bodyPr/>
        <a:lstStyle/>
        <a:p>
          <a:endParaRPr lang="zh-CN" altLang="en-US"/>
        </a:p>
      </dgm:t>
    </dgm:pt>
    <dgm:pt modelId="{12B6FED3-BACB-430F-90D2-5E633E789A89}" type="pres">
      <dgm:prSet presAssocID="{EAF4AA65-35BD-4DD9-BE86-29211A7C3CAF}" presName="connTx" presStyleLbl="parChTrans1D2" presStyleIdx="1" presStyleCnt="4"/>
      <dgm:spPr/>
      <dgm:t>
        <a:bodyPr/>
        <a:lstStyle/>
        <a:p>
          <a:endParaRPr lang="zh-CN" altLang="en-US"/>
        </a:p>
      </dgm:t>
    </dgm:pt>
    <dgm:pt modelId="{DF7DEDFD-003F-487F-B97D-181F67E8FAAA}" type="pres">
      <dgm:prSet presAssocID="{2D35EBE6-9B0D-4FF4-9AB0-C4432992F99F}" presName="root2" presStyleCnt="0"/>
      <dgm:spPr/>
    </dgm:pt>
    <dgm:pt modelId="{62E4EED1-7C0B-4518-B04A-B7E6AEC42B5B}" type="pres">
      <dgm:prSet presAssocID="{2D35EBE6-9B0D-4FF4-9AB0-C4432992F99F}" presName="LevelTwoTextNode" presStyleLbl="node2" presStyleIdx="1" presStyleCnt="4">
        <dgm:presLayoutVars>
          <dgm:chPref val="3"/>
        </dgm:presLayoutVars>
      </dgm:prSet>
      <dgm:spPr/>
      <dgm:t>
        <a:bodyPr/>
        <a:lstStyle/>
        <a:p>
          <a:endParaRPr lang="zh-CN" altLang="en-US"/>
        </a:p>
      </dgm:t>
    </dgm:pt>
    <dgm:pt modelId="{FCB504CE-CC0A-4A1D-9F52-AD65B1261C85}" type="pres">
      <dgm:prSet presAssocID="{2D35EBE6-9B0D-4FF4-9AB0-C4432992F99F}" presName="level3hierChild" presStyleCnt="0"/>
      <dgm:spPr/>
    </dgm:pt>
    <dgm:pt modelId="{A5CE6348-5C69-4F4C-A522-12FBA5D23F1F}" type="pres">
      <dgm:prSet presAssocID="{323E33AE-F645-4D04-9262-D47CDFADFDE4}" presName="conn2-1" presStyleLbl="parChTrans1D2" presStyleIdx="2" presStyleCnt="4"/>
      <dgm:spPr/>
      <dgm:t>
        <a:bodyPr/>
        <a:lstStyle/>
        <a:p>
          <a:endParaRPr lang="zh-CN" altLang="en-US"/>
        </a:p>
      </dgm:t>
    </dgm:pt>
    <dgm:pt modelId="{DE58931E-EFCB-4EBB-8A26-D9801D160D26}" type="pres">
      <dgm:prSet presAssocID="{323E33AE-F645-4D04-9262-D47CDFADFDE4}" presName="connTx" presStyleLbl="parChTrans1D2" presStyleIdx="2" presStyleCnt="4"/>
      <dgm:spPr/>
      <dgm:t>
        <a:bodyPr/>
        <a:lstStyle/>
        <a:p>
          <a:endParaRPr lang="zh-CN" altLang="en-US"/>
        </a:p>
      </dgm:t>
    </dgm:pt>
    <dgm:pt modelId="{167427AF-81E1-4456-9B5D-41FA8C06291A}" type="pres">
      <dgm:prSet presAssocID="{FBB359D5-22FC-42D4-90AF-9F75DD7DAC6F}" presName="root2" presStyleCnt="0"/>
      <dgm:spPr/>
    </dgm:pt>
    <dgm:pt modelId="{16D7574F-7911-41A6-8725-21CF006AEB2D}" type="pres">
      <dgm:prSet presAssocID="{FBB359D5-22FC-42D4-90AF-9F75DD7DAC6F}" presName="LevelTwoTextNode" presStyleLbl="node2" presStyleIdx="2" presStyleCnt="4">
        <dgm:presLayoutVars>
          <dgm:chPref val="3"/>
        </dgm:presLayoutVars>
      </dgm:prSet>
      <dgm:spPr/>
      <dgm:t>
        <a:bodyPr/>
        <a:lstStyle/>
        <a:p>
          <a:endParaRPr lang="zh-CN" altLang="en-US"/>
        </a:p>
      </dgm:t>
    </dgm:pt>
    <dgm:pt modelId="{723AF2B4-3646-48C3-98C8-B4B2A5DBF884}" type="pres">
      <dgm:prSet presAssocID="{FBB359D5-22FC-42D4-90AF-9F75DD7DAC6F}" presName="level3hierChild" presStyleCnt="0"/>
      <dgm:spPr/>
    </dgm:pt>
    <dgm:pt modelId="{F4BCE01D-A53D-4643-AB53-D10D5BAD69AC}" type="pres">
      <dgm:prSet presAssocID="{3B2CFDE5-D256-4C0D-9DFE-F9EC45BFCBDC}" presName="conn2-1" presStyleLbl="parChTrans1D2" presStyleIdx="3" presStyleCnt="4"/>
      <dgm:spPr/>
      <dgm:t>
        <a:bodyPr/>
        <a:lstStyle/>
        <a:p>
          <a:endParaRPr lang="zh-CN" altLang="en-US"/>
        </a:p>
      </dgm:t>
    </dgm:pt>
    <dgm:pt modelId="{3E7F628B-B6EE-43C3-9991-090C08CFF1A6}" type="pres">
      <dgm:prSet presAssocID="{3B2CFDE5-D256-4C0D-9DFE-F9EC45BFCBDC}" presName="connTx" presStyleLbl="parChTrans1D2" presStyleIdx="3" presStyleCnt="4"/>
      <dgm:spPr/>
      <dgm:t>
        <a:bodyPr/>
        <a:lstStyle/>
        <a:p>
          <a:endParaRPr lang="zh-CN" altLang="en-US"/>
        </a:p>
      </dgm:t>
    </dgm:pt>
    <dgm:pt modelId="{26E0B715-800E-403C-9520-DC3E1B471793}" type="pres">
      <dgm:prSet presAssocID="{16F6D41D-9138-4F58-9977-7F69CD8D00CF}" presName="root2" presStyleCnt="0"/>
      <dgm:spPr/>
    </dgm:pt>
    <dgm:pt modelId="{A48465EC-6096-42E7-B9A1-C8773BC3899A}" type="pres">
      <dgm:prSet presAssocID="{16F6D41D-9138-4F58-9977-7F69CD8D00CF}" presName="LevelTwoTextNode" presStyleLbl="node2" presStyleIdx="3" presStyleCnt="4">
        <dgm:presLayoutVars>
          <dgm:chPref val="3"/>
        </dgm:presLayoutVars>
      </dgm:prSet>
      <dgm:spPr/>
      <dgm:t>
        <a:bodyPr/>
        <a:lstStyle/>
        <a:p>
          <a:endParaRPr lang="zh-CN" altLang="en-US"/>
        </a:p>
      </dgm:t>
    </dgm:pt>
    <dgm:pt modelId="{CF75D27A-99FD-4BFC-8A1C-2F306A5DAB7F}" type="pres">
      <dgm:prSet presAssocID="{16F6D41D-9138-4F58-9977-7F69CD8D00CF}" presName="level3hierChild" presStyleCnt="0"/>
      <dgm:spPr/>
    </dgm:pt>
  </dgm:ptLst>
  <dgm:cxnLst>
    <dgm:cxn modelId="{03EEA07B-7212-4D6B-93B3-94921E29610C}" type="presOf" srcId="{2D35EBE6-9B0D-4FF4-9AB0-C4432992F99F}" destId="{62E4EED1-7C0B-4518-B04A-B7E6AEC42B5B}" srcOrd="0" destOrd="0" presId="urn:microsoft.com/office/officeart/2008/layout/HorizontalMultiLevelHierarchy#1"/>
    <dgm:cxn modelId="{C1E7A80D-E364-4119-9027-52E6A90C97F1}" type="presOf" srcId="{9C719FD2-9E1D-4BFC-8C21-F82479B15FB6}" destId="{30CA640E-3AB3-43E7-8689-302CEE388004}" srcOrd="0" destOrd="0" presId="urn:microsoft.com/office/officeart/2008/layout/HorizontalMultiLevelHierarchy#1"/>
    <dgm:cxn modelId="{7AD6373E-F59B-4BF7-BFF9-F7EFABCF5E6F}" type="presOf" srcId="{D1B539F4-907E-402F-8F64-0DDC70D933D5}" destId="{5E47FD6B-7213-4697-B8C1-01E4EFF6159A}" srcOrd="0" destOrd="0" presId="urn:microsoft.com/office/officeart/2008/layout/HorizontalMultiLevelHierarchy#1"/>
    <dgm:cxn modelId="{5102EE08-BCBE-4ED5-99B5-A4E4575932EF}" srcId="{26932123-5D4E-4C32-B59A-2B17CE1B6B27}" destId="{9C719FD2-9E1D-4BFC-8C21-F82479B15FB6}" srcOrd="0" destOrd="0" parTransId="{D1B539F4-907E-402F-8F64-0DDC70D933D5}" sibTransId="{73CA54AB-88A1-439A-B4C2-E6C52BE23DD7}"/>
    <dgm:cxn modelId="{5DD135C7-B5B6-4EF2-9B01-67D02198B80D}" type="presOf" srcId="{D1B539F4-907E-402F-8F64-0DDC70D933D5}" destId="{02E4175A-0C9D-4854-B836-A320E78F5D9A}" srcOrd="1" destOrd="0" presId="urn:microsoft.com/office/officeart/2008/layout/HorizontalMultiLevelHierarchy#1"/>
    <dgm:cxn modelId="{78FE8181-0BB7-4604-945A-80B43F985659}" srcId="{26932123-5D4E-4C32-B59A-2B17CE1B6B27}" destId="{FBB359D5-22FC-42D4-90AF-9F75DD7DAC6F}" srcOrd="2" destOrd="0" parTransId="{323E33AE-F645-4D04-9262-D47CDFADFDE4}" sibTransId="{D8AD2491-8BFF-4434-B154-23BD742252D3}"/>
    <dgm:cxn modelId="{088E0728-917A-4D92-B5A8-CF4C3D1E48F9}" srcId="{26932123-5D4E-4C32-B59A-2B17CE1B6B27}" destId="{2D35EBE6-9B0D-4FF4-9AB0-C4432992F99F}" srcOrd="1" destOrd="0" parTransId="{EAF4AA65-35BD-4DD9-BE86-29211A7C3CAF}" sibTransId="{3BA5B4A8-B186-4FA9-A798-C6D4EFA6572B}"/>
    <dgm:cxn modelId="{1019B23D-5E23-44FF-A4BB-3F50B9D34DD2}" type="presOf" srcId="{FBB359D5-22FC-42D4-90AF-9F75DD7DAC6F}" destId="{16D7574F-7911-41A6-8725-21CF006AEB2D}" srcOrd="0" destOrd="0" presId="urn:microsoft.com/office/officeart/2008/layout/HorizontalMultiLevelHierarchy#1"/>
    <dgm:cxn modelId="{ADF63308-BA38-4F6B-B411-BDEAD7492CAF}" srcId="{A9CCFAF4-A42B-446F-BEDD-CA9B796C4E2D}" destId="{26932123-5D4E-4C32-B59A-2B17CE1B6B27}" srcOrd="0" destOrd="0" parTransId="{9FD9BE66-4444-4E89-844E-6D38B7E4E95C}" sibTransId="{6D196D4B-E538-4BB5-9000-53FCEA79879C}"/>
    <dgm:cxn modelId="{6782913A-361F-44D5-B33B-71BAA004D867}" type="presOf" srcId="{26932123-5D4E-4C32-B59A-2B17CE1B6B27}" destId="{E9AC1D1C-1CCB-447C-9EE2-1F0438D52202}" srcOrd="0" destOrd="0" presId="urn:microsoft.com/office/officeart/2008/layout/HorizontalMultiLevelHierarchy#1"/>
    <dgm:cxn modelId="{BF25D2E8-BA51-429C-A93C-3DF7224A63CD}" srcId="{26932123-5D4E-4C32-B59A-2B17CE1B6B27}" destId="{16F6D41D-9138-4F58-9977-7F69CD8D00CF}" srcOrd="3" destOrd="0" parTransId="{3B2CFDE5-D256-4C0D-9DFE-F9EC45BFCBDC}" sibTransId="{30E25B0F-AB45-454F-9744-137882CC1B09}"/>
    <dgm:cxn modelId="{FC415D1F-2DBD-479E-B064-6B5712C5882A}" type="presOf" srcId="{3B2CFDE5-D256-4C0D-9DFE-F9EC45BFCBDC}" destId="{F4BCE01D-A53D-4643-AB53-D10D5BAD69AC}" srcOrd="0" destOrd="0" presId="urn:microsoft.com/office/officeart/2008/layout/HorizontalMultiLevelHierarchy#1"/>
    <dgm:cxn modelId="{B54A6734-B556-4F5A-B86C-1E77D54B6065}" type="presOf" srcId="{A9CCFAF4-A42B-446F-BEDD-CA9B796C4E2D}" destId="{2BF0D24A-BBE8-48AD-9E44-38ACA56D08A2}" srcOrd="0" destOrd="0" presId="urn:microsoft.com/office/officeart/2008/layout/HorizontalMultiLevelHierarchy#1"/>
    <dgm:cxn modelId="{C7D55275-374D-4B94-94BC-C307B7C0CE81}" type="presOf" srcId="{3B2CFDE5-D256-4C0D-9DFE-F9EC45BFCBDC}" destId="{3E7F628B-B6EE-43C3-9991-090C08CFF1A6}" srcOrd="1" destOrd="0" presId="urn:microsoft.com/office/officeart/2008/layout/HorizontalMultiLevelHierarchy#1"/>
    <dgm:cxn modelId="{47462D17-68E0-4896-9BED-09FB6AFC8E30}" type="presOf" srcId="{EAF4AA65-35BD-4DD9-BE86-29211A7C3CAF}" destId="{12B6FED3-BACB-430F-90D2-5E633E789A89}" srcOrd="1" destOrd="0" presId="urn:microsoft.com/office/officeart/2008/layout/HorizontalMultiLevelHierarchy#1"/>
    <dgm:cxn modelId="{7F1D73DB-1352-4297-BC18-2A9DE9696C40}" type="presOf" srcId="{16F6D41D-9138-4F58-9977-7F69CD8D00CF}" destId="{A48465EC-6096-42E7-B9A1-C8773BC3899A}" srcOrd="0" destOrd="0" presId="urn:microsoft.com/office/officeart/2008/layout/HorizontalMultiLevelHierarchy#1"/>
    <dgm:cxn modelId="{821A8CDE-0173-46DC-A3F6-8A911C93E975}" type="presOf" srcId="{323E33AE-F645-4D04-9262-D47CDFADFDE4}" destId="{A5CE6348-5C69-4F4C-A522-12FBA5D23F1F}" srcOrd="0" destOrd="0" presId="urn:microsoft.com/office/officeart/2008/layout/HorizontalMultiLevelHierarchy#1"/>
    <dgm:cxn modelId="{7DDB8F68-D34E-4633-BF51-CE856DEB858D}" type="presOf" srcId="{323E33AE-F645-4D04-9262-D47CDFADFDE4}" destId="{DE58931E-EFCB-4EBB-8A26-D9801D160D26}" srcOrd="1" destOrd="0" presId="urn:microsoft.com/office/officeart/2008/layout/HorizontalMultiLevelHierarchy#1"/>
    <dgm:cxn modelId="{CC515002-A91B-4D34-8B29-E95CB5FE8755}" type="presOf" srcId="{EAF4AA65-35BD-4DD9-BE86-29211A7C3CAF}" destId="{98205B9D-C3A2-48D6-A49A-79ECCD2C22F4}" srcOrd="0" destOrd="0" presId="urn:microsoft.com/office/officeart/2008/layout/HorizontalMultiLevelHierarchy#1"/>
    <dgm:cxn modelId="{2F32230F-D514-444A-9A49-5A477FD71DA6}" type="presParOf" srcId="{2BF0D24A-BBE8-48AD-9E44-38ACA56D08A2}" destId="{393B248F-B25F-4337-BB2D-D5A40C42E389}" srcOrd="0" destOrd="0" presId="urn:microsoft.com/office/officeart/2008/layout/HorizontalMultiLevelHierarchy#1"/>
    <dgm:cxn modelId="{1C957C3C-9D86-4E13-9089-F339F6CCE63A}" type="presParOf" srcId="{393B248F-B25F-4337-BB2D-D5A40C42E389}" destId="{E9AC1D1C-1CCB-447C-9EE2-1F0438D52202}" srcOrd="0" destOrd="0" presId="urn:microsoft.com/office/officeart/2008/layout/HorizontalMultiLevelHierarchy#1"/>
    <dgm:cxn modelId="{43DB076A-7350-4452-BD33-645A5839709B}" type="presParOf" srcId="{393B248F-B25F-4337-BB2D-D5A40C42E389}" destId="{BD180480-D5E8-417E-9001-E8E79791837D}" srcOrd="1" destOrd="0" presId="urn:microsoft.com/office/officeart/2008/layout/HorizontalMultiLevelHierarchy#1"/>
    <dgm:cxn modelId="{A5E4BBAC-E6AA-4307-B4C9-BAE980841F35}" type="presParOf" srcId="{BD180480-D5E8-417E-9001-E8E79791837D}" destId="{5E47FD6B-7213-4697-B8C1-01E4EFF6159A}" srcOrd="0" destOrd="0" presId="urn:microsoft.com/office/officeart/2008/layout/HorizontalMultiLevelHierarchy#1"/>
    <dgm:cxn modelId="{87130B9F-6D84-4B64-A30E-1B314244060E}" type="presParOf" srcId="{5E47FD6B-7213-4697-B8C1-01E4EFF6159A}" destId="{02E4175A-0C9D-4854-B836-A320E78F5D9A}" srcOrd="0" destOrd="0" presId="urn:microsoft.com/office/officeart/2008/layout/HorizontalMultiLevelHierarchy#1"/>
    <dgm:cxn modelId="{8D430529-B86D-4B1B-AD97-74F29A56F0E5}" type="presParOf" srcId="{BD180480-D5E8-417E-9001-E8E79791837D}" destId="{0F19119A-9F30-47B8-8FEB-D2B73251F36A}" srcOrd="1" destOrd="0" presId="urn:microsoft.com/office/officeart/2008/layout/HorizontalMultiLevelHierarchy#1"/>
    <dgm:cxn modelId="{5891B1B2-842A-4619-B5CC-AE762BA2D552}" type="presParOf" srcId="{0F19119A-9F30-47B8-8FEB-D2B73251F36A}" destId="{30CA640E-3AB3-43E7-8689-302CEE388004}" srcOrd="0" destOrd="0" presId="urn:microsoft.com/office/officeart/2008/layout/HorizontalMultiLevelHierarchy#1"/>
    <dgm:cxn modelId="{F56A9944-ACBA-4404-B8EF-314925539080}" type="presParOf" srcId="{0F19119A-9F30-47B8-8FEB-D2B73251F36A}" destId="{50021E20-2995-43A1-881C-AC33D090F896}" srcOrd="1" destOrd="0" presId="urn:microsoft.com/office/officeart/2008/layout/HorizontalMultiLevelHierarchy#1"/>
    <dgm:cxn modelId="{7CB8B4E0-94EC-4B73-9CF1-F3A2B2556D14}" type="presParOf" srcId="{BD180480-D5E8-417E-9001-E8E79791837D}" destId="{98205B9D-C3A2-48D6-A49A-79ECCD2C22F4}" srcOrd="2" destOrd="0" presId="urn:microsoft.com/office/officeart/2008/layout/HorizontalMultiLevelHierarchy#1"/>
    <dgm:cxn modelId="{1DC3DF40-F918-4417-BC35-AABE01B46BBB}" type="presParOf" srcId="{98205B9D-C3A2-48D6-A49A-79ECCD2C22F4}" destId="{12B6FED3-BACB-430F-90D2-5E633E789A89}" srcOrd="0" destOrd="0" presId="urn:microsoft.com/office/officeart/2008/layout/HorizontalMultiLevelHierarchy#1"/>
    <dgm:cxn modelId="{30A1A9B3-D05F-4695-8F1A-30FC8A2CC637}" type="presParOf" srcId="{BD180480-D5E8-417E-9001-E8E79791837D}" destId="{DF7DEDFD-003F-487F-B97D-181F67E8FAAA}" srcOrd="3" destOrd="0" presId="urn:microsoft.com/office/officeart/2008/layout/HorizontalMultiLevelHierarchy#1"/>
    <dgm:cxn modelId="{08D3DB5A-136A-448E-B892-E1D82A495E2A}" type="presParOf" srcId="{DF7DEDFD-003F-487F-B97D-181F67E8FAAA}" destId="{62E4EED1-7C0B-4518-B04A-B7E6AEC42B5B}" srcOrd="0" destOrd="0" presId="urn:microsoft.com/office/officeart/2008/layout/HorizontalMultiLevelHierarchy#1"/>
    <dgm:cxn modelId="{E64FB43E-3FB4-4B5C-838D-210E34A4ABC2}" type="presParOf" srcId="{DF7DEDFD-003F-487F-B97D-181F67E8FAAA}" destId="{FCB504CE-CC0A-4A1D-9F52-AD65B1261C85}" srcOrd="1" destOrd="0" presId="urn:microsoft.com/office/officeart/2008/layout/HorizontalMultiLevelHierarchy#1"/>
    <dgm:cxn modelId="{057C3AF4-F8ED-4DB9-9CDD-A2AF0BA9173C}" type="presParOf" srcId="{BD180480-D5E8-417E-9001-E8E79791837D}" destId="{A5CE6348-5C69-4F4C-A522-12FBA5D23F1F}" srcOrd="4" destOrd="0" presId="urn:microsoft.com/office/officeart/2008/layout/HorizontalMultiLevelHierarchy#1"/>
    <dgm:cxn modelId="{9D8CC33B-3606-410D-9014-014B0F33B141}" type="presParOf" srcId="{A5CE6348-5C69-4F4C-A522-12FBA5D23F1F}" destId="{DE58931E-EFCB-4EBB-8A26-D9801D160D26}" srcOrd="0" destOrd="0" presId="urn:microsoft.com/office/officeart/2008/layout/HorizontalMultiLevelHierarchy#1"/>
    <dgm:cxn modelId="{614AA659-007A-4B94-8EDB-164F937AF4A8}" type="presParOf" srcId="{BD180480-D5E8-417E-9001-E8E79791837D}" destId="{167427AF-81E1-4456-9B5D-41FA8C06291A}" srcOrd="5" destOrd="0" presId="urn:microsoft.com/office/officeart/2008/layout/HorizontalMultiLevelHierarchy#1"/>
    <dgm:cxn modelId="{832813E9-DDB3-4411-94A6-D451712A84F8}" type="presParOf" srcId="{167427AF-81E1-4456-9B5D-41FA8C06291A}" destId="{16D7574F-7911-41A6-8725-21CF006AEB2D}" srcOrd="0" destOrd="0" presId="urn:microsoft.com/office/officeart/2008/layout/HorizontalMultiLevelHierarchy#1"/>
    <dgm:cxn modelId="{C9FA02AE-05D7-4CB8-8910-C538D355C4E9}" type="presParOf" srcId="{167427AF-81E1-4456-9B5D-41FA8C06291A}" destId="{723AF2B4-3646-48C3-98C8-B4B2A5DBF884}" srcOrd="1" destOrd="0" presId="urn:microsoft.com/office/officeart/2008/layout/HorizontalMultiLevelHierarchy#1"/>
    <dgm:cxn modelId="{7A0F4B5C-3946-4B69-A8AE-C10E19514054}" type="presParOf" srcId="{BD180480-D5E8-417E-9001-E8E79791837D}" destId="{F4BCE01D-A53D-4643-AB53-D10D5BAD69AC}" srcOrd="6" destOrd="0" presId="urn:microsoft.com/office/officeart/2008/layout/HorizontalMultiLevelHierarchy#1"/>
    <dgm:cxn modelId="{D7E41AF2-3B03-4787-BB7E-78BFC9F6E852}" type="presParOf" srcId="{F4BCE01D-A53D-4643-AB53-D10D5BAD69AC}" destId="{3E7F628B-B6EE-43C3-9991-090C08CFF1A6}" srcOrd="0" destOrd="0" presId="urn:microsoft.com/office/officeart/2008/layout/HorizontalMultiLevelHierarchy#1"/>
    <dgm:cxn modelId="{A7DFF31A-0EED-451C-8FB2-6A769F6A8F2B}" type="presParOf" srcId="{BD180480-D5E8-417E-9001-E8E79791837D}" destId="{26E0B715-800E-403C-9520-DC3E1B471793}" srcOrd="7" destOrd="0" presId="urn:microsoft.com/office/officeart/2008/layout/HorizontalMultiLevelHierarchy#1"/>
    <dgm:cxn modelId="{A37D7596-4657-4628-8BF7-1B8B8374CEA8}" type="presParOf" srcId="{26E0B715-800E-403C-9520-DC3E1B471793}" destId="{A48465EC-6096-42E7-B9A1-C8773BC3899A}" srcOrd="0" destOrd="0" presId="urn:microsoft.com/office/officeart/2008/layout/HorizontalMultiLevelHierarchy#1"/>
    <dgm:cxn modelId="{4BA2D847-ACCF-460F-86BA-56EA9023CC3A}" type="presParOf" srcId="{26E0B715-800E-403C-9520-DC3E1B471793}" destId="{CF75D27A-99FD-4BFC-8A1C-2F306A5DAB7F}" srcOrd="1" destOrd="0" presId="urn:microsoft.com/office/officeart/2008/layout/HorizontalMultiLevel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BCE01D-A53D-4643-AB53-D10D5BAD69AC}">
      <dsp:nvSpPr>
        <dsp:cNvPr id="0" name=""/>
        <dsp:cNvSpPr/>
      </dsp:nvSpPr>
      <dsp:spPr>
        <a:xfrm>
          <a:off x="2356468" y="1708150"/>
          <a:ext cx="425807" cy="1217056"/>
        </a:xfrm>
        <a:custGeom>
          <a:avLst/>
          <a:gdLst/>
          <a:ahLst/>
          <a:cxnLst/>
          <a:rect l="0" t="0" r="0" b="0"/>
          <a:pathLst>
            <a:path>
              <a:moveTo>
                <a:pt x="0" y="0"/>
              </a:moveTo>
              <a:lnTo>
                <a:pt x="212903" y="0"/>
              </a:lnTo>
              <a:lnTo>
                <a:pt x="212903" y="1217056"/>
              </a:lnTo>
              <a:lnTo>
                <a:pt x="425807" y="1217056"/>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537137" y="2284443"/>
        <a:ext cx="64469" cy="64469"/>
      </dsp:txXfrm>
    </dsp:sp>
    <dsp:sp modelId="{A5CE6348-5C69-4F4C-A522-12FBA5D23F1F}">
      <dsp:nvSpPr>
        <dsp:cNvPr id="0" name=""/>
        <dsp:cNvSpPr/>
      </dsp:nvSpPr>
      <dsp:spPr>
        <a:xfrm>
          <a:off x="2356468" y="1708150"/>
          <a:ext cx="425807" cy="405685"/>
        </a:xfrm>
        <a:custGeom>
          <a:avLst/>
          <a:gdLst/>
          <a:ahLst/>
          <a:cxnLst/>
          <a:rect l="0" t="0" r="0" b="0"/>
          <a:pathLst>
            <a:path>
              <a:moveTo>
                <a:pt x="0" y="0"/>
              </a:moveTo>
              <a:lnTo>
                <a:pt x="212903" y="0"/>
              </a:lnTo>
              <a:lnTo>
                <a:pt x="212903" y="405685"/>
              </a:lnTo>
              <a:lnTo>
                <a:pt x="425807" y="40568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554668" y="1896289"/>
        <a:ext cx="29406" cy="29406"/>
      </dsp:txXfrm>
    </dsp:sp>
    <dsp:sp modelId="{98205B9D-C3A2-48D6-A49A-79ECCD2C22F4}">
      <dsp:nvSpPr>
        <dsp:cNvPr id="0" name=""/>
        <dsp:cNvSpPr/>
      </dsp:nvSpPr>
      <dsp:spPr>
        <a:xfrm>
          <a:off x="2356468" y="1302464"/>
          <a:ext cx="425807" cy="405685"/>
        </a:xfrm>
        <a:custGeom>
          <a:avLst/>
          <a:gdLst/>
          <a:ahLst/>
          <a:cxnLst/>
          <a:rect l="0" t="0" r="0" b="0"/>
          <a:pathLst>
            <a:path>
              <a:moveTo>
                <a:pt x="0" y="405685"/>
              </a:moveTo>
              <a:lnTo>
                <a:pt x="212903" y="405685"/>
              </a:lnTo>
              <a:lnTo>
                <a:pt x="212903" y="0"/>
              </a:lnTo>
              <a:lnTo>
                <a:pt x="425807"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554668" y="1490604"/>
        <a:ext cx="29406" cy="29406"/>
      </dsp:txXfrm>
    </dsp:sp>
    <dsp:sp modelId="{5E47FD6B-7213-4697-B8C1-01E4EFF6159A}">
      <dsp:nvSpPr>
        <dsp:cNvPr id="0" name=""/>
        <dsp:cNvSpPr/>
      </dsp:nvSpPr>
      <dsp:spPr>
        <a:xfrm>
          <a:off x="2356468" y="491093"/>
          <a:ext cx="425807" cy="1217056"/>
        </a:xfrm>
        <a:custGeom>
          <a:avLst/>
          <a:gdLst/>
          <a:ahLst/>
          <a:cxnLst/>
          <a:rect l="0" t="0" r="0" b="0"/>
          <a:pathLst>
            <a:path>
              <a:moveTo>
                <a:pt x="0" y="1217056"/>
              </a:moveTo>
              <a:lnTo>
                <a:pt x="212903" y="1217056"/>
              </a:lnTo>
              <a:lnTo>
                <a:pt x="212903" y="0"/>
              </a:lnTo>
              <a:lnTo>
                <a:pt x="425807"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537137" y="1067386"/>
        <a:ext cx="64469" cy="64469"/>
      </dsp:txXfrm>
    </dsp:sp>
    <dsp:sp modelId="{E9AC1D1C-1CCB-447C-9EE2-1F0438D52202}">
      <dsp:nvSpPr>
        <dsp:cNvPr id="0" name=""/>
        <dsp:cNvSpPr/>
      </dsp:nvSpPr>
      <dsp:spPr>
        <a:xfrm rot="16200000">
          <a:off x="323769" y="1383601"/>
          <a:ext cx="3416300" cy="649097"/>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a:t>计算机软件</a:t>
          </a:r>
        </a:p>
      </dsp:txBody>
      <dsp:txXfrm>
        <a:off x="323769" y="1383601"/>
        <a:ext cx="3416300" cy="649097"/>
      </dsp:txXfrm>
    </dsp:sp>
    <dsp:sp modelId="{30CA640E-3AB3-43E7-8689-302CEE388004}">
      <dsp:nvSpPr>
        <dsp:cNvPr id="0" name=""/>
        <dsp:cNvSpPr/>
      </dsp:nvSpPr>
      <dsp:spPr>
        <a:xfrm>
          <a:off x="2782275" y="166544"/>
          <a:ext cx="2129038" cy="649097"/>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a:t>商业软件</a:t>
          </a:r>
        </a:p>
      </dsp:txBody>
      <dsp:txXfrm>
        <a:off x="2782275" y="166544"/>
        <a:ext cx="2129038" cy="649097"/>
      </dsp:txXfrm>
    </dsp:sp>
    <dsp:sp modelId="{62E4EED1-7C0B-4518-B04A-B7E6AEC42B5B}">
      <dsp:nvSpPr>
        <dsp:cNvPr id="0" name=""/>
        <dsp:cNvSpPr/>
      </dsp:nvSpPr>
      <dsp:spPr>
        <a:xfrm>
          <a:off x="2782275" y="977915"/>
          <a:ext cx="2129038" cy="649097"/>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a:t>共享软件</a:t>
          </a:r>
        </a:p>
      </dsp:txBody>
      <dsp:txXfrm>
        <a:off x="2782275" y="977915"/>
        <a:ext cx="2129038" cy="649097"/>
      </dsp:txXfrm>
    </dsp:sp>
    <dsp:sp modelId="{16D7574F-7911-41A6-8725-21CF006AEB2D}">
      <dsp:nvSpPr>
        <dsp:cNvPr id="0" name=""/>
        <dsp:cNvSpPr/>
      </dsp:nvSpPr>
      <dsp:spPr>
        <a:xfrm>
          <a:off x="2782275" y="1789287"/>
          <a:ext cx="2129038" cy="649097"/>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a:t>免费软件</a:t>
          </a:r>
        </a:p>
      </dsp:txBody>
      <dsp:txXfrm>
        <a:off x="2782275" y="1789287"/>
        <a:ext cx="2129038" cy="649097"/>
      </dsp:txXfrm>
    </dsp:sp>
    <dsp:sp modelId="{A48465EC-6096-42E7-B9A1-C8773BC3899A}">
      <dsp:nvSpPr>
        <dsp:cNvPr id="0" name=""/>
        <dsp:cNvSpPr/>
      </dsp:nvSpPr>
      <dsp:spPr>
        <a:xfrm>
          <a:off x="2782275" y="2600658"/>
          <a:ext cx="2129038" cy="649097"/>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a:t>开源软件</a:t>
          </a:r>
        </a:p>
      </dsp:txBody>
      <dsp:txXfrm>
        <a:off x="2782275" y="2600658"/>
        <a:ext cx="2129038" cy="649097"/>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1">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image" Target="../media/image5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p:cNvSpPr>
          <p:nvPr>
            <p:ph type="hdr" sz="quarter"/>
          </p:nvPr>
        </p:nvSpPr>
        <p:spPr>
          <a:xfrm>
            <a:off x="0" y="0"/>
            <a:ext cx="2971800" cy="457200"/>
          </a:xfrm>
          <a:prstGeom prst="rect">
            <a:avLst/>
          </a:prstGeom>
          <a:noFill/>
          <a:ln w="9525">
            <a:noFill/>
          </a:ln>
        </p:spPr>
        <p:txBody>
          <a:bodyPr vert="horz"/>
          <a:lstStyle>
            <a:lvl1pPr eaLnBrk="1" hangingPunct="1">
              <a:buFont typeface="Arial" panose="020B0604020202020204" pitchFamily="34" charset="0"/>
              <a:buNone/>
              <a:defRPr sz="1200" noProof="1"/>
            </a:lvl1pPr>
          </a:lstStyle>
          <a:p>
            <a:pPr>
              <a:defRPr/>
            </a:pPr>
            <a:endParaRPr/>
          </a:p>
        </p:txBody>
      </p:sp>
      <p:sp>
        <p:nvSpPr>
          <p:cNvPr id="3075" name="日期占位符 2"/>
          <p:cNvSpPr>
            <a:spLocks noGrp="1"/>
          </p:cNvSpPr>
          <p:nvPr>
            <p:ph type="dt" idx="1"/>
          </p:nvPr>
        </p:nvSpPr>
        <p:spPr>
          <a:xfrm>
            <a:off x="3884613" y="0"/>
            <a:ext cx="2971800" cy="457200"/>
          </a:xfrm>
          <a:prstGeom prst="rect">
            <a:avLst/>
          </a:prstGeom>
          <a:noFill/>
          <a:ln w="9525">
            <a:noFill/>
          </a:ln>
        </p:spPr>
        <p:txBody>
          <a:bodyPr vert="horz"/>
          <a:lstStyle>
            <a:lvl1pPr algn="r" eaLnBrk="1" hangingPunct="1">
              <a:buFont typeface="Arial" panose="020B0604020202020204" pitchFamily="34" charset="0"/>
              <a:buNone/>
              <a:defRPr noProof="1">
                <a:latin typeface="Calibri" panose="020F0502020204030204" pitchFamily="34" charset="0"/>
              </a:defRPr>
            </a:lvl1pPr>
          </a:lstStyle>
          <a:p>
            <a:pPr>
              <a:defRPr/>
            </a:pPr>
            <a:fld id="{790B7CB9-204B-4611-9CD9-284645F7FC20}" type="datetime1">
              <a:rPr lang="zh-CN" altLang="en-US"/>
              <a:t>2025/9/26</a:t>
            </a:fld>
            <a:endParaRPr lang="zh-CN" altLang="en-US" sz="1200">
              <a:latin typeface="Calibri" panose="020F0502020204030204" pitchFamily="34" charset="0"/>
            </a:endParaRPr>
          </a:p>
        </p:txBody>
      </p:sp>
      <p:sp>
        <p:nvSpPr>
          <p:cNvPr id="113668" name="幻灯片图像占位符 3"/>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3077"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zh-CN" altLang="en-US"/>
              <a:t>单击此处编辑母版文本样式</a:t>
            </a:r>
          </a:p>
          <a:p>
            <a:pPr lvl="1" eaLnBrk="1" hangingPunct="1">
              <a:buFont typeface="Arial" panose="020B0604020202020204" pitchFamily="34" charset="0"/>
              <a:buNone/>
              <a:defRPr/>
            </a:pPr>
            <a:r>
              <a:rPr lang="zh-CN" altLang="en-US"/>
              <a:t>第二级</a:t>
            </a:r>
          </a:p>
          <a:p>
            <a:pPr lvl="2" eaLnBrk="1" hangingPunct="1">
              <a:buFont typeface="Arial" panose="020B0604020202020204" pitchFamily="34" charset="0"/>
              <a:buNone/>
              <a:defRPr/>
            </a:pPr>
            <a:r>
              <a:rPr lang="zh-CN" altLang="en-US"/>
              <a:t>第三级</a:t>
            </a:r>
          </a:p>
          <a:p>
            <a:pPr lvl="3" eaLnBrk="1" hangingPunct="1">
              <a:buFont typeface="Arial" panose="020B0604020202020204" pitchFamily="34" charset="0"/>
              <a:buNone/>
              <a:defRPr/>
            </a:pPr>
            <a:r>
              <a:rPr lang="zh-CN" altLang="en-US"/>
              <a:t>第四级</a:t>
            </a:r>
          </a:p>
          <a:p>
            <a:pPr lvl="4" eaLnBrk="1" hangingPunct="1">
              <a:buFont typeface="Arial" panose="020B0604020202020204" pitchFamily="34" charset="0"/>
              <a:buNone/>
              <a:defRPr/>
            </a:pPr>
            <a:r>
              <a:rPr lang="zh-CN" altLang="en-US"/>
              <a:t>第五级</a:t>
            </a:r>
          </a:p>
        </p:txBody>
      </p:sp>
      <p:sp>
        <p:nvSpPr>
          <p:cNvPr id="3078" name="页脚占位符 5"/>
          <p:cNvSpPr>
            <a:spLocks noGrp="1"/>
          </p:cNvSpPr>
          <p:nvPr>
            <p:ph type="ftr" sz="quarter" idx="4"/>
          </p:nvPr>
        </p:nvSpPr>
        <p:spPr>
          <a:xfrm>
            <a:off x="0" y="8685213"/>
            <a:ext cx="2971800" cy="457200"/>
          </a:xfrm>
          <a:prstGeom prst="rect">
            <a:avLst/>
          </a:prstGeom>
          <a:noFill/>
          <a:ln w="9525">
            <a:noFill/>
          </a:ln>
        </p:spPr>
        <p:txBody>
          <a:bodyPr vert="horz" anchor="b"/>
          <a:lstStyle>
            <a:lvl1pPr eaLnBrk="1" hangingPunct="1">
              <a:buFont typeface="Arial" panose="020B0604020202020204" pitchFamily="34" charset="0"/>
              <a:buNone/>
              <a:defRPr sz="1200" noProof="1"/>
            </a:lvl1pPr>
          </a:lstStyle>
          <a:p>
            <a:pPr>
              <a:defRPr/>
            </a:pPr>
            <a:endParaRPr/>
          </a:p>
        </p:txBody>
      </p:sp>
      <p:sp>
        <p:nvSpPr>
          <p:cNvPr id="3079" name="灯片编号占位符 6"/>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lstStyle>
            <a:lvl1pPr algn="r" eaLnBrk="1" hangingPunct="1">
              <a:buFont typeface="Arial" panose="020B0604020202020204" pitchFamily="34" charset="0"/>
              <a:buNone/>
              <a:defRPr noProof="1" smtClean="0"/>
            </a:lvl1pPr>
          </a:lstStyle>
          <a:p>
            <a:pPr>
              <a:defRPr/>
            </a:pPr>
            <a:fld id="{A8E32473-BC00-4FDF-90DF-D4D16A9824EC}" type="slidenum">
              <a:rPr altLang="en-US"/>
              <a:t>‹#›</a:t>
            </a:fld>
            <a:endParaRPr lang="zh-CN" altLang="en-US" sz="1200"/>
          </a:p>
        </p:txBody>
      </p:sp>
    </p:spTree>
    <p:extLst>
      <p:ext uri="{BB962C8B-B14F-4D97-AF65-F5344CB8AC3E}">
        <p14:creationId xmlns:p14="http://schemas.microsoft.com/office/powerpoint/2010/main" val="2896934587"/>
      </p:ext>
    </p:extLst>
  </p:cSld>
  <p:clrMap bg1="lt1" tx1="dk1" bg2="lt2" tx2="dk2" accent1="accent1" accent2="accent2" accent3="accent3" accent4="accent4" accent5="accent5" accent6="accent6" hlink="hlink" folHlink="folHlink"/>
  <p:hf hdr="0" ftr="0" dt="0"/>
  <p:notesStyle>
    <a:lvl1pPr algn="l" defTabSz="0" rtl="0" eaLnBrk="0" fontAlgn="base" hangingPunct="0">
      <a:spcBef>
        <a:spcPct val="0"/>
      </a:spcBef>
      <a:spcAft>
        <a:spcPct val="0"/>
      </a:spcAft>
      <a:defRPr sz="1200" kern="1200">
        <a:solidFill>
          <a:schemeClr val="tx1"/>
        </a:solidFill>
        <a:latin typeface="Arial" panose="020B0604020202020204" pitchFamily="34" charset="0"/>
      </a:defRPr>
    </a:lvl1pPr>
    <a:lvl2pPr lvl="1" algn="l" defTabSz="0" rtl="0" eaLnBrk="0" fontAlgn="base" hangingPunct="0">
      <a:spcBef>
        <a:spcPct val="0"/>
      </a:spcBef>
      <a:spcAft>
        <a:spcPct val="0"/>
      </a:spcAft>
      <a:defRPr sz="1200" kern="1200">
        <a:solidFill>
          <a:schemeClr val="tx1"/>
        </a:solidFill>
        <a:latin typeface="Arial" panose="020B0604020202020204" pitchFamily="34" charset="0"/>
      </a:defRPr>
    </a:lvl2pPr>
    <a:lvl3pPr lvl="2" algn="l" defTabSz="0" rtl="0" eaLnBrk="0" fontAlgn="base" hangingPunct="0">
      <a:spcBef>
        <a:spcPct val="0"/>
      </a:spcBef>
      <a:spcAft>
        <a:spcPct val="0"/>
      </a:spcAft>
      <a:defRPr sz="1200" kern="1200">
        <a:solidFill>
          <a:schemeClr val="tx1"/>
        </a:solidFill>
        <a:latin typeface="Arial" panose="020B0604020202020204" pitchFamily="34" charset="0"/>
      </a:defRPr>
    </a:lvl3pPr>
    <a:lvl4pPr lvl="3" algn="l" defTabSz="0" rtl="0" eaLnBrk="0" fontAlgn="base" hangingPunct="0">
      <a:spcBef>
        <a:spcPct val="0"/>
      </a:spcBef>
      <a:spcAft>
        <a:spcPct val="0"/>
      </a:spcAft>
      <a:defRPr sz="1200" kern="1200">
        <a:solidFill>
          <a:schemeClr val="tx1"/>
        </a:solidFill>
        <a:latin typeface="Arial" panose="020B0604020202020204" pitchFamily="34" charset="0"/>
      </a:defRPr>
    </a:lvl4pPr>
    <a:lvl5pPr lvl="4" algn="l" defTabSz="0" rtl="0" eaLnBrk="0" fontAlgn="base" hangingPunct="0">
      <a:spcBef>
        <a:spcPct val="0"/>
      </a:spcBef>
      <a:spcAft>
        <a:spcPct val="0"/>
      </a:spcAft>
      <a:defRPr sz="1200" kern="1200">
        <a:solidFill>
          <a:schemeClr val="tx1"/>
        </a:solidFill>
        <a:latin typeface="Arial" panose="020B0604020202020204" pitchFamily="34" charset="0"/>
      </a:defRPr>
    </a:lvl5pPr>
    <a:lvl6pPr marL="2286000" lvl="5" indent="0" defTabSz="0" fontAlgn="base">
      <a:defRPr sz="1200" kern="1200"/>
    </a:lvl6pPr>
    <a:lvl7pPr marL="2743200" lvl="6" indent="0" defTabSz="0" fontAlgn="base">
      <a:defRPr sz="1200" kern="1200"/>
    </a:lvl7pPr>
    <a:lvl8pPr marL="3200400" lvl="7" indent="0" defTabSz="0" fontAlgn="base">
      <a:defRPr sz="1200" kern="1200"/>
    </a:lvl8pPr>
    <a:lvl9pPr marL="3657600" lvl="8" indent="0" defTabSz="0" fontAlgn="base">
      <a:defRPr sz="1200" kern="1200"/>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baike.baidu.com/subview/5544/5239825.htm" TargetMode="External"/><Relationship Id="rId3" Type="http://schemas.openxmlformats.org/officeDocument/2006/relationships/hyperlink" Target="http://baike.baidu.com/view/27237.htm" TargetMode="External"/><Relationship Id="rId7" Type="http://schemas.openxmlformats.org/officeDocument/2006/relationships/hyperlink" Target="http://baike.baidu.com/view/91555.htm"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baike.baidu.com/subview/303443/10760729.htm" TargetMode="External"/><Relationship Id="rId5" Type="http://schemas.openxmlformats.org/officeDocument/2006/relationships/hyperlink" Target="http://baike.baidu.com/view/295487.htm" TargetMode="External"/><Relationship Id="rId4" Type="http://schemas.openxmlformats.org/officeDocument/2006/relationships/hyperlink" Target="http://baike.baidu.com/view/1204337.htm"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8E32473-BC00-4FDF-90DF-D4D16A9824EC}" type="slidenum">
              <a:rPr lang="en-US" altLang="zh-CN" smtClean="0"/>
              <a:t>1</a:t>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4690" name="Rectangle 7"/>
          <p:cNvSpPr>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buFont typeface="Arial" panose="020B0604020202020204" pitchFamily="34" charset="0"/>
              <a:buNone/>
            </a:pPr>
            <a:fld id="{775F5F5C-9AB9-4763-BE5C-1D65C985C7DB}" type="slidenum">
              <a:rPr lang="en-US" altLang="zh-CN" sz="1200">
                <a:solidFill>
                  <a:srgbClr val="006699"/>
                </a:solidFill>
                <a:sym typeface="Verdana" panose="020B0604030504040204" pitchFamily="34" charset="0"/>
              </a:rPr>
              <a:t>2</a:t>
            </a:fld>
            <a:endParaRPr lang="en-US" altLang="zh-CN" sz="1200">
              <a:solidFill>
                <a:srgbClr val="006699"/>
              </a:solidFill>
              <a:sym typeface="Verdana" panose="020B0604030504040204" pitchFamily="34" charset="0"/>
            </a:endParaRPr>
          </a:p>
        </p:txBody>
      </p:sp>
      <p:sp>
        <p:nvSpPr>
          <p:cNvPr id="114691" name="Rectangle 2"/>
          <p:cNvSpPr>
            <a:spLocks noGrp="1" noRot="1" noChangeAspect="1" noChangeArrowheads="1" noTextEdit="1"/>
          </p:cNvSpPr>
          <p:nvPr>
            <p:ph type="sldImg" idx="4294967295"/>
          </p:nvPr>
        </p:nvSpPr>
        <p:spPr>
          <a:xfrm>
            <a:off x="5562600" y="10155238"/>
            <a:ext cx="714375" cy="534987"/>
          </a:xfrm>
          <a:ln w="12700">
            <a:solidFill>
              <a:srgbClr val="000000"/>
            </a:solidFill>
            <a:bevel/>
          </a:ln>
        </p:spPr>
      </p:sp>
      <p:sp>
        <p:nvSpPr>
          <p:cNvPr id="114692"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Clr>
                <a:srgbClr val="FF0000"/>
              </a:buClr>
              <a:buFont typeface="Wingdings" panose="05000000000000000000" pitchFamily="2" charset="2"/>
              <a:buNone/>
            </a:pPr>
            <a:r>
              <a:rPr lang="zh-CN" altLang="en-US">
                <a:ea typeface="宋体" panose="02010600030101010101" pitchFamily="2" charset="-122"/>
                <a:cs typeface="Arial" panose="020B0604020202020204" pitchFamily="34" charset="0"/>
              </a:rPr>
              <a:t>本课程教学目标</a:t>
            </a:r>
          </a:p>
          <a:p>
            <a:pPr eaLnBrk="1" hangingPunct="1">
              <a:buClr>
                <a:srgbClr val="FF0000"/>
              </a:buClr>
              <a:buFont typeface="Wingdings" panose="05000000000000000000" pitchFamily="2" charset="2"/>
              <a:buNone/>
            </a:pPr>
            <a:endParaRPr lang="zh-CN" altLang="en-US">
              <a:ea typeface="宋体" panose="02010600030101010101" pitchFamily="2" charset="-122"/>
              <a:cs typeface="Arial" panose="020B0604020202020204" pitchFamily="34" charset="0"/>
            </a:endParaRPr>
          </a:p>
          <a:p>
            <a:pPr eaLnBrk="1" hangingPunct="1">
              <a:buClr>
                <a:srgbClr val="FF0000"/>
              </a:buClr>
              <a:buFont typeface="Wingdings" panose="05000000000000000000" pitchFamily="2" charset="2"/>
              <a:buNone/>
            </a:pPr>
            <a:r>
              <a:rPr lang="en-US" altLang="zh-CN">
                <a:ea typeface="宋体" panose="02010600030101010101" pitchFamily="2" charset="-122"/>
                <a:cs typeface="Arial" panose="020B0604020202020204" pitchFamily="34" charset="0"/>
              </a:rPr>
              <a:t>1. </a:t>
            </a:r>
            <a:r>
              <a:rPr lang="zh-CN" altLang="en-US">
                <a:ea typeface="宋体" panose="02010600030101010101" pitchFamily="2" charset="-122"/>
                <a:cs typeface="Arial" panose="020B0604020202020204" pitchFamily="34" charset="0"/>
              </a:rPr>
              <a:t>掌握计算机软硬件的一些基础知识，了解信息技术的发展趋势。</a:t>
            </a:r>
          </a:p>
          <a:p>
            <a:pPr eaLnBrk="1" hangingPunct="1">
              <a:buClr>
                <a:srgbClr val="FF0000"/>
              </a:buClr>
              <a:buFont typeface="Wingdings" panose="05000000000000000000" pitchFamily="2" charset="2"/>
              <a:buNone/>
            </a:pPr>
            <a:r>
              <a:rPr lang="en-US" altLang="zh-CN">
                <a:ea typeface="宋体" panose="02010600030101010101" pitchFamily="2" charset="-122"/>
                <a:cs typeface="Arial" panose="020B0604020202020204" pitchFamily="34" charset="0"/>
              </a:rPr>
              <a:t>2. </a:t>
            </a:r>
            <a:r>
              <a:rPr lang="zh-CN" altLang="en-US">
                <a:ea typeface="宋体" panose="02010600030101010101" pitchFamily="2" charset="-122"/>
                <a:cs typeface="Arial" panose="020B0604020202020204" pitchFamily="34" charset="0"/>
              </a:rPr>
              <a:t>熟悉典型的计算机（网络）操作环境及工作平台，具备使用常用软件工具处理日常事务的能力。</a:t>
            </a:r>
          </a:p>
          <a:p>
            <a:pPr eaLnBrk="1" hangingPunct="1">
              <a:buClr>
                <a:srgbClr val="FF0000"/>
              </a:buClr>
              <a:buFont typeface="Wingdings" panose="05000000000000000000" pitchFamily="2" charset="2"/>
              <a:buNone/>
            </a:pPr>
            <a:r>
              <a:rPr lang="en-US" altLang="zh-CN">
                <a:ea typeface="宋体" panose="02010600030101010101" pitchFamily="2" charset="-122"/>
                <a:cs typeface="Arial" panose="020B0604020202020204" pitchFamily="34" charset="0"/>
              </a:rPr>
              <a:t>3. </a:t>
            </a:r>
            <a:r>
              <a:rPr lang="zh-CN" altLang="en-US">
                <a:ea typeface="宋体" panose="02010600030101010101" pitchFamily="2" charset="-122"/>
                <a:cs typeface="Arial" panose="020B0604020202020204" pitchFamily="34" charset="0"/>
              </a:rPr>
              <a:t>应用计算机进行信息处理的技术能力</a:t>
            </a:r>
            <a:r>
              <a:rPr lang="en-US" altLang="zh-CN">
                <a:ea typeface="宋体" panose="02010600030101010101" pitchFamily="2" charset="-122"/>
                <a:cs typeface="Arial" panose="020B0604020202020204" pitchFamily="34" charset="0"/>
              </a:rPr>
              <a:t>:</a:t>
            </a:r>
            <a:endParaRPr lang="zh-CN" altLang="en-US">
              <a:ea typeface="宋体" panose="02010600030101010101" pitchFamily="2" charset="-122"/>
              <a:cs typeface="Arial" panose="020B0604020202020204" pitchFamily="34" charset="0"/>
            </a:endParaRPr>
          </a:p>
          <a:p>
            <a:pPr eaLnBrk="1" hangingPunct="1"/>
            <a:r>
              <a:rPr lang="en-US" altLang="zh-CN">
                <a:ea typeface="宋体" panose="02010600030101010101" pitchFamily="2" charset="-122"/>
                <a:cs typeface="Arial" panose="020B0604020202020204" pitchFamily="34" charset="0"/>
              </a:rPr>
              <a:t>   1</a:t>
            </a:r>
            <a:r>
              <a:rPr lang="zh-CN" altLang="en-US">
                <a:ea typeface="宋体" panose="02010600030101010101" pitchFamily="2" charset="-122"/>
                <a:cs typeface="Arial" panose="020B0604020202020204" pitchFamily="34" charset="0"/>
              </a:rPr>
              <a:t>）程序设计与问题求解：掌握正确的程序设计方法与思路，具备初步的应用程序开发基础。</a:t>
            </a:r>
          </a:p>
          <a:p>
            <a:pPr eaLnBrk="1" hangingPunct="1"/>
            <a:r>
              <a:rPr lang="zh-CN" altLang="en-US">
                <a:ea typeface="宋体" panose="02010600030101010101" pitchFamily="2" charset="-122"/>
                <a:cs typeface="Arial" panose="020B0604020202020204" pitchFamily="34" charset="0"/>
              </a:rPr>
              <a:t>   </a:t>
            </a:r>
            <a:r>
              <a:rPr lang="en-US" altLang="zh-CN">
                <a:ea typeface="宋体" panose="02010600030101010101" pitchFamily="2" charset="-122"/>
                <a:cs typeface="Arial" panose="020B0604020202020204" pitchFamily="34" charset="0"/>
              </a:rPr>
              <a:t>2</a:t>
            </a:r>
            <a:r>
              <a:rPr lang="zh-CN" altLang="en-US">
                <a:ea typeface="宋体" panose="02010600030101010101" pitchFamily="2" charset="-122"/>
                <a:cs typeface="Arial" panose="020B0604020202020204" pitchFamily="34" charset="0"/>
              </a:rPr>
              <a:t>）数据库技术：掌握数据库基本概念与基本原理，具有数据库应用系统的初步设计、开发与应用能力。</a:t>
            </a:r>
          </a:p>
          <a:p>
            <a:pPr eaLnBrk="1" hangingPunct="1"/>
            <a:r>
              <a:rPr lang="zh-CN" altLang="en-US">
                <a:ea typeface="宋体" panose="02010600030101010101" pitchFamily="2" charset="-122"/>
                <a:cs typeface="Arial" panose="020B0604020202020204" pitchFamily="34" charset="0"/>
              </a:rPr>
              <a:t>   </a:t>
            </a:r>
            <a:r>
              <a:rPr lang="en-US" altLang="zh-CN">
                <a:ea typeface="宋体" panose="02010600030101010101" pitchFamily="2" charset="-122"/>
                <a:cs typeface="Arial" panose="020B0604020202020204" pitchFamily="34" charset="0"/>
              </a:rPr>
              <a:t>3</a:t>
            </a:r>
            <a:r>
              <a:rPr lang="zh-CN" altLang="en-US">
                <a:ea typeface="宋体" panose="02010600030101010101" pitchFamily="2" charset="-122"/>
                <a:cs typeface="Arial" panose="020B0604020202020204" pitchFamily="34" charset="0"/>
              </a:rPr>
              <a:t>）多媒体技术：了解多媒体技术的基本概念，能利用常用工具处理多媒体数据，初步掌握多媒体应用系统的集成与开发能力。</a:t>
            </a:r>
          </a:p>
          <a:p>
            <a:pPr eaLnBrk="1" hangingPunct="1">
              <a:buClr>
                <a:srgbClr val="FF0000"/>
              </a:buClr>
              <a:buFont typeface="Wingdings" panose="05000000000000000000" pitchFamily="2" charset="2"/>
              <a:buNone/>
            </a:pPr>
            <a:r>
              <a:rPr lang="en-US" altLang="zh-CN">
                <a:ea typeface="宋体" panose="02010600030101010101" pitchFamily="2" charset="-122"/>
                <a:cs typeface="Arial" panose="020B0604020202020204" pitchFamily="34" charset="0"/>
              </a:rPr>
              <a:t>4. </a:t>
            </a:r>
            <a:r>
              <a:rPr lang="zh-CN" altLang="en-US">
                <a:ea typeface="宋体" panose="02010600030101010101" pitchFamily="2" charset="-122"/>
                <a:cs typeface="Arial" panose="020B0604020202020204" pitchFamily="34" charset="0"/>
              </a:rPr>
              <a:t>培养良好的计算式思维的能力  </a:t>
            </a:r>
          </a:p>
          <a:p>
            <a:pPr eaLnBrk="1" hangingPunct="1">
              <a:buClr>
                <a:srgbClr val="FF0000"/>
              </a:buClr>
              <a:buFont typeface="Wingdings" panose="05000000000000000000" pitchFamily="2" charset="2"/>
              <a:buNone/>
            </a:pPr>
            <a:r>
              <a:rPr lang="zh-CN" altLang="en-US">
                <a:ea typeface="宋体" panose="02010600030101010101" pitchFamily="2" charset="-122"/>
                <a:cs typeface="Arial" panose="020B0604020202020204" pitchFamily="34" charset="0"/>
              </a:rPr>
              <a:t>    通过本课程的学习</a:t>
            </a:r>
            <a:r>
              <a:rPr lang="en-US" altLang="zh-CN">
                <a:ea typeface="宋体" panose="02010600030101010101" pitchFamily="2" charset="-122"/>
                <a:cs typeface="Arial" panose="020B0604020202020204" pitchFamily="34" charset="0"/>
              </a:rPr>
              <a:t>,</a:t>
            </a:r>
            <a:r>
              <a:rPr lang="zh-CN" altLang="en-US">
                <a:ea typeface="宋体" panose="02010600030101010101" pitchFamily="2" charset="-122"/>
                <a:cs typeface="Arial" panose="020B0604020202020204" pitchFamily="34" charset="0"/>
              </a:rPr>
              <a:t>教会大家各项技能，每当遇到问题时能够利用计算机手段进行表达与交流，能够像计算机科学家那样思考问题，用计算机去处理各种问题。（可计算的问题）。</a:t>
            </a:r>
          </a:p>
          <a:p>
            <a:pPr eaLnBrk="1" hangingPunct="1"/>
            <a:endParaRPr lang="zh-CN" altLang="en-US">
              <a:ea typeface="宋体" panose="02010600030101010101" pitchFamily="2" charset="-122"/>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8E32473-BC00-4FDF-90DF-D4D16A9824EC}" type="slidenum">
              <a:rPr lang="en-US" altLang="zh-CN" smtClean="0"/>
              <a:t>4</a:t>
            </a:fld>
            <a:endParaRPr lang="zh-C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p:sp>
      <p:sp>
        <p:nvSpPr>
          <p:cNvPr id="115715" name="备注占位符 2"/>
          <p:cNvSpPr>
            <a:spLocks noGrp="1"/>
          </p:cNvSpPr>
          <p:nvPr>
            <p:ph type="body" idx="1"/>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dirty="0">
                <a:latin typeface="Times New Roman" panose="02020603050405020304" pitchFamily="18" charset="0"/>
                <a:ea typeface="宋体" panose="02010600030101010101" pitchFamily="2" charset="-122"/>
              </a:rPr>
              <a:t>艾伦</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图灵（</a:t>
            </a:r>
            <a:r>
              <a:rPr kumimoji="1" lang="en-US" altLang="zh-CN" dirty="0">
                <a:latin typeface="Times New Roman" panose="02020603050405020304" pitchFamily="18" charset="0"/>
                <a:ea typeface="宋体" panose="02010600030101010101" pitchFamily="2" charset="-122"/>
              </a:rPr>
              <a:t>1912</a:t>
            </a:r>
            <a:r>
              <a:rPr kumimoji="1" lang="zh-CN" altLang="en-US" dirty="0">
                <a:latin typeface="Times New Roman" panose="02020603050405020304" pitchFamily="18" charset="0"/>
                <a:ea typeface="宋体" panose="02010600030101010101" pitchFamily="2" charset="-122"/>
              </a:rPr>
              <a:t>年</a:t>
            </a:r>
            <a:r>
              <a:rPr kumimoji="1" lang="en-US" altLang="zh-CN" dirty="0">
                <a:latin typeface="Times New Roman" panose="02020603050405020304" pitchFamily="18" charset="0"/>
                <a:ea typeface="宋体" panose="02010600030101010101" pitchFamily="2" charset="-122"/>
              </a:rPr>
              <a:t>6</a:t>
            </a:r>
            <a:r>
              <a:rPr kumimoji="1" lang="zh-CN" altLang="en-US" dirty="0">
                <a:latin typeface="Times New Roman" panose="02020603050405020304" pitchFamily="18" charset="0"/>
                <a:ea typeface="宋体" panose="02010600030101010101" pitchFamily="2" charset="-122"/>
              </a:rPr>
              <a:t>月</a:t>
            </a:r>
            <a:r>
              <a:rPr kumimoji="1" lang="en-US" altLang="zh-CN" dirty="0">
                <a:latin typeface="Times New Roman" panose="02020603050405020304" pitchFamily="18" charset="0"/>
                <a:ea typeface="宋体" panose="02010600030101010101" pitchFamily="2" charset="-122"/>
              </a:rPr>
              <a:t>23</a:t>
            </a:r>
            <a:r>
              <a:rPr kumimoji="1" lang="zh-CN" altLang="en-US" dirty="0">
                <a:latin typeface="Times New Roman" panose="02020603050405020304" pitchFamily="18" charset="0"/>
                <a:ea typeface="宋体" panose="02010600030101010101" pitchFamily="2" charset="-122"/>
              </a:rPr>
              <a:t>日－</a:t>
            </a:r>
            <a:r>
              <a:rPr kumimoji="1" lang="en-US" altLang="zh-CN" dirty="0">
                <a:latin typeface="Times New Roman" panose="02020603050405020304" pitchFamily="18" charset="0"/>
                <a:ea typeface="宋体" panose="02010600030101010101" pitchFamily="2" charset="-122"/>
              </a:rPr>
              <a:t>1954</a:t>
            </a:r>
            <a:r>
              <a:rPr kumimoji="1" lang="zh-CN" altLang="en-US" dirty="0">
                <a:latin typeface="Times New Roman" panose="02020603050405020304" pitchFamily="18" charset="0"/>
                <a:ea typeface="宋体" panose="02010600030101010101" pitchFamily="2" charset="-122"/>
              </a:rPr>
              <a:t>年</a:t>
            </a:r>
            <a:r>
              <a:rPr kumimoji="1" lang="en-US" altLang="zh-CN" dirty="0">
                <a:latin typeface="Times New Roman" panose="02020603050405020304" pitchFamily="18" charset="0"/>
                <a:ea typeface="宋体" panose="02010600030101010101" pitchFamily="2" charset="-122"/>
              </a:rPr>
              <a:t>6</a:t>
            </a:r>
            <a:r>
              <a:rPr kumimoji="1" lang="zh-CN" altLang="en-US" dirty="0">
                <a:latin typeface="Times New Roman" panose="02020603050405020304" pitchFamily="18" charset="0"/>
                <a:ea typeface="宋体" panose="02010600030101010101" pitchFamily="2" charset="-122"/>
              </a:rPr>
              <a:t>月</a:t>
            </a:r>
            <a:r>
              <a:rPr kumimoji="1" lang="en-US" altLang="zh-CN" dirty="0">
                <a:latin typeface="Times New Roman" panose="02020603050405020304" pitchFamily="18" charset="0"/>
                <a:ea typeface="宋体" panose="02010600030101010101" pitchFamily="2" charset="-122"/>
              </a:rPr>
              <a:t>7</a:t>
            </a:r>
            <a:r>
              <a:rPr kumimoji="1" lang="zh-CN" altLang="en-US" dirty="0">
                <a:latin typeface="Times New Roman" panose="02020603050405020304" pitchFamily="18" charset="0"/>
                <a:ea typeface="宋体" panose="02010600030101010101" pitchFamily="2" charset="-122"/>
              </a:rPr>
              <a:t>日）。今日的 </a:t>
            </a:r>
            <a:r>
              <a:rPr kumimoji="1" lang="en-US" altLang="zh-CN" dirty="0">
                <a:latin typeface="Times New Roman" panose="02020603050405020304" pitchFamily="18" charset="0"/>
                <a:ea typeface="宋体" panose="02010600030101010101" pitchFamily="2" charset="-122"/>
              </a:rPr>
              <a:t>Google </a:t>
            </a:r>
            <a:r>
              <a:rPr kumimoji="1" lang="zh-CN" altLang="en-US" dirty="0">
                <a:latin typeface="Times New Roman" panose="02020603050405020304" pitchFamily="18" charset="0"/>
                <a:ea typeface="宋体" panose="02010600030101010101" pitchFamily="2" charset="-122"/>
              </a:rPr>
              <a:t>就是一个图灵机模型。</a:t>
            </a:r>
            <a:r>
              <a:rPr lang="zh-CN" altLang="en-US" dirty="0">
                <a:ea typeface="宋体" panose="02010600030101010101" pitchFamily="2" charset="-122"/>
              </a:rPr>
              <a:t/>
            </a:r>
            <a:br>
              <a:rPr lang="zh-CN" altLang="en-US" dirty="0">
                <a:ea typeface="宋体" panose="02010600030101010101" pitchFamily="2" charset="-122"/>
              </a:rPr>
            </a:br>
            <a:endParaRPr lang="zh-CN" altLang="en-US" dirty="0">
              <a:ea typeface="宋体" panose="02010600030101010101" pitchFamily="2" charset="-122"/>
            </a:endParaRPr>
          </a:p>
        </p:txBody>
      </p:sp>
      <p:sp>
        <p:nvSpPr>
          <p:cNvPr id="1157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84A46B48-4FD3-4F69-919C-2810643FF40E}" type="slidenum">
              <a:rPr kumimoji="1" altLang="en-US" sz="1200">
                <a:latin typeface="Times New Roman" panose="02020603050405020304" pitchFamily="18" charset="0"/>
              </a:rPr>
              <a:t>10</a:t>
            </a:fld>
            <a:endParaRPr kumimoji="1" lang="zh-CN" altLang="zh-CN" sz="12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idx="4294967295"/>
          </p:nvPr>
        </p:nvSpPr>
        <p:spPr>
          <a:xfrm>
            <a:off x="-2147483648" y="83392963"/>
            <a:ext cx="431800" cy="325437"/>
          </a:xfrm>
          <a:ln w="12700">
            <a:solidFill>
              <a:srgbClr val="000000"/>
            </a:solidFill>
            <a:bevel/>
          </a:ln>
        </p:spPr>
      </p:sp>
      <p:sp>
        <p:nvSpPr>
          <p:cNvPr id="117763"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宋体" panose="02010600030101010101" pitchFamily="2" charset="-122"/>
                <a:cs typeface="Arial" panose="020B0604020202020204" pitchFamily="34" charset="0"/>
              </a:rPr>
              <a:t>所谓的图灵机就是指一个抽象的机器，它有一条无限长的纸带，纸带分成了一个一个的小方格，每个方格有不同的颜色。有一个机器头在纸带上移来移去。机器头有一组内部状态，还有一些固定的程序。在每个时刻，机器头都要从当前纸带上读入一个方格信息，然后结合自己的内部状态查找程序表，根据程序输出信息到纸带方格上，并转换自己的内部状态，然后进行移动 </a:t>
            </a:r>
          </a:p>
          <a:p>
            <a:pPr eaLnBrk="1" hangingPunct="1"/>
            <a:endParaRPr lang="zh-CN" altLang="en-US" dirty="0">
              <a:ea typeface="宋体" panose="02010600030101010101" pitchFamily="2" charset="-122"/>
              <a:cs typeface="Arial" panose="020B0604020202020204" pitchFamily="34" charset="0"/>
            </a:endParaRPr>
          </a:p>
          <a:p>
            <a:pPr eaLnBrk="1" hangingPunct="1"/>
            <a:r>
              <a:rPr lang="zh-CN" altLang="en-US" dirty="0">
                <a:ea typeface="宋体" panose="02010600030101010101" pitchFamily="2" charset="-122"/>
                <a:cs typeface="Arial" panose="020B0604020202020204" pitchFamily="34" charset="0"/>
              </a:rPr>
              <a:t>图灵进入剑桥大学国王学院，毕业后到美国普林斯顿大学攻读博士学位，二战爆发后回到剑桥，后曾协助军方破解德国的著名密码系统</a:t>
            </a:r>
            <a:r>
              <a:rPr lang="en-US" altLang="zh-CN" dirty="0">
                <a:ea typeface="宋体" panose="02010600030101010101" pitchFamily="2" charset="-122"/>
                <a:cs typeface="Arial" panose="020B0604020202020204" pitchFamily="34" charset="0"/>
              </a:rPr>
              <a:t>Enigma</a:t>
            </a:r>
            <a:r>
              <a:rPr lang="zh-CN" altLang="en-US" dirty="0">
                <a:ea typeface="宋体" panose="02010600030101010101" pitchFamily="2" charset="-122"/>
                <a:cs typeface="Arial" panose="020B0604020202020204" pitchFamily="34" charset="0"/>
              </a:rPr>
              <a:t>，对盟军取得了二战的胜利有一定的帮助。</a:t>
            </a:r>
          </a:p>
          <a:p>
            <a:pPr eaLnBrk="1" hangingPunct="1"/>
            <a:r>
              <a:rPr lang="zh-CN" altLang="en-US" dirty="0">
                <a:ea typeface="宋体" panose="02010600030101010101" pitchFamily="2" charset="-122"/>
                <a:cs typeface="Arial" panose="020B0604020202020204" pitchFamily="34" charset="0"/>
              </a:rPr>
              <a:t>图灵对于人工智能的发展有诸多贡献，例如图灵曾写过一篇名为</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机器会思考吗？</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（Can Machines Think</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）的论文，其中提出了一种用于判定机器是否具有智能的试验方法，即图灵试验。至今，每年都有试验的比赛。此外，图灵提出的著名的图灵机模型为现代计算机的逻辑工作方式奠定了基础。</a:t>
            </a:r>
          </a:p>
          <a:p>
            <a:pPr eaLnBrk="1" hangingPunct="1"/>
            <a:r>
              <a:rPr lang="zh-CN" altLang="en-US" dirty="0">
                <a:ea typeface="宋体" panose="02010600030101010101" pitchFamily="2" charset="-122"/>
                <a:cs typeface="Arial" panose="020B0604020202020204" pitchFamily="34" charset="0"/>
              </a:rPr>
              <a:t>迫害和逝世 </a:t>
            </a:r>
          </a:p>
          <a:p>
            <a:pPr eaLnBrk="1" hangingPunct="1"/>
            <a:r>
              <a:rPr lang="zh-CN" altLang="en-US" dirty="0">
                <a:ea typeface="宋体" panose="02010600030101010101" pitchFamily="2" charset="-122"/>
                <a:cs typeface="Arial" panose="020B0604020202020204" pitchFamily="34" charset="0"/>
              </a:rPr>
              <a:t>因为图灵的同性恋倾向而遭到的迫害使得他的职业生涯尽毁。</a:t>
            </a:r>
            <a:r>
              <a:rPr lang="en-US" altLang="zh-CN" dirty="0">
                <a:ea typeface="宋体" panose="02010600030101010101" pitchFamily="2" charset="-122"/>
                <a:cs typeface="Arial" panose="020B0604020202020204" pitchFamily="34" charset="0"/>
              </a:rPr>
              <a:t>1952</a:t>
            </a:r>
            <a:r>
              <a:rPr lang="zh-CN" altLang="en-US" dirty="0">
                <a:ea typeface="宋体" panose="02010600030101010101" pitchFamily="2" charset="-122"/>
                <a:cs typeface="Arial" panose="020B0604020202020204" pitchFamily="34" charset="0"/>
              </a:rPr>
              <a:t>年，他的同性伴侣协同一名同谋一起闯进了图灵的房子实施盗窃。图灵为此而报警。但是警方的调查结果使得他被控以“明显的猥亵和性颠倒行为”（请参看鸡奸法）。他没有申辩，并被定罪。在著名的公审后，他被给予了两个选择：坐牢或荷尔蒙疗法。他选择了荷尔蒙注射，并持续了一年。在这段时间里，药物产生了包括乳房不断发育的副作用。</a:t>
            </a:r>
            <a:r>
              <a:rPr lang="en-US" altLang="zh-CN" dirty="0">
                <a:ea typeface="宋体" panose="02010600030101010101" pitchFamily="2" charset="-122"/>
                <a:cs typeface="Arial" panose="020B0604020202020204" pitchFamily="34" charset="0"/>
              </a:rPr>
              <a:t>1954</a:t>
            </a:r>
            <a:r>
              <a:rPr lang="zh-CN" altLang="en-US" dirty="0">
                <a:ea typeface="宋体" panose="02010600030101010101" pitchFamily="2" charset="-122"/>
                <a:cs typeface="Arial" panose="020B0604020202020204" pitchFamily="34" charset="0"/>
              </a:rPr>
              <a:t>年，图灵因食用浸过氰化物溶液的苹果死亡。很多人相信他的死是有意的，并判决他的死是自杀。但是他的母亲极力争论他的死是意外，因为他在实验室里不小心堆放了很多化学物品。</a:t>
            </a:r>
          </a:p>
          <a:p>
            <a:pPr eaLnBrk="1" hangingPunct="1"/>
            <a:r>
              <a:rPr lang="zh-CN" altLang="en-US" dirty="0">
                <a:ea typeface="宋体" panose="02010600030101010101" pitchFamily="2" charset="-122"/>
                <a:cs typeface="Arial" panose="020B0604020202020204" pitchFamily="34" charset="0"/>
              </a:rPr>
              <a:t>平反</a:t>
            </a:r>
          </a:p>
          <a:p>
            <a:pPr eaLnBrk="1" hangingPunct="1"/>
            <a:r>
              <a:rPr lang="zh-CN" altLang="en-US" dirty="0">
                <a:ea typeface="宋体" panose="02010600030101010101" pitchFamily="2" charset="-122"/>
                <a:cs typeface="Arial" panose="020B0604020202020204" pitchFamily="34" charset="0"/>
              </a:rPr>
              <a:t>在</a:t>
            </a:r>
            <a:r>
              <a:rPr lang="en-US" altLang="zh-CN" dirty="0">
                <a:ea typeface="宋体" panose="02010600030101010101" pitchFamily="2" charset="-122"/>
                <a:cs typeface="Arial" panose="020B0604020202020204" pitchFamily="34" charset="0"/>
              </a:rPr>
              <a:t>2009</a:t>
            </a:r>
            <a:r>
              <a:rPr lang="zh-CN" altLang="en-US" dirty="0">
                <a:ea typeface="宋体" panose="02010600030101010101" pitchFamily="2" charset="-122"/>
                <a:cs typeface="Arial" panose="020B0604020202020204" pitchFamily="34" charset="0"/>
              </a:rPr>
              <a:t>年</a:t>
            </a:r>
            <a:r>
              <a:rPr lang="en-US" altLang="zh-CN" dirty="0">
                <a:ea typeface="宋体" panose="02010600030101010101" pitchFamily="2" charset="-122"/>
                <a:cs typeface="Arial" panose="020B0604020202020204" pitchFamily="34" charset="0"/>
              </a:rPr>
              <a:t>9</a:t>
            </a:r>
            <a:r>
              <a:rPr lang="zh-CN" altLang="en-US" dirty="0">
                <a:ea typeface="宋体" panose="02010600030101010101" pitchFamily="2" charset="-122"/>
                <a:cs typeface="Arial" panose="020B0604020202020204" pitchFamily="34" charset="0"/>
              </a:rPr>
              <a:t>月</a:t>
            </a:r>
            <a:r>
              <a:rPr lang="en-US" altLang="zh-CN" dirty="0">
                <a:ea typeface="宋体" panose="02010600030101010101" pitchFamily="2" charset="-122"/>
                <a:cs typeface="Arial" panose="020B0604020202020204" pitchFamily="34" charset="0"/>
              </a:rPr>
              <a:t>10</a:t>
            </a:r>
            <a:r>
              <a:rPr lang="zh-CN" altLang="en-US" dirty="0">
                <a:ea typeface="宋体" panose="02010600030101010101" pitchFamily="2" charset="-122"/>
                <a:cs typeface="Arial" panose="020B0604020202020204" pitchFamily="34" charset="0"/>
              </a:rPr>
              <a:t>日，一份超过</a:t>
            </a:r>
            <a:r>
              <a:rPr lang="en-US" altLang="zh-CN" dirty="0">
                <a:ea typeface="宋体" panose="02010600030101010101" pitchFamily="2" charset="-122"/>
                <a:cs typeface="Arial" panose="020B0604020202020204" pitchFamily="34" charset="0"/>
              </a:rPr>
              <a:t>3</a:t>
            </a:r>
            <a:r>
              <a:rPr lang="zh-CN" altLang="en-US" dirty="0">
                <a:ea typeface="宋体" panose="02010600030101010101" pitchFamily="2" charset="-122"/>
                <a:cs typeface="Arial" panose="020B0604020202020204" pitchFamily="34" charset="0"/>
              </a:rPr>
              <a:t>万人的请愿签名，使英国首相戈登</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布朗在</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每日电讯报</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撰文，因为英国政府当年以同性恋相关罪名起诉图灵并定罪，导致他自杀身亡，正式向艾伦</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图灵公开道歉</a:t>
            </a: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8E32473-BC00-4FDF-90DF-D4D16A9824EC}" type="slidenum">
              <a:rPr lang="en-US" altLang="zh-CN" smtClean="0"/>
              <a:t>13</a:t>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8E32473-BC00-4FDF-90DF-D4D16A9824EC}" type="slidenum">
              <a:rPr lang="en-US" altLang="zh-CN" smtClean="0"/>
              <a:t>14</a:t>
            </a:fld>
            <a:endParaRPr lang="zh-CN"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p:sp>
      <p:sp>
        <p:nvSpPr>
          <p:cNvPr id="118787" name="备注占位符 2"/>
          <p:cNvSpPr>
            <a:spLocks noGrp="1"/>
          </p:cNvSpPr>
          <p:nvPr>
            <p:ph type="body" idx="1"/>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zh-CN" altLang="en-US" sz="900" dirty="0">
                <a:ea typeface="宋体" panose="02010600030101010101" pitchFamily="2" charset="-122"/>
              </a:rPr>
              <a:t>宾夕法尼亚大学</a:t>
            </a:r>
            <a:r>
              <a:rPr lang="en-US" altLang="zh-CN" sz="900" dirty="0">
                <a:ea typeface="宋体" panose="02010600030101010101" pitchFamily="2" charset="-122"/>
              </a:rPr>
              <a:t>(University of Pennsylvania)</a:t>
            </a:r>
            <a:r>
              <a:rPr lang="zh-CN" altLang="en-US" sz="900" dirty="0">
                <a:ea typeface="宋体" panose="02010600030101010101" pitchFamily="2" charset="-122"/>
              </a:rPr>
              <a:t>，位于宾夕法尼亚州的费城，是美国一所著名的私立研究型大学，八所常青藤盟校之一。学校创建于</a:t>
            </a:r>
            <a:r>
              <a:rPr lang="en-US" altLang="zh-CN" sz="900" dirty="0">
                <a:ea typeface="宋体" panose="02010600030101010101" pitchFamily="2" charset="-122"/>
              </a:rPr>
              <a:t>1740</a:t>
            </a:r>
            <a:r>
              <a:rPr lang="zh-CN" altLang="en-US" sz="900" dirty="0">
                <a:ea typeface="宋体" panose="02010600030101010101" pitchFamily="2" charset="-122"/>
              </a:rPr>
              <a:t>年，是美国第四古老的高等教育机构，以及美国第一所现代意义上的大学。独立宣言的</a:t>
            </a:r>
            <a:r>
              <a:rPr lang="en-US" altLang="zh-CN" sz="900" dirty="0">
                <a:ea typeface="宋体" panose="02010600030101010101" pitchFamily="2" charset="-122"/>
              </a:rPr>
              <a:t>9</a:t>
            </a:r>
            <a:r>
              <a:rPr lang="zh-CN" altLang="en-US" sz="900" dirty="0">
                <a:ea typeface="宋体" panose="02010600030101010101" pitchFamily="2" charset="-122"/>
              </a:rPr>
              <a:t>位签字者和美国宪法的</a:t>
            </a:r>
            <a:r>
              <a:rPr lang="en-US" altLang="zh-CN" sz="900" dirty="0">
                <a:ea typeface="宋体" panose="02010600030101010101" pitchFamily="2" charset="-122"/>
              </a:rPr>
              <a:t>11</a:t>
            </a:r>
            <a:r>
              <a:rPr lang="zh-CN" altLang="en-US" sz="900" dirty="0">
                <a:ea typeface="宋体" panose="02010600030101010101" pitchFamily="2" charset="-122"/>
              </a:rPr>
              <a:t>位签字者与该校有关。本杰明</a:t>
            </a:r>
            <a:r>
              <a:rPr lang="en-US" altLang="zh-CN" sz="900" dirty="0">
                <a:ea typeface="宋体" panose="02010600030101010101" pitchFamily="2" charset="-122"/>
              </a:rPr>
              <a:t>·</a:t>
            </a:r>
            <a:r>
              <a:rPr lang="zh-CN" altLang="en-US" sz="900" dirty="0">
                <a:ea typeface="宋体" panose="02010600030101010101" pitchFamily="2" charset="-122"/>
              </a:rPr>
              <a:t>富兰克林是学校的创建人。</a:t>
            </a:r>
            <a:endParaRPr lang="en-US" altLang="zh-CN" sz="900" dirty="0">
              <a:ea typeface="宋体" panose="02010600030101010101" pitchFamily="2" charset="-122"/>
            </a:endParaRPr>
          </a:p>
          <a:p>
            <a:pPr eaLnBrk="1" hangingPunct="1">
              <a:lnSpc>
                <a:spcPct val="80000"/>
              </a:lnSpc>
            </a:pPr>
            <a:endParaRPr lang="en-US" altLang="zh-CN" sz="900" dirty="0">
              <a:ea typeface="宋体" panose="02010600030101010101" pitchFamily="2" charset="-122"/>
            </a:endParaRPr>
          </a:p>
          <a:p>
            <a:pPr eaLnBrk="1" hangingPunct="1">
              <a:lnSpc>
                <a:spcPct val="80000"/>
              </a:lnSpc>
            </a:pPr>
            <a:r>
              <a:rPr lang="zh-CN" altLang="en-US" sz="900" dirty="0">
                <a:ea typeface="宋体" panose="02010600030101010101" pitchFamily="2" charset="-122"/>
              </a:rPr>
              <a:t>图灵提出这个虚拟计算机模型不久，二战就开始了，为了取得对德国的武器优势，美军决定设计和制造更精准、更有威力的火炮，这项研究涉及到大量的、重复性的计算，在当时前线不断吃紧的情况下，后方根本不可能让人用计算尺慢慢计算，也不可能用每秒几次的继电器计算机来完成计算，为了抢时间，美国陆军决定建造一个“超级大脑”来完成火炮设计的计算问题。</a:t>
            </a:r>
            <a:br>
              <a:rPr lang="zh-CN" altLang="en-US" sz="900" dirty="0">
                <a:ea typeface="宋体" panose="02010600030101010101" pitchFamily="2" charset="-122"/>
              </a:rPr>
            </a:br>
            <a:endParaRPr lang="en-US" altLang="zh-CN" sz="900" dirty="0">
              <a:ea typeface="宋体" panose="02010600030101010101" pitchFamily="2" charset="-122"/>
            </a:endParaRPr>
          </a:p>
          <a:p>
            <a:pPr eaLnBrk="1" hangingPunct="1">
              <a:lnSpc>
                <a:spcPct val="80000"/>
              </a:lnSpc>
            </a:pPr>
            <a:r>
              <a:rPr lang="zh-CN" altLang="en-US" sz="900" dirty="0">
                <a:ea typeface="宋体" panose="02010600030101010101" pitchFamily="2" charset="-122"/>
              </a:rPr>
              <a:t>参加研制工作的是以</a:t>
            </a:r>
            <a:r>
              <a:rPr lang="zh-CN" altLang="en-US" sz="900" dirty="0">
                <a:ea typeface="宋体" panose="02010600030101010101" pitchFamily="2" charset="-122"/>
                <a:hlinkClick r:id="rId3"/>
              </a:rPr>
              <a:t>宾夕法尼亚大学</a:t>
            </a:r>
            <a:r>
              <a:rPr lang="zh-CN" altLang="en-US" sz="900" dirty="0">
                <a:ea typeface="宋体" panose="02010600030101010101" pitchFamily="2" charset="-122"/>
              </a:rPr>
              <a:t>莫尔电机工程学院的莫西利和埃克特为首的研制小组。</a:t>
            </a:r>
            <a:endParaRPr lang="en-US" altLang="zh-CN" sz="900" dirty="0">
              <a:ea typeface="宋体" panose="02010600030101010101" pitchFamily="2" charset="-122"/>
            </a:endParaRPr>
          </a:p>
          <a:p>
            <a:pPr eaLnBrk="1" hangingPunct="1">
              <a:lnSpc>
                <a:spcPct val="80000"/>
              </a:lnSpc>
            </a:pPr>
            <a:endParaRPr lang="en-US" altLang="zh-CN" sz="900" dirty="0">
              <a:ea typeface="宋体" panose="02010600030101010101" pitchFamily="2" charset="-122"/>
            </a:endParaRPr>
          </a:p>
          <a:p>
            <a:pPr eaLnBrk="1" hangingPunct="1">
              <a:lnSpc>
                <a:spcPct val="80000"/>
              </a:lnSpc>
            </a:pPr>
            <a:r>
              <a:rPr lang="zh-CN" altLang="en-US" sz="900" dirty="0">
                <a:ea typeface="宋体" panose="02010600030101010101" pitchFamily="2" charset="-122"/>
              </a:rPr>
              <a:t>原本的</a:t>
            </a:r>
            <a:r>
              <a:rPr lang="en-US" altLang="zh-CN" sz="900" dirty="0">
                <a:ea typeface="宋体" panose="02010600030101010101" pitchFamily="2" charset="-122"/>
              </a:rPr>
              <a:t>ENIAC</a:t>
            </a:r>
            <a:r>
              <a:rPr lang="zh-CN" altLang="en-US" sz="900" dirty="0">
                <a:ea typeface="宋体" panose="02010600030101010101" pitchFamily="2" charset="-122"/>
              </a:rPr>
              <a:t>存在两个问题没有存储器且它用布线接板进行控制，甚至要搭接几天，计算速度也就被这一工作抵消了。</a:t>
            </a:r>
            <a:r>
              <a:rPr lang="en-US" altLang="zh-CN" sz="900" dirty="0">
                <a:ea typeface="宋体" panose="02010600030101010101" pitchFamily="2" charset="-122"/>
              </a:rPr>
              <a:t>1945</a:t>
            </a:r>
            <a:r>
              <a:rPr lang="zh-CN" altLang="en-US" sz="900" dirty="0">
                <a:ea typeface="宋体" panose="02010600030101010101" pitchFamily="2" charset="-122"/>
              </a:rPr>
              <a:t>年，冯</a:t>
            </a:r>
            <a:r>
              <a:rPr lang="en-US" altLang="zh-CN" sz="900" dirty="0">
                <a:ea typeface="宋体" panose="02010600030101010101" pitchFamily="2" charset="-122"/>
              </a:rPr>
              <a:t>·</a:t>
            </a:r>
            <a:r>
              <a:rPr lang="zh-CN" altLang="en-US" sz="900" dirty="0">
                <a:ea typeface="宋体" panose="02010600030101010101" pitchFamily="2" charset="-122"/>
              </a:rPr>
              <a:t>诺依曼和他的研制小组在共同讨论的基础上，发表了一个全新的“存储程序通用电子计算机方案”</a:t>
            </a:r>
            <a:r>
              <a:rPr lang="en-US" altLang="zh-CN" sz="900" dirty="0">
                <a:ea typeface="宋体" panose="02010600030101010101" pitchFamily="2" charset="-122"/>
              </a:rPr>
              <a:t>——</a:t>
            </a:r>
            <a:r>
              <a:rPr lang="en-US" altLang="zh-CN" sz="900" dirty="0">
                <a:ea typeface="宋体" panose="02010600030101010101" pitchFamily="2" charset="-122"/>
                <a:hlinkClick r:id="rId4"/>
              </a:rPr>
              <a:t>EDVAC</a:t>
            </a:r>
            <a:r>
              <a:rPr lang="zh-CN" altLang="en-US" sz="900" dirty="0">
                <a:ea typeface="宋体" panose="02010600030101010101" pitchFamily="2" charset="-122"/>
              </a:rPr>
              <a:t>（</a:t>
            </a:r>
            <a:r>
              <a:rPr lang="en-US" altLang="zh-CN" sz="900" dirty="0">
                <a:ea typeface="宋体" panose="02010600030101010101" pitchFamily="2" charset="-122"/>
              </a:rPr>
              <a:t>Electronic Discrete Variable Automatic Computer</a:t>
            </a:r>
            <a:r>
              <a:rPr lang="zh-CN" altLang="en-US" sz="900" dirty="0">
                <a:ea typeface="宋体" panose="02010600030101010101" pitchFamily="2" charset="-122"/>
              </a:rPr>
              <a:t>）在此过程中他对计算机的许多关键性问题的解决作出了重要贡献，从而保证了计算机的顺利问世。</a:t>
            </a:r>
            <a:endParaRPr lang="en-US" altLang="zh-CN" sz="900" dirty="0">
              <a:ea typeface="宋体" panose="02010600030101010101" pitchFamily="2" charset="-122"/>
            </a:endParaRPr>
          </a:p>
          <a:p>
            <a:pPr eaLnBrk="1" hangingPunct="1">
              <a:lnSpc>
                <a:spcPct val="80000"/>
              </a:lnSpc>
            </a:pPr>
            <a:endParaRPr lang="en-US" altLang="zh-CN" sz="900" dirty="0">
              <a:ea typeface="宋体" panose="02010600030101010101" pitchFamily="2" charset="-122"/>
            </a:endParaRPr>
          </a:p>
          <a:p>
            <a:pPr eaLnBrk="1" hangingPunct="1">
              <a:lnSpc>
                <a:spcPct val="80000"/>
              </a:lnSpc>
            </a:pPr>
            <a:r>
              <a:rPr lang="en-US" altLang="zh-CN" sz="900" dirty="0">
                <a:ea typeface="宋体" panose="02010600030101010101" pitchFamily="2" charset="-122"/>
              </a:rPr>
              <a:t>ENIAC</a:t>
            </a:r>
            <a:r>
              <a:rPr lang="zh-CN" altLang="en-US" sz="900" dirty="0">
                <a:ea typeface="宋体" panose="02010600030101010101" pitchFamily="2" charset="-122"/>
              </a:rPr>
              <a:t>每秒能进行</a:t>
            </a:r>
            <a:r>
              <a:rPr lang="en-US" altLang="zh-CN" sz="900" dirty="0">
                <a:ea typeface="宋体" panose="02010600030101010101" pitchFamily="2" charset="-122"/>
              </a:rPr>
              <a:t>5000</a:t>
            </a:r>
            <a:r>
              <a:rPr lang="zh-CN" altLang="en-US" sz="900" dirty="0">
                <a:ea typeface="宋体" panose="02010600030101010101" pitchFamily="2" charset="-122"/>
              </a:rPr>
              <a:t>次加法运算（据测算，人最快的运算速度每秒仅 </a:t>
            </a:r>
            <a:r>
              <a:rPr lang="en-US" altLang="zh-CN" sz="900" dirty="0">
                <a:ea typeface="宋体" panose="02010600030101010101" pitchFamily="2" charset="-122"/>
              </a:rPr>
              <a:t>5</a:t>
            </a:r>
            <a:r>
              <a:rPr lang="zh-CN" altLang="en-US" sz="900" dirty="0">
                <a:ea typeface="宋体" panose="02010600030101010101" pitchFamily="2" charset="-122"/>
              </a:rPr>
              <a:t>次加法运算），每秒</a:t>
            </a:r>
            <a:r>
              <a:rPr lang="en-US" altLang="zh-CN" sz="900" dirty="0">
                <a:ea typeface="宋体" panose="02010600030101010101" pitchFamily="2" charset="-122"/>
              </a:rPr>
              <a:t>400</a:t>
            </a:r>
            <a:r>
              <a:rPr lang="zh-CN" altLang="en-US" sz="900" dirty="0">
                <a:ea typeface="宋体" panose="02010600030101010101" pitchFamily="2" charset="-122"/>
              </a:rPr>
              <a:t>次乘法运算。它还能进行平方和立方运算，计算</a:t>
            </a:r>
            <a:r>
              <a:rPr lang="zh-CN" altLang="en-US" sz="900" dirty="0">
                <a:ea typeface="宋体" panose="02010600030101010101" pitchFamily="2" charset="-122"/>
                <a:hlinkClick r:id="rId5"/>
              </a:rPr>
              <a:t>正弦</a:t>
            </a:r>
            <a:r>
              <a:rPr lang="zh-CN" altLang="en-US" sz="900" dirty="0">
                <a:ea typeface="宋体" panose="02010600030101010101" pitchFamily="2" charset="-122"/>
              </a:rPr>
              <a:t>和</a:t>
            </a:r>
            <a:r>
              <a:rPr lang="zh-CN" altLang="en-US" sz="900" dirty="0">
                <a:ea typeface="宋体" panose="02010600030101010101" pitchFamily="2" charset="-122"/>
                <a:hlinkClick r:id="rId6"/>
              </a:rPr>
              <a:t>余弦</a:t>
            </a:r>
            <a:r>
              <a:rPr lang="zh-CN" altLang="en-US" sz="900" dirty="0">
                <a:ea typeface="宋体" panose="02010600030101010101" pitchFamily="2" charset="-122"/>
              </a:rPr>
              <a:t>等</a:t>
            </a:r>
            <a:r>
              <a:rPr lang="zh-CN" altLang="en-US" sz="900" dirty="0">
                <a:ea typeface="宋体" panose="02010600030101010101" pitchFamily="2" charset="-122"/>
                <a:hlinkClick r:id="rId7"/>
              </a:rPr>
              <a:t>三角函数</a:t>
            </a:r>
            <a:r>
              <a:rPr lang="zh-CN" altLang="en-US" sz="900" dirty="0">
                <a:ea typeface="宋体" panose="02010600030101010101" pitchFamily="2" charset="-122"/>
              </a:rPr>
              <a:t>的值及其它一些更复杂的运算。</a:t>
            </a:r>
          </a:p>
          <a:p>
            <a:pPr eaLnBrk="1" hangingPunct="1">
              <a:lnSpc>
                <a:spcPct val="80000"/>
              </a:lnSpc>
            </a:pPr>
            <a:r>
              <a:rPr lang="zh-CN" altLang="en-US" sz="900" dirty="0">
                <a:ea typeface="宋体" panose="02010600030101010101" pitchFamily="2" charset="-122"/>
              </a:rPr>
              <a:t>以我们的眼光来看，这当然很微不足道。但这在当时可是很了不起的成就！原来需要</a:t>
            </a:r>
            <a:r>
              <a:rPr lang="en-US" altLang="zh-CN" sz="900" dirty="0">
                <a:ea typeface="宋体" panose="02010600030101010101" pitchFamily="2" charset="-122"/>
              </a:rPr>
              <a:t>20</a:t>
            </a:r>
            <a:r>
              <a:rPr lang="zh-CN" altLang="en-US" sz="900" dirty="0">
                <a:ea typeface="宋体" panose="02010600030101010101" pitchFamily="2" charset="-122"/>
              </a:rPr>
              <a:t>多分钟时间才能计算出来的一条弹道，现在只要短短的</a:t>
            </a:r>
            <a:r>
              <a:rPr lang="en-US" altLang="zh-CN" sz="900" dirty="0">
                <a:ea typeface="宋体" panose="02010600030101010101" pitchFamily="2" charset="-122"/>
              </a:rPr>
              <a:t>30</a:t>
            </a:r>
            <a:r>
              <a:rPr lang="zh-CN" altLang="en-US" sz="900" dirty="0">
                <a:ea typeface="宋体" panose="02010600030101010101" pitchFamily="2" charset="-122"/>
              </a:rPr>
              <a:t>秒！这可一下子缓解了当时极为严重的计算速度大大落后于实际要求的问题。</a:t>
            </a:r>
            <a:endParaRPr lang="en-US" altLang="zh-CN" sz="900" dirty="0">
              <a:ea typeface="宋体" panose="02010600030101010101" pitchFamily="2" charset="-122"/>
            </a:endParaRPr>
          </a:p>
          <a:p>
            <a:pPr eaLnBrk="1" hangingPunct="1">
              <a:lnSpc>
                <a:spcPct val="80000"/>
              </a:lnSpc>
            </a:pPr>
            <a:endParaRPr lang="en-US" altLang="zh-CN" sz="900" dirty="0">
              <a:ea typeface="宋体" panose="02010600030101010101" pitchFamily="2" charset="-122"/>
            </a:endParaRPr>
          </a:p>
          <a:p>
            <a:pPr eaLnBrk="1" hangingPunct="1">
              <a:lnSpc>
                <a:spcPct val="80000"/>
              </a:lnSpc>
            </a:pPr>
            <a:r>
              <a:rPr lang="zh-CN" altLang="en-US" sz="900" dirty="0">
                <a:ea typeface="宋体" panose="02010600030101010101" pitchFamily="2" charset="-122"/>
              </a:rPr>
              <a:t>现在世界上最快的超级计算机是由中国出资的天河二号，运行速度为每秒</a:t>
            </a:r>
            <a:r>
              <a:rPr lang="en-US" altLang="zh-CN" sz="900" dirty="0">
                <a:ea typeface="宋体" panose="02010600030101010101" pitchFamily="2" charset="-122"/>
              </a:rPr>
              <a:t>5.49</a:t>
            </a:r>
            <a:r>
              <a:rPr lang="zh-CN" altLang="en-US" sz="900" dirty="0">
                <a:ea typeface="宋体" panose="02010600030101010101" pitchFamily="2" charset="-122"/>
              </a:rPr>
              <a:t>亿亿次浮点计算！</a:t>
            </a:r>
            <a:endParaRPr lang="en-US" altLang="zh-CN" sz="900" dirty="0">
              <a:ea typeface="宋体" panose="02010600030101010101" pitchFamily="2" charset="-122"/>
            </a:endParaRPr>
          </a:p>
          <a:p>
            <a:pPr eaLnBrk="1" hangingPunct="1">
              <a:lnSpc>
                <a:spcPct val="80000"/>
              </a:lnSpc>
            </a:pPr>
            <a:endParaRPr lang="en-US" altLang="zh-CN" sz="900" dirty="0">
              <a:ea typeface="宋体" panose="02010600030101010101" pitchFamily="2" charset="-122"/>
            </a:endParaRPr>
          </a:p>
          <a:p>
            <a:pPr eaLnBrk="1" hangingPunct="1">
              <a:lnSpc>
                <a:spcPct val="80000"/>
              </a:lnSpc>
            </a:pPr>
            <a:r>
              <a:rPr lang="zh-CN" altLang="en-US" sz="900" dirty="0">
                <a:ea typeface="宋体" panose="02010600030101010101" pitchFamily="2" charset="-122"/>
              </a:rPr>
              <a:t>经证实，世界上的第一台计算机应为“</a:t>
            </a:r>
            <a:r>
              <a:rPr lang="en-US" altLang="zh-CN" sz="900" dirty="0">
                <a:ea typeface="宋体" panose="02010600030101010101" pitchFamily="2" charset="-122"/>
                <a:hlinkClick r:id="rId8"/>
              </a:rPr>
              <a:t>ABC</a:t>
            </a:r>
            <a:r>
              <a:rPr lang="zh-CN" altLang="en-US" sz="900" dirty="0">
                <a:ea typeface="宋体" panose="02010600030101010101" pitchFamily="2" charset="-122"/>
              </a:rPr>
              <a:t>”。</a:t>
            </a:r>
            <a:r>
              <a:rPr lang="en-US" altLang="zh-CN" sz="900" dirty="0">
                <a:ea typeface="宋体" panose="02010600030101010101" pitchFamily="2" charset="-122"/>
              </a:rPr>
              <a:t>1941</a:t>
            </a:r>
            <a:r>
              <a:rPr lang="zh-CN" altLang="en-US" sz="900" dirty="0">
                <a:ea typeface="宋体" panose="02010600030101010101" pitchFamily="2" charset="-122"/>
              </a:rPr>
              <a:t>年，“</a:t>
            </a:r>
            <a:r>
              <a:rPr lang="en-US" altLang="zh-CN" sz="900" dirty="0">
                <a:ea typeface="宋体" panose="02010600030101010101" pitchFamily="2" charset="-122"/>
              </a:rPr>
              <a:t>ENIAC”</a:t>
            </a:r>
            <a:r>
              <a:rPr lang="zh-CN" altLang="en-US" sz="900" dirty="0">
                <a:ea typeface="宋体" panose="02010600030101010101" pitchFamily="2" charset="-122"/>
              </a:rPr>
              <a:t>的发明者之一莫科里在阿坦纳索夫家借住</a:t>
            </a:r>
            <a:r>
              <a:rPr lang="en-US" altLang="zh-CN" sz="900" dirty="0">
                <a:ea typeface="宋体" panose="02010600030101010101" pitchFamily="2" charset="-122"/>
              </a:rPr>
              <a:t>5</a:t>
            </a:r>
            <a:r>
              <a:rPr lang="zh-CN" altLang="en-US" sz="900" dirty="0">
                <a:ea typeface="宋体" panose="02010600030101010101" pitchFamily="2" charset="-122"/>
              </a:rPr>
              <a:t>天，借此机会盗取了研究成果及想法，之后与埃克特一起制造了“</a:t>
            </a:r>
            <a:r>
              <a:rPr lang="en-US" altLang="zh-CN" sz="900" dirty="0">
                <a:ea typeface="宋体" panose="02010600030101010101" pitchFamily="2" charset="-122"/>
              </a:rPr>
              <a:t>ENIAC”</a:t>
            </a:r>
            <a:r>
              <a:rPr lang="zh-CN" altLang="en-US" sz="900" dirty="0">
                <a:ea typeface="宋体" panose="02010600030101010101" pitchFamily="2" charset="-122"/>
              </a:rPr>
              <a:t>并申请了专利，被世人称为“现代计算机之父”而阿坦纳索夫并未重视自己的重大发明“</a:t>
            </a:r>
            <a:r>
              <a:rPr lang="en-US" altLang="zh-CN" sz="900" dirty="0">
                <a:ea typeface="宋体" panose="02010600030101010101" pitchFamily="2" charset="-122"/>
              </a:rPr>
              <a:t>ABC”</a:t>
            </a:r>
            <a:r>
              <a:rPr lang="zh-CN" altLang="en-US" sz="900" dirty="0">
                <a:ea typeface="宋体" panose="02010600030101010101" pitchFamily="2" charset="-122"/>
              </a:rPr>
              <a:t>，学校也没有重视此项发明，并拆掉了“</a:t>
            </a:r>
            <a:r>
              <a:rPr lang="en-US" altLang="zh-CN" sz="900" dirty="0">
                <a:ea typeface="宋体" panose="02010600030101010101" pitchFamily="2" charset="-122"/>
              </a:rPr>
              <a:t>ABC”</a:t>
            </a:r>
            <a:r>
              <a:rPr lang="zh-CN" altLang="en-US" sz="900" dirty="0">
                <a:ea typeface="宋体" panose="02010600030101010101" pitchFamily="2" charset="-122"/>
              </a:rPr>
              <a:t>。后经过美国法院判决，推翻并吊销了莫科里的专利，“现代计算机的基本想法是来自约翰</a:t>
            </a:r>
            <a:r>
              <a:rPr lang="en-US" altLang="zh-CN" sz="900" dirty="0">
                <a:ea typeface="宋体" panose="02010600030101010101" pitchFamily="2" charset="-122"/>
              </a:rPr>
              <a:t>-</a:t>
            </a:r>
            <a:r>
              <a:rPr lang="zh-CN" altLang="en-US" sz="900" dirty="0">
                <a:ea typeface="宋体" panose="02010600030101010101" pitchFamily="2" charset="-122"/>
              </a:rPr>
              <a:t>文森特</a:t>
            </a:r>
            <a:r>
              <a:rPr lang="en-US" altLang="zh-CN" sz="900" dirty="0">
                <a:ea typeface="宋体" panose="02010600030101010101" pitchFamily="2" charset="-122"/>
              </a:rPr>
              <a:t>-</a:t>
            </a:r>
            <a:r>
              <a:rPr lang="zh-CN" altLang="en-US" sz="900" dirty="0">
                <a:ea typeface="宋体" panose="02010600030101010101" pitchFamily="2" charset="-122"/>
              </a:rPr>
              <a:t>阿坦纳索夫。</a:t>
            </a:r>
          </a:p>
          <a:p>
            <a:pPr eaLnBrk="1" hangingPunct="1">
              <a:lnSpc>
                <a:spcPct val="80000"/>
              </a:lnSpc>
            </a:pPr>
            <a:endParaRPr lang="zh-CN" altLang="en-US" sz="900" dirty="0">
              <a:ea typeface="宋体" panose="02010600030101010101" pitchFamily="2" charset="-122"/>
            </a:endParaRPr>
          </a:p>
        </p:txBody>
      </p:sp>
      <p:sp>
        <p:nvSpPr>
          <p:cNvPr id="1187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AAB403E2-CBF6-47F0-A875-8EAE8563B882}" type="slidenum">
              <a:rPr kumimoji="1" altLang="en-US" sz="1200">
                <a:latin typeface="Times New Roman" panose="02020603050405020304" pitchFamily="18" charset="0"/>
              </a:rPr>
              <a:t>15</a:t>
            </a:fld>
            <a:endParaRPr kumimoji="1" lang="zh-CN" altLang="zh-CN" sz="120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p:sp>
      <p:sp>
        <p:nvSpPr>
          <p:cNvPr id="121859" name="备注占位符 2"/>
          <p:cNvSpPr>
            <a:spLocks noGrp="1"/>
          </p:cNvSpPr>
          <p:nvPr>
            <p:ph type="body" idx="1"/>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ea typeface="宋体" panose="02010600030101010101" pitchFamily="2" charset="-122"/>
              </a:rPr>
              <a:t>2017</a:t>
            </a:r>
            <a:r>
              <a:rPr lang="zh-CN" altLang="en-US" dirty="0">
                <a:ea typeface="宋体" panose="02010600030101010101" pitchFamily="2" charset="-122"/>
              </a:rPr>
              <a:t>年</a:t>
            </a:r>
            <a:r>
              <a:rPr lang="en-US" altLang="zh-CN" dirty="0">
                <a:ea typeface="宋体" panose="02010600030101010101" pitchFamily="2" charset="-122"/>
              </a:rPr>
              <a:t>11</a:t>
            </a:r>
            <a:r>
              <a:rPr lang="zh-CN" altLang="en-US" dirty="0">
                <a:ea typeface="宋体" panose="02010600030101010101" pitchFamily="2" charset="-122"/>
              </a:rPr>
              <a:t>月</a:t>
            </a:r>
            <a:r>
              <a:rPr lang="en-US" altLang="zh-CN" dirty="0">
                <a:ea typeface="宋体" panose="02010600030101010101" pitchFamily="2" charset="-122"/>
              </a:rPr>
              <a:t>13</a:t>
            </a:r>
            <a:r>
              <a:rPr lang="zh-CN" altLang="en-US" dirty="0">
                <a:ea typeface="宋体" panose="02010600030101010101" pitchFamily="2" charset="-122"/>
              </a:rPr>
              <a:t>日，新一期全球超级计算机</a:t>
            </a:r>
            <a:r>
              <a:rPr lang="en-US" altLang="zh-CN" dirty="0">
                <a:ea typeface="宋体" panose="02010600030101010101" pitchFamily="2" charset="-122"/>
              </a:rPr>
              <a:t>500</a:t>
            </a:r>
            <a:r>
              <a:rPr lang="zh-CN" altLang="en-US" dirty="0">
                <a:ea typeface="宋体" panose="02010600030101010101" pitchFamily="2" charset="-122"/>
              </a:rPr>
              <a:t>强榜单发布，中国超级计算机“神威</a:t>
            </a:r>
            <a:r>
              <a:rPr lang="en-US" altLang="zh-CN" dirty="0">
                <a:ea typeface="宋体" panose="02010600030101010101" pitchFamily="2" charset="-122"/>
              </a:rPr>
              <a:t>·</a:t>
            </a:r>
            <a:r>
              <a:rPr lang="zh-CN" altLang="en-US" dirty="0">
                <a:ea typeface="宋体" panose="02010600030101010101" pitchFamily="2" charset="-122"/>
              </a:rPr>
              <a:t>太湖之光”和“天河二号”连续第四次分列冠亚军，且中国超级计算机上榜总数又一次反超美国，夺得第一。此次中国“神威</a:t>
            </a:r>
            <a:r>
              <a:rPr lang="en-US" altLang="zh-CN" dirty="0">
                <a:ea typeface="宋体" panose="02010600030101010101" pitchFamily="2" charset="-122"/>
              </a:rPr>
              <a:t>·</a:t>
            </a:r>
            <a:r>
              <a:rPr lang="zh-CN" altLang="en-US" dirty="0">
                <a:ea typeface="宋体" panose="02010600030101010101" pitchFamily="2" charset="-122"/>
              </a:rPr>
              <a:t>太湖之光”和“天河二号”再次领跑，其浮点运算速度分别为每秒</a:t>
            </a:r>
            <a:r>
              <a:rPr lang="en-US" altLang="zh-CN" dirty="0">
                <a:ea typeface="宋体" panose="02010600030101010101" pitchFamily="2" charset="-122"/>
              </a:rPr>
              <a:t>9.3</a:t>
            </a:r>
            <a:r>
              <a:rPr lang="zh-CN" altLang="en-US" dirty="0">
                <a:ea typeface="宋体" panose="02010600030101010101" pitchFamily="2" charset="-122"/>
              </a:rPr>
              <a:t>亿亿次和每秒</a:t>
            </a:r>
            <a:r>
              <a:rPr lang="en-US" altLang="zh-CN" dirty="0">
                <a:ea typeface="宋体" panose="02010600030101010101" pitchFamily="2" charset="-122"/>
              </a:rPr>
              <a:t>3.39</a:t>
            </a:r>
            <a:r>
              <a:rPr lang="zh-CN" altLang="en-US" dirty="0">
                <a:ea typeface="宋体" panose="02010600030101010101" pitchFamily="2" charset="-122"/>
              </a:rPr>
              <a:t>亿亿次。</a:t>
            </a:r>
            <a:endParaRPr lang="en-US" altLang="zh-CN" dirty="0">
              <a:ea typeface="宋体" panose="02010600030101010101" pitchFamily="2" charset="-122"/>
            </a:endParaRPr>
          </a:p>
          <a:p>
            <a:pPr eaLnBrk="1" hangingPunct="1"/>
            <a:r>
              <a:rPr lang="zh-CN" altLang="en-US" sz="1200" b="0" i="0" kern="1200" dirty="0">
                <a:solidFill>
                  <a:schemeClr val="tx1"/>
                </a:solidFill>
                <a:effectLst/>
                <a:latin typeface="Arial" panose="020B0604020202020204" pitchFamily="34" charset="0"/>
              </a:rPr>
              <a:t>据称，“神威</a:t>
            </a:r>
            <a:r>
              <a:rPr lang="en-US" altLang="zh-CN" sz="1200" b="0" i="0" kern="1200" dirty="0">
                <a:solidFill>
                  <a:schemeClr val="tx1"/>
                </a:solidFill>
                <a:effectLst/>
                <a:latin typeface="Arial" panose="020B0604020202020204" pitchFamily="34" charset="0"/>
              </a:rPr>
              <a:t>·</a:t>
            </a:r>
            <a:r>
              <a:rPr lang="zh-CN" altLang="en-US" sz="1200" b="0" i="0" kern="1200" dirty="0">
                <a:solidFill>
                  <a:schemeClr val="tx1"/>
                </a:solidFill>
                <a:effectLst/>
                <a:latin typeface="Arial" panose="020B0604020202020204" pitchFamily="34" charset="0"/>
              </a:rPr>
              <a:t>太湖之光”超级计算机的峰值运算能力已达到每秒</a:t>
            </a:r>
            <a:r>
              <a:rPr lang="en-US" altLang="zh-CN" sz="1200" b="0" i="0" kern="1200" dirty="0">
                <a:solidFill>
                  <a:schemeClr val="tx1"/>
                </a:solidFill>
                <a:effectLst/>
                <a:latin typeface="Arial" panose="020B0604020202020204" pitchFamily="34" charset="0"/>
              </a:rPr>
              <a:t>12.5</a:t>
            </a:r>
            <a:r>
              <a:rPr lang="zh-CN" altLang="en-US" sz="1200" b="0" i="0" kern="1200" dirty="0">
                <a:solidFill>
                  <a:schemeClr val="tx1"/>
                </a:solidFill>
                <a:effectLst/>
                <a:latin typeface="Arial" panose="020B0604020202020204" pitchFamily="34" charset="0"/>
              </a:rPr>
              <a:t>亿亿次，常规运算能力每秒</a:t>
            </a:r>
            <a:r>
              <a:rPr lang="en-US" altLang="zh-CN" sz="1200" b="0" i="0" kern="1200" dirty="0">
                <a:solidFill>
                  <a:schemeClr val="tx1"/>
                </a:solidFill>
                <a:effectLst/>
                <a:latin typeface="Arial" panose="020B0604020202020204" pitchFamily="34" charset="0"/>
              </a:rPr>
              <a:t>9.3</a:t>
            </a:r>
            <a:r>
              <a:rPr lang="zh-CN" altLang="en-US" sz="1200" b="0" i="0" kern="1200" dirty="0">
                <a:solidFill>
                  <a:schemeClr val="tx1"/>
                </a:solidFill>
                <a:effectLst/>
                <a:latin typeface="Arial" panose="020B0604020202020204" pitchFamily="34" charset="0"/>
              </a:rPr>
              <a:t>亿亿次，是美国“泰坦”的</a:t>
            </a:r>
            <a:r>
              <a:rPr lang="en-US" altLang="zh-CN" sz="1200" b="0" i="0" kern="1200" dirty="0">
                <a:solidFill>
                  <a:schemeClr val="tx1"/>
                </a:solidFill>
                <a:effectLst/>
                <a:latin typeface="Arial" panose="020B0604020202020204" pitchFamily="34" charset="0"/>
              </a:rPr>
              <a:t>6</a:t>
            </a:r>
            <a:r>
              <a:rPr lang="zh-CN" altLang="en-US" sz="1200" b="0" i="0" kern="1200" dirty="0">
                <a:solidFill>
                  <a:schemeClr val="tx1"/>
                </a:solidFill>
                <a:effectLst/>
                <a:latin typeface="Arial" panose="020B0604020202020204" pitchFamily="34" charset="0"/>
              </a:rPr>
              <a:t>倍，是中国“天河二号”的</a:t>
            </a:r>
            <a:r>
              <a:rPr lang="en-US" altLang="zh-CN" sz="1200" b="0" i="0" kern="1200" dirty="0">
                <a:solidFill>
                  <a:schemeClr val="tx1"/>
                </a:solidFill>
                <a:effectLst/>
                <a:latin typeface="Arial" panose="020B0604020202020204" pitchFamily="34" charset="0"/>
              </a:rPr>
              <a:t>3</a:t>
            </a:r>
            <a:r>
              <a:rPr lang="zh-CN" altLang="en-US" sz="1200" b="0" i="0" kern="1200" dirty="0">
                <a:solidFill>
                  <a:schemeClr val="tx1"/>
                </a:solidFill>
                <a:effectLst/>
                <a:latin typeface="Arial" panose="020B0604020202020204" pitchFamily="34" charset="0"/>
              </a:rPr>
              <a:t>倍。简单来讲，“神威</a:t>
            </a:r>
            <a:r>
              <a:rPr lang="en-US" altLang="zh-CN" sz="1200" b="0" i="0" kern="1200" dirty="0">
                <a:solidFill>
                  <a:schemeClr val="tx1"/>
                </a:solidFill>
                <a:effectLst/>
                <a:latin typeface="Arial" panose="020B0604020202020204" pitchFamily="34" charset="0"/>
              </a:rPr>
              <a:t>·</a:t>
            </a:r>
            <a:r>
              <a:rPr lang="zh-CN" altLang="en-US" sz="1200" b="0" i="0" kern="1200" dirty="0">
                <a:solidFill>
                  <a:schemeClr val="tx1"/>
                </a:solidFill>
                <a:effectLst/>
                <a:latin typeface="Arial" panose="020B0604020202020204" pitchFamily="34" charset="0"/>
              </a:rPr>
              <a:t>太湖之光”每分钟的运算能力相当于</a:t>
            </a:r>
            <a:r>
              <a:rPr lang="en-US" altLang="zh-CN" sz="1200" b="0" i="0" kern="1200" dirty="0">
                <a:solidFill>
                  <a:schemeClr val="tx1"/>
                </a:solidFill>
                <a:effectLst/>
                <a:latin typeface="Arial" panose="020B0604020202020204" pitchFamily="34" charset="0"/>
              </a:rPr>
              <a:t>70</a:t>
            </a:r>
            <a:r>
              <a:rPr lang="zh-CN" altLang="en-US" sz="1200" b="0" i="0" kern="1200" dirty="0">
                <a:solidFill>
                  <a:schemeClr val="tx1"/>
                </a:solidFill>
                <a:effectLst/>
                <a:latin typeface="Arial" panose="020B0604020202020204" pitchFamily="34" charset="0"/>
              </a:rPr>
              <a:t>亿人同时用计算机连续计算</a:t>
            </a:r>
            <a:r>
              <a:rPr lang="en-US" altLang="zh-CN" sz="1200" b="0" i="0" kern="1200" dirty="0">
                <a:solidFill>
                  <a:schemeClr val="tx1"/>
                </a:solidFill>
                <a:effectLst/>
                <a:latin typeface="Arial" panose="020B0604020202020204" pitchFamily="34" charset="0"/>
              </a:rPr>
              <a:t>30</a:t>
            </a:r>
            <a:r>
              <a:rPr lang="zh-CN" altLang="en-US" sz="1200" b="0" i="0" kern="1200" dirty="0">
                <a:solidFill>
                  <a:schemeClr val="tx1"/>
                </a:solidFill>
                <a:effectLst/>
                <a:latin typeface="Arial" panose="020B0604020202020204" pitchFamily="34" charset="0"/>
              </a:rPr>
              <a:t>年，这台计算机的整体运算能力已是</a:t>
            </a:r>
            <a:r>
              <a:rPr lang="en-US" altLang="zh-CN" sz="1200" b="0" i="0" kern="1200" dirty="0">
                <a:solidFill>
                  <a:schemeClr val="tx1"/>
                </a:solidFill>
                <a:effectLst/>
                <a:latin typeface="Arial" panose="020B0604020202020204" pitchFamily="34" charset="0"/>
              </a:rPr>
              <a:t>《</a:t>
            </a:r>
            <a:r>
              <a:rPr lang="zh-CN" altLang="en-US" sz="1200" b="0" i="0" kern="1200" dirty="0">
                <a:solidFill>
                  <a:schemeClr val="tx1"/>
                </a:solidFill>
                <a:effectLst/>
                <a:latin typeface="Arial" panose="020B0604020202020204" pitchFamily="34" charset="0"/>
              </a:rPr>
              <a:t>三体</a:t>
            </a:r>
            <a:r>
              <a:rPr lang="en-US" altLang="zh-CN" sz="1200" b="0" i="0" kern="1200" dirty="0">
                <a:solidFill>
                  <a:schemeClr val="tx1"/>
                </a:solidFill>
                <a:effectLst/>
                <a:latin typeface="Arial" panose="020B0604020202020204" pitchFamily="34" charset="0"/>
              </a:rPr>
              <a:t>》</a:t>
            </a:r>
            <a:r>
              <a:rPr lang="zh-CN" altLang="en-US" sz="1200" b="0" i="0" kern="1200" dirty="0">
                <a:solidFill>
                  <a:schemeClr val="tx1"/>
                </a:solidFill>
                <a:effectLst/>
                <a:latin typeface="Arial" panose="020B0604020202020204" pitchFamily="34" charset="0"/>
              </a:rPr>
              <a:t>小说中所描述计算机的</a:t>
            </a:r>
            <a:r>
              <a:rPr lang="en-US" altLang="zh-CN" sz="1200" b="0" i="0" kern="1200" dirty="0">
                <a:solidFill>
                  <a:schemeClr val="tx1"/>
                </a:solidFill>
                <a:effectLst/>
                <a:latin typeface="Arial" panose="020B0604020202020204" pitchFamily="34" charset="0"/>
              </a:rPr>
              <a:t>186</a:t>
            </a:r>
            <a:r>
              <a:rPr lang="zh-CN" altLang="en-US" sz="1200" b="0" i="0" kern="1200" dirty="0">
                <a:solidFill>
                  <a:schemeClr val="tx1"/>
                </a:solidFill>
                <a:effectLst/>
                <a:latin typeface="Arial" panose="020B0604020202020204" pitchFamily="34" charset="0"/>
              </a:rPr>
              <a:t>倍。</a:t>
            </a:r>
            <a:endParaRPr lang="zh-CN" altLang="en-US" dirty="0">
              <a:ea typeface="宋体" panose="02010600030101010101" pitchFamily="2" charset="-122"/>
            </a:endParaRPr>
          </a:p>
        </p:txBody>
      </p:sp>
      <p:sp>
        <p:nvSpPr>
          <p:cNvPr id="1218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B8B1B01B-5F55-4730-8E0D-D31F54AE48EA}" type="slidenum">
              <a:rPr kumimoji="1" altLang="en-US" sz="1200">
                <a:latin typeface="Times New Roman" panose="02020603050405020304" pitchFamily="18" charset="0"/>
              </a:rPr>
              <a:t>16</a:t>
            </a:fld>
            <a:endParaRPr kumimoji="1" lang="zh-CN" altLang="zh-CN" sz="120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a:t>集成电路，英文为</a:t>
            </a:r>
            <a:r>
              <a:rPr lang="en-US" altLang="zh-CN" dirty="0"/>
              <a:t>Integrated Circuit</a:t>
            </a:r>
            <a:r>
              <a:rPr lang="zh-CN" altLang="en-US" dirty="0"/>
              <a:t>，缩写为</a:t>
            </a:r>
            <a:r>
              <a:rPr lang="en-US" altLang="zh-CN" dirty="0"/>
              <a:t>IC</a:t>
            </a:r>
            <a:r>
              <a:rPr lang="zh-CN" altLang="en-US" dirty="0"/>
              <a:t>；顾名思义，就是把一定数量的常用电子元件，如电阻、电容、晶体管等，以及这些元件之间的连线，通过半导体工艺集成在一起的具有特定功能的电路。</a:t>
            </a:r>
          </a:p>
        </p:txBody>
      </p:sp>
      <p:sp>
        <p:nvSpPr>
          <p:cNvPr id="4" name="灯片编号占位符 3"/>
          <p:cNvSpPr>
            <a:spLocks noGrp="1"/>
          </p:cNvSpPr>
          <p:nvPr>
            <p:ph type="sldNum" sz="quarter" idx="10"/>
          </p:nvPr>
        </p:nvSpPr>
        <p:spPr/>
        <p:txBody>
          <a:bodyPr/>
          <a:lstStyle/>
          <a:p>
            <a:pPr>
              <a:defRPr/>
            </a:pPr>
            <a:fld id="{A8E32473-BC00-4FDF-90DF-D4D16A9824EC}" type="slidenum">
              <a:rPr lang="en-US" altLang="zh-CN" smtClean="0"/>
              <a:t>17</a:t>
            </a:fld>
            <a:endParaRPr lang="zh-CN"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23906" name="Rectangle 8"/>
          <p:cNvSpPr>
            <a:spLocks noGrp="1" noChangeArrowheads="1"/>
          </p:cNvSpPr>
          <p:nvPr/>
        </p:nvSpPr>
        <p:spPr bwMode="auto">
          <a:xfrm>
            <a:off x="73025"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23907" name="Rectangle 2"/>
          <p:cNvSpPr>
            <a:spLocks noGrp="1" noRot="1" noChangeAspect="1" noChangeArrowheads="1" noTextEdit="1"/>
          </p:cNvSpPr>
          <p:nvPr>
            <p:ph type="sldImg" idx="4294967295"/>
          </p:nvPr>
        </p:nvSpPr>
        <p:spPr>
          <a:xfrm>
            <a:off x="2147483647" y="-2147483648"/>
            <a:ext cx="0" cy="2147011200"/>
          </a:xfrm>
          <a:ln w="12700">
            <a:solidFill>
              <a:srgbClr val="000000"/>
            </a:solidFill>
            <a:bevel/>
          </a:ln>
        </p:spPr>
      </p:sp>
      <p:sp>
        <p:nvSpPr>
          <p:cNvPr id="123908"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cs typeface="Arial" panose="020B0604020202020204" pitchFamily="34" charset="0"/>
              </a:rPr>
              <a:t>计算机又称作电脑，这是因为计算机不仅是一种计算工具，而且还可以模仿人脑的许多功能，代替人脑的某些思维活动。实际上，电脑是人脑的延伸，是一种脑力劳动工具。</a:t>
            </a:r>
          </a:p>
          <a:p>
            <a:pPr eaLnBrk="1" hangingPunct="1"/>
            <a:r>
              <a:rPr lang="zh-CN" altLang="en-US">
                <a:ea typeface="宋体" panose="02010600030101010101" pitchFamily="2" charset="-122"/>
                <a:cs typeface="Arial" panose="020B0604020202020204" pitchFamily="34" charset="0"/>
              </a:rPr>
              <a:t>计算机与人脑有许多相似之处，如人脑有记忆细胞，计算机有可以存储数据和程序的存储器；</a:t>
            </a:r>
          </a:p>
          <a:p>
            <a:pPr eaLnBrk="1" hangingPunct="1"/>
            <a:r>
              <a:rPr lang="zh-CN" altLang="en-US">
                <a:ea typeface="宋体" panose="02010600030101010101" pitchFamily="2" charset="-122"/>
                <a:cs typeface="Arial" panose="020B0604020202020204" pitchFamily="34" charset="0"/>
              </a:rPr>
              <a:t>人脑有神经中枢处理信息并控制人的动作，计算机有中央处理器，可以处理信息并发出控制指令；</a:t>
            </a:r>
          </a:p>
          <a:p>
            <a:pPr eaLnBrk="1" hangingPunct="1"/>
            <a:r>
              <a:rPr lang="zh-CN" altLang="en-US">
                <a:ea typeface="宋体" panose="02010600030101010101" pitchFamily="2" charset="-122"/>
                <a:cs typeface="Arial" panose="020B0604020202020204" pitchFamily="34" charset="0"/>
              </a:rPr>
              <a:t>人靠眼、耳、鼻、四肢感受信息并传递至神经中枢，计算机靠输入设备接收数据；</a:t>
            </a:r>
          </a:p>
          <a:p>
            <a:pPr eaLnBrk="1" hangingPunct="1"/>
            <a:r>
              <a:rPr lang="zh-CN" altLang="en-US">
                <a:ea typeface="宋体" panose="02010600030101010101" pitchFamily="2" charset="-122"/>
                <a:cs typeface="Arial" panose="020B0604020202020204" pitchFamily="34" charset="0"/>
              </a:rPr>
              <a:t>人靠五官、四肢做出反应，计算机靠输出设备处理结果。</a:t>
            </a:r>
          </a:p>
          <a:p>
            <a:pPr eaLnBrk="1" hangingPunct="1"/>
            <a:endParaRPr lang="zh-CN" altLang="en-US">
              <a:ea typeface="宋体" panose="02010600030101010101" pitchFamily="2" charset="-122"/>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24930" name="Rectangle 8"/>
          <p:cNvSpPr>
            <a:spLocks noGrp="1" noChangeArrowheads="1"/>
          </p:cNvSpPr>
          <p:nvPr/>
        </p:nvSpPr>
        <p:spPr bwMode="auto">
          <a:xfrm>
            <a:off x="73025"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24931" name="Rectangle 2"/>
          <p:cNvSpPr>
            <a:spLocks noGrp="1" noRot="1" noChangeAspect="1" noChangeArrowheads="1" noTextEdit="1"/>
          </p:cNvSpPr>
          <p:nvPr>
            <p:ph type="sldImg" idx="4294967295"/>
          </p:nvPr>
        </p:nvSpPr>
        <p:spPr>
          <a:xfrm>
            <a:off x="2147483647" y="-2147483648"/>
            <a:ext cx="0" cy="2147011200"/>
          </a:xfrm>
          <a:ln w="12700">
            <a:solidFill>
              <a:srgbClr val="000000"/>
            </a:solidFill>
            <a:bevel/>
          </a:ln>
        </p:spPr>
      </p:sp>
      <p:sp>
        <p:nvSpPr>
          <p:cNvPr id="124932"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宋体" panose="02010600030101010101" pitchFamily="2" charset="-122"/>
                <a:cs typeface="Arial" panose="020B0604020202020204" pitchFamily="34" charset="0"/>
              </a:rPr>
              <a:t>软件是由程序、数据和相关技术资料构成的集合体，是组成计算机系统的逻辑“设备”。</a:t>
            </a:r>
          </a:p>
          <a:p>
            <a:pPr eaLnBrk="1" hangingPunct="1"/>
            <a:endParaRPr lang="zh-CN" altLang="en-US" dirty="0">
              <a:ea typeface="宋体" panose="02010600030101010101" pitchFamily="2" charset="-122"/>
              <a:cs typeface="Arial" panose="020B0604020202020204" pitchFamily="34" charset="0"/>
            </a:endParaRPr>
          </a:p>
          <a:p>
            <a:pPr eaLnBrk="1" hangingPunct="1"/>
            <a:r>
              <a:rPr lang="zh-CN" altLang="en-US" dirty="0">
                <a:ea typeface="宋体" panose="02010600030101010101" pitchFamily="2" charset="-122"/>
                <a:cs typeface="Arial" panose="020B0604020202020204" pitchFamily="34" charset="0"/>
              </a:rPr>
              <a:t>根据软件的功能、使用范围、在计算机中所处的地位可以将软件分为如下三大类：</a:t>
            </a:r>
          </a:p>
          <a:p>
            <a:pPr eaLnBrk="1" hangingPunct="1"/>
            <a:r>
              <a:rPr lang="zh-CN" altLang="en-US" dirty="0">
                <a:ea typeface="宋体" panose="02010600030101010101" pitchFamily="2" charset="-122"/>
                <a:cs typeface="Arial" panose="020B0604020202020204" pitchFamily="34" charset="0"/>
              </a:rPr>
              <a:t>          系统软件、支撑软件、应用软件</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图</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 </a:t>
            </a: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a:t>一块电脑主板，以</a:t>
            </a:r>
            <a:r>
              <a:rPr lang="en-US" altLang="zh-CN" dirty="0"/>
              <a:t>CPU</a:t>
            </a:r>
            <a:r>
              <a:rPr lang="zh-CN" altLang="en-US" dirty="0"/>
              <a:t>插座为北的话，靠近</a:t>
            </a:r>
            <a:r>
              <a:rPr lang="en-US" altLang="zh-CN" dirty="0"/>
              <a:t>CPU</a:t>
            </a:r>
            <a:r>
              <a:rPr lang="zh-CN" altLang="en-US" dirty="0"/>
              <a:t>插座的一个起连接作用的芯片称为“北桥芯片”，英文名：</a:t>
            </a:r>
            <a:r>
              <a:rPr lang="en-US" altLang="zh-CN" dirty="0"/>
              <a:t>North Bridge Chipset</a:t>
            </a:r>
            <a:r>
              <a:rPr lang="zh-CN" altLang="en-US" dirty="0"/>
              <a:t>。北桥芯片就是主板上离</a:t>
            </a:r>
            <a:r>
              <a:rPr lang="en-US" altLang="zh-CN" dirty="0"/>
              <a:t>CPU</a:t>
            </a:r>
            <a:r>
              <a:rPr lang="zh-CN" altLang="en-US" dirty="0"/>
              <a:t>最近的芯片，这主要是考虑到北桥芯片与处理器之间的通信最密切，为了提高通信性能而缩短传输距离。</a:t>
            </a:r>
          </a:p>
          <a:p>
            <a:r>
              <a:rPr lang="zh-CN" altLang="en-US" dirty="0"/>
              <a:t>南桥芯片（</a:t>
            </a:r>
            <a:r>
              <a:rPr lang="en-US" altLang="zh-CN" dirty="0"/>
              <a:t>South Bridge</a:t>
            </a:r>
            <a:r>
              <a:rPr lang="zh-CN" altLang="en-US" dirty="0"/>
              <a:t>）是主板芯片组的重要组成部分，一般位于主板上离</a:t>
            </a:r>
            <a:r>
              <a:rPr lang="en-US" altLang="zh-CN" dirty="0"/>
              <a:t>CPU</a:t>
            </a:r>
            <a:r>
              <a:rPr lang="zh-CN" altLang="en-US" dirty="0"/>
              <a:t>插槽较远的下方，</a:t>
            </a:r>
            <a:r>
              <a:rPr lang="en-US" altLang="zh-CN" dirty="0"/>
              <a:t>PCI</a:t>
            </a:r>
            <a:r>
              <a:rPr lang="zh-CN" altLang="en-US" dirty="0"/>
              <a:t>的前面，即靠主机箱前的一面，这种布局是考虑到它所连接的</a:t>
            </a:r>
            <a:r>
              <a:rPr lang="en-US" altLang="zh-CN" dirty="0"/>
              <a:t>I/O</a:t>
            </a:r>
            <a:r>
              <a:rPr lang="zh-CN" altLang="en-US" dirty="0"/>
              <a:t>总线较多，离处理器远一点有利于布线。相对于北桥芯片来说，其量并不算大，所以南桥芯片一般都没有覆盖散热片，但现在高档的主板的南桥也覆盖散热片。南桥芯片不与处理器直接相连，而是通过一定的方式（不同厂商各种芯片组有所不同，例如英特尔的英特尔</a:t>
            </a:r>
            <a:r>
              <a:rPr lang="en-US" altLang="zh-CN" dirty="0"/>
              <a:t>Hub Architecture</a:t>
            </a:r>
            <a:r>
              <a:rPr lang="zh-CN" altLang="en-US" dirty="0"/>
              <a:t>以及</a:t>
            </a:r>
            <a:r>
              <a:rPr lang="en-US" altLang="zh-CN" dirty="0"/>
              <a:t>SIS</a:t>
            </a:r>
            <a:r>
              <a:rPr lang="zh-CN" altLang="en-US" dirty="0"/>
              <a:t>的</a:t>
            </a:r>
            <a:r>
              <a:rPr lang="en-US" altLang="zh-CN" dirty="0"/>
              <a:t>Multi-Threaded“</a:t>
            </a:r>
            <a:r>
              <a:rPr lang="zh-CN" altLang="en-US" dirty="0"/>
              <a:t>妙渠”）与北桥芯片相连。</a:t>
            </a:r>
            <a:endParaRPr lang="en-US" altLang="zh-CN" dirty="0"/>
          </a:p>
          <a:p>
            <a:endParaRPr lang="en-US" altLang="zh-CN" dirty="0"/>
          </a:p>
          <a:p>
            <a:r>
              <a:rPr lang="en-US" altLang="zh-CN" sz="1200" b="0" i="0" kern="1200" dirty="0">
                <a:solidFill>
                  <a:schemeClr val="tx1"/>
                </a:solidFill>
                <a:effectLst/>
                <a:latin typeface="Arial" panose="020B0604020202020204" pitchFamily="34" charset="0"/>
              </a:rPr>
              <a:t>AGP</a:t>
            </a:r>
            <a:r>
              <a:rPr lang="zh-CN" altLang="en-US" sz="1200" b="0" i="0" kern="1200" dirty="0">
                <a:solidFill>
                  <a:schemeClr val="tx1"/>
                </a:solidFill>
                <a:effectLst/>
                <a:latin typeface="Arial" panose="020B0604020202020204" pitchFamily="34" charset="0"/>
              </a:rPr>
              <a:t>（</a:t>
            </a:r>
            <a:r>
              <a:rPr lang="en-US" altLang="zh-CN" sz="1200" b="0" i="0" kern="1200" dirty="0">
                <a:solidFill>
                  <a:schemeClr val="tx1"/>
                </a:solidFill>
                <a:effectLst/>
                <a:latin typeface="Arial" panose="020B0604020202020204" pitchFamily="34" charset="0"/>
              </a:rPr>
              <a:t>Accelerated Graphics Port</a:t>
            </a:r>
            <a:r>
              <a:rPr lang="zh-CN" altLang="en-US" sz="1200" b="0" i="0" kern="1200" dirty="0">
                <a:solidFill>
                  <a:schemeClr val="tx1"/>
                </a:solidFill>
                <a:effectLst/>
                <a:latin typeface="Arial" panose="020B0604020202020204" pitchFamily="34" charset="0"/>
              </a:rPr>
              <a:t>）是在</a:t>
            </a:r>
            <a:r>
              <a:rPr lang="en-US" altLang="zh-CN" sz="1200" b="0" i="0" kern="1200" dirty="0">
                <a:solidFill>
                  <a:schemeClr val="tx1"/>
                </a:solidFill>
                <a:effectLst/>
                <a:latin typeface="Arial" panose="020B0604020202020204" pitchFamily="34" charset="0"/>
              </a:rPr>
              <a:t>PCI</a:t>
            </a:r>
            <a:r>
              <a:rPr lang="zh-CN" altLang="en-US" sz="1200" b="0" i="0" kern="1200" dirty="0">
                <a:solidFill>
                  <a:schemeClr val="tx1"/>
                </a:solidFill>
                <a:effectLst/>
                <a:latin typeface="Arial" panose="020B0604020202020204" pitchFamily="34" charset="0"/>
              </a:rPr>
              <a:t>总线基础上发展起来的，主要针对图形显示方面进行优化，专门用于图形显示卡。</a:t>
            </a:r>
            <a:endParaRPr lang="zh-CN" altLang="en-US" dirty="0"/>
          </a:p>
        </p:txBody>
      </p:sp>
      <p:sp>
        <p:nvSpPr>
          <p:cNvPr id="4" name="灯片编号占位符 3"/>
          <p:cNvSpPr>
            <a:spLocks noGrp="1"/>
          </p:cNvSpPr>
          <p:nvPr>
            <p:ph type="sldNum" sz="quarter" idx="10"/>
          </p:nvPr>
        </p:nvSpPr>
        <p:spPr/>
        <p:txBody>
          <a:bodyPr/>
          <a:lstStyle/>
          <a:p>
            <a:pPr>
              <a:defRPr/>
            </a:pPr>
            <a:fld id="{A8E32473-BC00-4FDF-90DF-D4D16A9824EC}" type="slidenum">
              <a:rPr lang="en-US" altLang="zh-CN" smtClean="0"/>
              <a:t>25</a:t>
            </a:fld>
            <a:endParaRPr lang="zh-CN"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25954" name="Rectangle 8"/>
          <p:cNvSpPr>
            <a:spLocks noGrp="1" noChangeArrowheads="1"/>
          </p:cNvSpPr>
          <p:nvPr/>
        </p:nvSpPr>
        <p:spPr bwMode="auto">
          <a:xfrm>
            <a:off x="-2147483648" y="0"/>
            <a:ext cx="0" cy="1665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25955" name="Rectangle 2"/>
          <p:cNvSpPr>
            <a:spLocks noGrp="1" noRot="1" noChangeAspect="1" noChangeArrowheads="1" noTextEdit="1"/>
          </p:cNvSpPr>
          <p:nvPr>
            <p:ph type="sldImg" idx="4294967295"/>
          </p:nvPr>
        </p:nvSpPr>
        <p:spPr>
          <a:xfrm>
            <a:off x="-2147483648" y="0"/>
            <a:ext cx="259614987" cy="194713225"/>
          </a:xfrm>
          <a:ln w="12700">
            <a:solidFill>
              <a:srgbClr val="000000"/>
            </a:solidFill>
            <a:bevel/>
          </a:ln>
        </p:spPr>
      </p:sp>
      <p:sp>
        <p:nvSpPr>
          <p:cNvPr id="125956" name="Rectangle 3"/>
          <p:cNvSpPr>
            <a:spLocks noGrp="1" noRot="1" noChangeAspect="1" noChangeArrowheads="1"/>
          </p:cNvSpPr>
          <p:nvPr>
            <p:ph type="body" idx="4294967295"/>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cs typeface="Arial" panose="020B0604020202020204" pitchFamily="34" charset="0"/>
            </a:endParaRPr>
          </a:p>
          <a:p>
            <a:pPr eaLnBrk="1" hangingPunct="1"/>
            <a:r>
              <a:rPr lang="en-US" altLang="zh-CN">
                <a:ea typeface="宋体" panose="02010600030101010101" pitchFamily="2" charset="-122"/>
                <a:cs typeface="Arial" panose="020B0604020202020204" pitchFamily="34" charset="0"/>
              </a:rPr>
              <a:t>RAM </a:t>
            </a:r>
            <a:r>
              <a:rPr lang="zh-CN" altLang="en-US">
                <a:ea typeface="宋体" panose="02010600030101010101" pitchFamily="2" charset="-122"/>
                <a:cs typeface="Arial" panose="020B0604020202020204" pitchFamily="34" charset="0"/>
              </a:rPr>
              <a:t>是 </a:t>
            </a:r>
            <a:r>
              <a:rPr lang="en-US" altLang="zh-CN">
                <a:ea typeface="宋体" panose="02010600030101010101" pitchFamily="2" charset="-122"/>
                <a:cs typeface="Arial" panose="020B0604020202020204" pitchFamily="34" charset="0"/>
              </a:rPr>
              <a:t>PC </a:t>
            </a:r>
            <a:r>
              <a:rPr lang="zh-CN" altLang="en-US">
                <a:ea typeface="宋体" panose="02010600030101010101" pitchFamily="2" charset="-122"/>
                <a:cs typeface="Arial" panose="020B0604020202020204" pitchFamily="34" charset="0"/>
              </a:rPr>
              <a:t>的主要存储区域；它用于存储并检索信息和程序指令； 它允许读写数据；它是易失性存储器；</a:t>
            </a:r>
          </a:p>
          <a:p>
            <a:pPr eaLnBrk="1" hangingPunct="1"/>
            <a:r>
              <a:rPr lang="en-US" altLang="zh-CN">
                <a:ea typeface="宋体" panose="02010600030101010101" pitchFamily="2" charset="-122"/>
                <a:cs typeface="Arial" panose="020B0604020202020204" pitchFamily="34" charset="0"/>
              </a:rPr>
              <a:t>ROM</a:t>
            </a:r>
            <a:r>
              <a:rPr lang="zh-CN" altLang="en-US">
                <a:ea typeface="宋体" panose="02010600030101010101" pitchFamily="2" charset="-122"/>
                <a:cs typeface="Arial" panose="020B0604020202020204" pitchFamily="34" charset="0"/>
              </a:rPr>
              <a:t>包含可以访问和读取但不能修改的程序与数据；</a:t>
            </a:r>
            <a:r>
              <a:rPr lang="en-US" altLang="zh-CN">
                <a:ea typeface="宋体" panose="02010600030101010101" pitchFamily="2" charset="-122"/>
                <a:cs typeface="Arial" panose="020B0604020202020204" pitchFamily="34" charset="0"/>
              </a:rPr>
              <a:t>ROM </a:t>
            </a:r>
            <a:r>
              <a:rPr lang="zh-CN" altLang="en-US">
                <a:ea typeface="宋体" panose="02010600030101010101" pitchFamily="2" charset="-122"/>
                <a:cs typeface="Arial" panose="020B0604020202020204" pitchFamily="34" charset="0"/>
              </a:rPr>
              <a:t>是非易失性存储器；</a:t>
            </a:r>
          </a:p>
          <a:p>
            <a:pPr eaLnBrk="1" hangingPunct="1"/>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用于临时存储频繁使用的信息以加快访问速度；通过缩短对慢速存储器的访问时间来提高计算机的实际性能；</a:t>
            </a:r>
          </a:p>
          <a:p>
            <a:pPr eaLnBrk="1" hangingPunct="1"/>
            <a:endParaRPr lang="zh-CN" altLang="en-US">
              <a:ea typeface="宋体" panose="02010600030101010101" pitchFamily="2" charset="-122"/>
              <a:cs typeface="Arial" panose="020B0604020202020204" pitchFamily="34" charset="0"/>
            </a:endParaRPr>
          </a:p>
          <a:p>
            <a:pPr eaLnBrk="1" hangingPunct="1"/>
            <a:r>
              <a:rPr lang="zh-CN" altLang="en-US">
                <a:ea typeface="宋体" panose="02010600030101010101" pitchFamily="2" charset="-122"/>
                <a:cs typeface="Arial" panose="020B0604020202020204" pitchFamily="34" charset="0"/>
              </a:rPr>
              <a:t>那么</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多大合适呢？如何评价</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的性能呢？</a:t>
            </a:r>
          </a:p>
          <a:p>
            <a:pPr eaLnBrk="1" hangingPunct="1"/>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评价的时候，除了要考虑它的速度，就像上面评价内存的综合性能一样，我们也要考虑</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的存取时间等，同时还要考虑</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的另外一个指标：命中率。命中率表示，</a:t>
            </a:r>
            <a:r>
              <a:rPr lang="en-US" altLang="zh-CN">
                <a:ea typeface="宋体" panose="02010600030101010101" pitchFamily="2" charset="-122"/>
                <a:cs typeface="Arial" panose="020B0604020202020204" pitchFamily="34" charset="0"/>
              </a:rPr>
              <a:t>CPU</a:t>
            </a:r>
            <a:r>
              <a:rPr lang="zh-CN" altLang="en-US">
                <a:ea typeface="宋体" panose="02010600030101010101" pitchFamily="2" charset="-122"/>
                <a:cs typeface="Arial" panose="020B0604020202020204" pitchFamily="34" charset="0"/>
              </a:rPr>
              <a:t>在</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中获得正确数据的几率，由于</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的容量要远远低于内存的大小，因此</a:t>
            </a:r>
            <a:r>
              <a:rPr lang="en-US" altLang="zh-CN">
                <a:ea typeface="宋体" panose="02010600030101010101" pitchFamily="2" charset="-122"/>
                <a:cs typeface="Arial" panose="020B0604020202020204" pitchFamily="34" charset="0"/>
              </a:rPr>
              <a:t>CPU</a:t>
            </a:r>
            <a:r>
              <a:rPr lang="zh-CN" altLang="en-US">
                <a:ea typeface="宋体" panose="02010600030101010101" pitchFamily="2" charset="-122"/>
                <a:cs typeface="Arial" panose="020B0604020202020204" pitchFamily="34" charset="0"/>
              </a:rPr>
              <a:t>在获得取得数据的时候，该数据可能已经放到了</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当中，这个时候就可以直接从</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当中获得，这个称为命中。</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的性能和命中率有很大的关系。假设</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的速度是</a:t>
            </a:r>
            <a:r>
              <a:rPr lang="en-US" altLang="zh-CN">
                <a:ea typeface="宋体" panose="02010600030101010101" pitchFamily="2" charset="-122"/>
                <a:cs typeface="Arial" panose="020B0604020202020204" pitchFamily="34" charset="0"/>
              </a:rPr>
              <a:t>1ns</a:t>
            </a:r>
            <a:r>
              <a:rPr lang="zh-CN" altLang="en-US">
                <a:ea typeface="宋体" panose="02010600030101010101" pitchFamily="2" charset="-122"/>
                <a:cs typeface="Arial" panose="020B0604020202020204" pitchFamily="34" charset="0"/>
              </a:rPr>
              <a:t>，内存的速度是</a:t>
            </a:r>
            <a:r>
              <a:rPr lang="en-US" altLang="zh-CN">
                <a:ea typeface="宋体" panose="02010600030101010101" pitchFamily="2" charset="-122"/>
                <a:cs typeface="Arial" panose="020B0604020202020204" pitchFamily="34" charset="0"/>
              </a:rPr>
              <a:t>10ns</a:t>
            </a:r>
            <a:r>
              <a:rPr lang="zh-CN" altLang="en-US">
                <a:ea typeface="宋体" panose="02010600030101010101" pitchFamily="2" charset="-122"/>
                <a:cs typeface="Arial" panose="020B0604020202020204" pitchFamily="34" charset="0"/>
              </a:rPr>
              <a:t>，命中率是</a:t>
            </a:r>
            <a:r>
              <a:rPr lang="en-US" altLang="zh-CN">
                <a:ea typeface="宋体" panose="02010600030101010101" pitchFamily="2" charset="-122"/>
                <a:cs typeface="Arial" panose="020B0604020202020204" pitchFamily="34" charset="0"/>
              </a:rPr>
              <a:t>90%</a:t>
            </a:r>
            <a:r>
              <a:rPr lang="zh-CN" altLang="en-US">
                <a:ea typeface="宋体" panose="02010600030101010101" pitchFamily="2" charset="-122"/>
                <a:cs typeface="Arial" panose="020B0604020202020204" pitchFamily="34" charset="0"/>
              </a:rPr>
              <a:t>，那么使用</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后，存取速度为</a:t>
            </a:r>
            <a:r>
              <a:rPr lang="en-US" altLang="zh-CN">
                <a:ea typeface="宋体" panose="02010600030101010101" pitchFamily="2" charset="-122"/>
                <a:cs typeface="Arial" panose="020B0604020202020204" pitchFamily="34" charset="0"/>
              </a:rPr>
              <a:t>1ns*90%+10ns*10%=1.9ns</a:t>
            </a:r>
            <a:r>
              <a:rPr lang="zh-CN" altLang="en-US">
                <a:ea typeface="宋体" panose="02010600030101010101" pitchFamily="2" charset="-122"/>
                <a:cs typeface="Arial" panose="020B0604020202020204" pitchFamily="34" charset="0"/>
              </a:rPr>
              <a:t>，如果没有</a:t>
            </a:r>
            <a:r>
              <a:rPr lang="en-US" altLang="zh-CN">
                <a:ea typeface="宋体" panose="02010600030101010101" pitchFamily="2" charset="-122"/>
                <a:cs typeface="Arial" panose="020B0604020202020204" pitchFamily="34" charset="0"/>
              </a:rPr>
              <a:t>Cache</a:t>
            </a:r>
            <a:r>
              <a:rPr lang="zh-CN" altLang="en-US">
                <a:ea typeface="宋体" panose="02010600030101010101" pitchFamily="2" charset="-122"/>
                <a:cs typeface="Arial" panose="020B0604020202020204" pitchFamily="34" charset="0"/>
              </a:rPr>
              <a:t>，存取速度应该是</a:t>
            </a:r>
            <a:r>
              <a:rPr lang="en-US" altLang="zh-CN">
                <a:ea typeface="宋体" panose="02010600030101010101" pitchFamily="2" charset="-122"/>
                <a:cs typeface="Arial" panose="020B0604020202020204" pitchFamily="34" charset="0"/>
              </a:rPr>
              <a:t>10ns*100%=10ns</a:t>
            </a:r>
            <a:r>
              <a:rPr lang="zh-CN" altLang="en-US">
                <a:ea typeface="宋体" panose="02010600030101010101" pitchFamily="2" charset="-122"/>
                <a:cs typeface="Arial" panose="020B0604020202020204" pitchFamily="34" charset="0"/>
              </a:rPr>
              <a:t>。速度提升很大，但是如果命中率很低，只有</a:t>
            </a:r>
            <a:r>
              <a:rPr lang="en-US" altLang="zh-CN">
                <a:ea typeface="宋体" panose="02010600030101010101" pitchFamily="2" charset="-122"/>
                <a:cs typeface="Arial" panose="020B0604020202020204" pitchFamily="34" charset="0"/>
              </a:rPr>
              <a:t>1%</a:t>
            </a:r>
            <a:r>
              <a:rPr lang="zh-CN" altLang="en-US">
                <a:ea typeface="宋体" panose="02010600030101010101" pitchFamily="2" charset="-122"/>
                <a:cs typeface="Arial" panose="020B0604020202020204" pitchFamily="34" charset="0"/>
              </a:rPr>
              <a:t>，那么速度就反而下降了，同学可以自行计算一下。</a:t>
            </a: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sz="1200" b="1" i="0" kern="1200" dirty="0">
                <a:solidFill>
                  <a:schemeClr val="tx1"/>
                </a:solidFill>
                <a:effectLst/>
                <a:latin typeface="+mn-lt"/>
                <a:ea typeface="+mn-ea"/>
                <a:cs typeface="+mn-cs"/>
              </a:rPr>
              <a:t>商业软件</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商业软件是在计算机软件中，指被作为商品进行交易的软件，在国内商业软件一般是有音像制品发布权和著作权保护的软件。在</a:t>
            </a:r>
            <a:r>
              <a:rPr lang="en-US" altLang="zh-CN" sz="1200" b="0" i="0" kern="1200" dirty="0">
                <a:solidFill>
                  <a:schemeClr val="tx1"/>
                </a:solidFill>
                <a:effectLst/>
                <a:latin typeface="+mn-lt"/>
                <a:ea typeface="+mn-ea"/>
                <a:cs typeface="+mn-cs"/>
              </a:rPr>
              <a:t>2000</a:t>
            </a:r>
            <a:r>
              <a:rPr lang="zh-CN" altLang="en-US" sz="1200" b="0" i="0" kern="1200" dirty="0">
                <a:solidFill>
                  <a:schemeClr val="tx1"/>
                </a:solidFill>
                <a:effectLst/>
                <a:latin typeface="+mn-lt"/>
                <a:ea typeface="+mn-ea"/>
                <a:cs typeface="+mn-cs"/>
              </a:rPr>
              <a:t>之前中国国内市场上基本上被商业软件所统治。</a:t>
            </a:r>
          </a:p>
          <a:p>
            <a:r>
              <a:rPr lang="zh-CN" altLang="en-US" sz="1200" b="1" i="0" kern="1200" dirty="0">
                <a:solidFill>
                  <a:schemeClr val="tx1"/>
                </a:solidFill>
                <a:effectLst/>
                <a:latin typeface="+mn-lt"/>
                <a:ea typeface="+mn-ea"/>
                <a:cs typeface="+mn-cs"/>
              </a:rPr>
              <a:t>共享软件</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共享软件是为了促进</a:t>
            </a:r>
            <a:r>
              <a:rPr lang="en-US" altLang="zh-CN" sz="1200" b="0" i="0" kern="1200" dirty="0">
                <a:solidFill>
                  <a:schemeClr val="tx1"/>
                </a:solidFill>
                <a:effectLst/>
                <a:latin typeface="+mn-lt"/>
                <a:ea typeface="+mn-ea"/>
                <a:cs typeface="+mn-cs"/>
              </a:rPr>
              <a:t>IT</a:t>
            </a:r>
            <a:r>
              <a:rPr lang="zh-CN" altLang="en-US" sz="1200" b="0" i="0" kern="1200" dirty="0">
                <a:solidFill>
                  <a:schemeClr val="tx1"/>
                </a:solidFill>
                <a:effectLst/>
                <a:latin typeface="+mn-lt"/>
                <a:ea typeface="+mn-ea"/>
                <a:cs typeface="+mn-cs"/>
              </a:rPr>
              <a:t>业的发展，软件开发商或自由软件者推出的免费产品，共享版软件一般有次数、时间、用户数量限制；不过用户可以通过注册来解除限制。</a:t>
            </a:r>
          </a:p>
          <a:p>
            <a:r>
              <a:rPr lang="zh-CN" altLang="en-US" sz="1200" b="1" i="0" kern="1200" dirty="0">
                <a:solidFill>
                  <a:schemeClr val="tx1"/>
                </a:solidFill>
                <a:effectLst/>
                <a:latin typeface="+mn-lt"/>
                <a:ea typeface="+mn-ea"/>
                <a:cs typeface="+mn-cs"/>
              </a:rPr>
              <a:t>免费软件</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免费软件是软件开发商为了推介其主力软件的产品，扩大公司的影响，免费向用户发放的软件产品。还有一些是自由软件者开发的免费产品。免费软件一般有广告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不用钱</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无限制</a:t>
            </a:r>
            <a:r>
              <a:rPr lang="en-US" altLang="zh-CN"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开放源代码软件</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开放源代码软件是这样一种软件，它们在发布时附带了旨在确保将某些权利授予用户的许可证。当然，最明显的权利就是源代码必须可用，以便用户能自由地修改和再分发该软件。这种用户权利的保护是通过一种称为 </a:t>
            </a:r>
            <a:r>
              <a:rPr lang="en-US" altLang="zh-CN" sz="1200" b="0" i="0" kern="1200" dirty="0" err="1">
                <a:solidFill>
                  <a:schemeClr val="tx1"/>
                </a:solidFill>
                <a:effectLst/>
                <a:latin typeface="+mn-lt"/>
                <a:ea typeface="+mn-ea"/>
                <a:cs typeface="+mn-cs"/>
              </a:rPr>
              <a:t>copyleft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的策略来完成的：软件许可证主张版权保护，除非明确授予用户这样的权利，否则用户不得分发该软件。</a:t>
            </a:r>
            <a:endParaRPr lang="zh-CN" altLang="en-US" dirty="0"/>
          </a:p>
        </p:txBody>
      </p:sp>
      <p:sp>
        <p:nvSpPr>
          <p:cNvPr id="4" name="灯片编号占位符 3"/>
          <p:cNvSpPr>
            <a:spLocks noGrp="1"/>
          </p:cNvSpPr>
          <p:nvPr>
            <p:ph type="sldNum" sz="quarter" idx="10"/>
          </p:nvPr>
        </p:nvSpPr>
        <p:spPr/>
        <p:txBody>
          <a:bodyPr/>
          <a:lstStyle/>
          <a:p>
            <a:fld id="{9C1EB51E-ABE1-454B-971B-C67CDB72BDA5}" type="slidenum">
              <a:rPr lang="zh-CN" altLang="en-US" smtClean="0"/>
              <a:t>43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sz="1200" b="1" i="0" kern="1200" dirty="0">
                <a:solidFill>
                  <a:schemeClr val="tx1"/>
                </a:solidFill>
                <a:effectLst/>
                <a:latin typeface="+mn-lt"/>
                <a:ea typeface="+mn-ea"/>
                <a:cs typeface="+mn-cs"/>
              </a:rPr>
              <a:t>什么是版本控制？</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版本控制可帮助开发人员跟踪和管理软件项目代码的更改。随着软件项目的发展，版本控制变得至关重要。以</a:t>
            </a:r>
            <a:r>
              <a:rPr lang="en-US" altLang="zh-CN" sz="1200" b="0" i="0" kern="1200" dirty="0">
                <a:solidFill>
                  <a:schemeClr val="tx1"/>
                </a:solidFill>
                <a:effectLst/>
                <a:latin typeface="+mn-lt"/>
                <a:ea typeface="+mn-ea"/>
                <a:cs typeface="+mn-cs"/>
              </a:rPr>
              <a:t>WordPress</a:t>
            </a:r>
            <a:r>
              <a:rPr lang="zh-CN" altLang="en-US" sz="1200" b="0" i="0" kern="1200" dirty="0">
                <a:solidFill>
                  <a:schemeClr val="tx1"/>
                </a:solidFill>
                <a:effectLst/>
                <a:latin typeface="+mn-lt"/>
                <a:ea typeface="+mn-ea"/>
                <a:cs typeface="+mn-cs"/>
              </a:rPr>
              <a:t>为例</a:t>
            </a:r>
            <a:r>
              <a:rPr lang="en-US" altLang="zh-CN"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在这一点上，</a:t>
            </a:r>
            <a:r>
              <a:rPr lang="en-US" altLang="zh-CN" sz="1200" b="0" i="0" kern="1200" dirty="0">
                <a:solidFill>
                  <a:schemeClr val="tx1"/>
                </a:solidFill>
                <a:effectLst/>
                <a:latin typeface="+mn-lt"/>
                <a:ea typeface="+mn-ea"/>
                <a:cs typeface="+mn-cs"/>
              </a:rPr>
              <a:t>WordPress</a:t>
            </a:r>
            <a:r>
              <a:rPr lang="zh-CN" altLang="en-US" sz="1200" b="0" i="0" kern="1200" dirty="0">
                <a:solidFill>
                  <a:schemeClr val="tx1"/>
                </a:solidFill>
                <a:effectLst/>
                <a:latin typeface="+mn-lt"/>
                <a:ea typeface="+mn-ea"/>
                <a:cs typeface="+mn-cs"/>
              </a:rPr>
              <a:t>是一个非常大的项目。如果核心开发人员想要在</a:t>
            </a:r>
            <a:r>
              <a:rPr lang="en-US" altLang="zh-CN" sz="1200" b="0" i="0" kern="1200" dirty="0">
                <a:solidFill>
                  <a:schemeClr val="tx1"/>
                </a:solidFill>
                <a:effectLst/>
                <a:latin typeface="+mn-lt"/>
                <a:ea typeface="+mn-ea"/>
                <a:cs typeface="+mn-cs"/>
              </a:rPr>
              <a:t>WordPress</a:t>
            </a:r>
            <a:r>
              <a:rPr lang="zh-CN" altLang="en-US" sz="1200" b="0" i="0" kern="1200" dirty="0">
                <a:solidFill>
                  <a:schemeClr val="tx1"/>
                </a:solidFill>
                <a:effectLst/>
                <a:latin typeface="+mn-lt"/>
                <a:ea typeface="+mn-ea"/>
                <a:cs typeface="+mn-cs"/>
              </a:rPr>
              <a:t>代码库的某个特定部分上工作，那么让他们直接编辑“官方”源代码是不安全或有效的。</a:t>
            </a:r>
          </a:p>
          <a:p>
            <a:r>
              <a:rPr lang="zh-CN" altLang="en-US" sz="1200" b="0" i="0" kern="1200" dirty="0">
                <a:solidFill>
                  <a:schemeClr val="tx1"/>
                </a:solidFill>
                <a:effectLst/>
                <a:latin typeface="+mn-lt"/>
                <a:ea typeface="+mn-ea"/>
                <a:cs typeface="+mn-cs"/>
              </a:rPr>
              <a:t>相反，版本控制允许开发人员安全地完成分支和合并。</a:t>
            </a:r>
          </a:p>
          <a:p>
            <a:r>
              <a:rPr lang="zh-CN" altLang="en-US" sz="1200" b="0" i="0" kern="1200" dirty="0">
                <a:solidFill>
                  <a:schemeClr val="tx1"/>
                </a:solidFill>
                <a:effectLst/>
                <a:latin typeface="+mn-lt"/>
                <a:ea typeface="+mn-ea"/>
                <a:cs typeface="+mn-cs"/>
              </a:rPr>
              <a:t>通过分支，开发人员复制部分源代码（称为存储库）。然后，开发人员可以安全地更改代码的这一部分，而不会影响项目的其余部分。</a:t>
            </a:r>
          </a:p>
          <a:p>
            <a:r>
              <a:rPr lang="zh-CN" altLang="en-US" sz="1200" b="0" i="0" kern="1200" dirty="0">
                <a:solidFill>
                  <a:schemeClr val="tx1"/>
                </a:solidFill>
                <a:effectLst/>
                <a:latin typeface="+mn-lt"/>
                <a:ea typeface="+mn-ea"/>
                <a:cs typeface="+mn-cs"/>
              </a:rPr>
              <a:t>然后，一旦开发人员使他或她的部分代码正常工作，他或她就可以将该代码合并回主要源代码以使其正式化。</a:t>
            </a:r>
          </a:p>
          <a:p>
            <a:r>
              <a:rPr lang="zh-CN" altLang="en-US" sz="1200" b="0" i="0" kern="1200" dirty="0">
                <a:solidFill>
                  <a:schemeClr val="tx1"/>
                </a:solidFill>
                <a:effectLst/>
                <a:latin typeface="+mn-lt"/>
                <a:ea typeface="+mn-ea"/>
                <a:cs typeface="+mn-cs"/>
              </a:rPr>
              <a:t>然后跟踪所有这些更改，并在需要时可以还原</a:t>
            </a:r>
          </a:p>
          <a:p>
            <a:r>
              <a:rPr lang="zh-CN" altLang="en-US" sz="1200" b="1" i="0" kern="1200" dirty="0">
                <a:solidFill>
                  <a:schemeClr val="tx1"/>
                </a:solidFill>
                <a:effectLst/>
                <a:latin typeface="+mn-lt"/>
                <a:ea typeface="+mn-ea"/>
                <a:cs typeface="+mn-cs"/>
              </a:rPr>
              <a:t>什么是</a:t>
            </a:r>
            <a:r>
              <a:rPr lang="en-US" altLang="zh-CN" sz="1200" b="1" i="0" kern="1200" dirty="0" err="1">
                <a:solidFill>
                  <a:schemeClr val="tx1"/>
                </a:solidFill>
                <a:effectLst/>
                <a:latin typeface="+mn-lt"/>
                <a:ea typeface="+mn-ea"/>
                <a:cs typeface="+mn-cs"/>
              </a:rPr>
              <a:t>Git</a:t>
            </a:r>
            <a:r>
              <a:rPr lang="zh-CN" altLang="en-US" sz="1200" b="1" i="0"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Git</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Linus Torvalds</a:t>
            </a:r>
            <a:r>
              <a:rPr lang="zh-CN" altLang="en-US" sz="1200" b="0" i="0" kern="1200" dirty="0">
                <a:solidFill>
                  <a:schemeClr val="tx1"/>
                </a:solidFill>
                <a:effectLst/>
                <a:latin typeface="+mn-lt"/>
                <a:ea typeface="+mn-ea"/>
                <a:cs typeface="+mn-cs"/>
              </a:rPr>
              <a:t>于</a:t>
            </a:r>
            <a:r>
              <a:rPr lang="en-US" altLang="zh-CN" sz="1200" b="0" i="0" kern="1200" dirty="0">
                <a:solidFill>
                  <a:schemeClr val="tx1"/>
                </a:solidFill>
                <a:effectLst/>
                <a:latin typeface="+mn-lt"/>
                <a:ea typeface="+mn-ea"/>
                <a:cs typeface="+mn-cs"/>
              </a:rPr>
              <a:t>2005</a:t>
            </a:r>
            <a:r>
              <a:rPr lang="zh-CN" altLang="en-US" sz="1200" b="0" i="0" kern="1200" dirty="0">
                <a:solidFill>
                  <a:schemeClr val="tx1"/>
                </a:solidFill>
                <a:effectLst/>
                <a:latin typeface="+mn-lt"/>
                <a:ea typeface="+mn-ea"/>
                <a:cs typeface="+mn-cs"/>
              </a:rPr>
              <a:t>年创建的一个特定的开源版本控制系统。</a:t>
            </a:r>
          </a:p>
          <a:p>
            <a:r>
              <a:rPr lang="zh-CN" altLang="en-US" sz="1200" b="0" i="0" kern="1200" dirty="0">
                <a:solidFill>
                  <a:schemeClr val="tx1"/>
                </a:solidFill>
                <a:effectLst/>
                <a:latin typeface="+mn-lt"/>
                <a:ea typeface="+mn-ea"/>
                <a:cs typeface="+mn-cs"/>
              </a:rPr>
              <a:t>具体来说，</a:t>
            </a:r>
            <a:r>
              <a:rPr lang="en-US" altLang="zh-CN" sz="1200" b="0" i="0" kern="1200" dirty="0" err="1">
                <a:solidFill>
                  <a:schemeClr val="tx1"/>
                </a:solidFill>
                <a:effectLst/>
                <a:latin typeface="+mn-lt"/>
                <a:ea typeface="+mn-ea"/>
                <a:cs typeface="+mn-cs"/>
              </a:rPr>
              <a:t>Git</a:t>
            </a:r>
            <a:r>
              <a:rPr lang="zh-CN" altLang="en-US" sz="1200" b="0" i="0" kern="1200" dirty="0">
                <a:solidFill>
                  <a:schemeClr val="tx1"/>
                </a:solidFill>
                <a:effectLst/>
                <a:latin typeface="+mn-lt"/>
                <a:ea typeface="+mn-ea"/>
                <a:cs typeface="+mn-cs"/>
              </a:rPr>
              <a:t>是一个分布式版本控制系统，这意味着每个开发人员的计算机上都可以使用整个代码库和历史记录，这样可以轻松进行分支和合并。</a:t>
            </a:r>
          </a:p>
          <a:p>
            <a:r>
              <a:rPr lang="zh-CN" altLang="en-US" sz="1200" b="0" i="0" kern="1200" dirty="0">
                <a:solidFill>
                  <a:schemeClr val="tx1"/>
                </a:solidFill>
                <a:effectLst/>
                <a:latin typeface="+mn-lt"/>
                <a:ea typeface="+mn-ea"/>
                <a:cs typeface="+mn-cs"/>
              </a:rPr>
              <a:t>根据</a:t>
            </a:r>
            <a:r>
              <a:rPr lang="en-US" altLang="zh-CN" sz="1200" b="0" i="0" kern="1200" dirty="0">
                <a:solidFill>
                  <a:schemeClr val="tx1"/>
                </a:solidFill>
                <a:effectLst/>
                <a:latin typeface="+mn-lt"/>
                <a:ea typeface="+mn-ea"/>
                <a:cs typeface="+mn-cs"/>
              </a:rPr>
              <a:t>Stack Overflow</a:t>
            </a:r>
            <a:r>
              <a:rPr lang="zh-CN" altLang="en-US" sz="1200" b="0" i="0" kern="1200" dirty="0">
                <a:solidFill>
                  <a:schemeClr val="tx1"/>
                </a:solidFill>
                <a:effectLst/>
                <a:latin typeface="+mn-lt"/>
                <a:ea typeface="+mn-ea"/>
                <a:cs typeface="+mn-cs"/>
              </a:rPr>
              <a:t>开发人员调查，超过</a:t>
            </a:r>
            <a:r>
              <a:rPr lang="en-US" altLang="zh-CN" sz="1200" b="0" i="0" kern="1200" dirty="0">
                <a:solidFill>
                  <a:schemeClr val="tx1"/>
                </a:solidFill>
                <a:effectLst/>
                <a:latin typeface="+mn-lt"/>
                <a:ea typeface="+mn-ea"/>
                <a:cs typeface="+mn-cs"/>
              </a:rPr>
              <a:t>87</a:t>
            </a:r>
            <a:r>
              <a:rPr lang="zh-CN" altLang="en-US" sz="1200" b="0" i="0" kern="1200" dirty="0">
                <a:solidFill>
                  <a:schemeClr val="tx1"/>
                </a:solidFill>
                <a:effectLst/>
                <a:latin typeface="+mn-lt"/>
                <a:ea typeface="+mn-ea"/>
                <a:cs typeface="+mn-cs"/>
              </a:rPr>
              <a:t>％的开发人员使用</a:t>
            </a:r>
            <a:r>
              <a:rPr lang="en-US" altLang="zh-CN" sz="1200" b="0" i="0" kern="1200" dirty="0" err="1">
                <a:solidFill>
                  <a:schemeClr val="tx1"/>
                </a:solidFill>
                <a:effectLst/>
                <a:latin typeface="+mn-lt"/>
                <a:ea typeface="+mn-ea"/>
                <a:cs typeface="+mn-cs"/>
              </a:rPr>
              <a:t>Git</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什么是</a:t>
            </a:r>
            <a:r>
              <a:rPr lang="en-US" altLang="zh-CN" sz="1200" b="1" i="0" kern="1200" dirty="0">
                <a:solidFill>
                  <a:schemeClr val="tx1"/>
                </a:solidFill>
                <a:effectLst/>
                <a:latin typeface="+mn-lt"/>
                <a:ea typeface="+mn-ea"/>
                <a:cs typeface="+mn-cs"/>
              </a:rPr>
              <a:t>GitHub</a:t>
            </a:r>
          </a:p>
          <a:p>
            <a:r>
              <a:rPr lang="en-US" altLang="zh-CN" sz="1200" b="0" i="0" kern="1200" dirty="0">
                <a:solidFill>
                  <a:schemeClr val="tx1"/>
                </a:solidFill>
                <a:effectLst/>
                <a:latin typeface="+mn-lt"/>
                <a:ea typeface="+mn-ea"/>
                <a:cs typeface="+mn-cs"/>
              </a:rPr>
              <a:t>GitHub</a:t>
            </a:r>
            <a:r>
              <a:rPr lang="zh-CN" altLang="en-US" sz="1200" b="0" i="0" kern="1200" dirty="0">
                <a:solidFill>
                  <a:schemeClr val="tx1"/>
                </a:solidFill>
                <a:effectLst/>
                <a:latin typeface="+mn-lt"/>
                <a:ea typeface="+mn-ea"/>
                <a:cs typeface="+mn-cs"/>
              </a:rPr>
              <a:t>是一家营利性公司，提供基于云的</a:t>
            </a:r>
            <a:r>
              <a:rPr lang="en-US" altLang="zh-CN" sz="1200" b="0" i="0" kern="1200" dirty="0" err="1">
                <a:solidFill>
                  <a:schemeClr val="tx1"/>
                </a:solidFill>
                <a:effectLst/>
                <a:latin typeface="+mn-lt"/>
                <a:ea typeface="+mn-ea"/>
                <a:cs typeface="+mn-cs"/>
              </a:rPr>
              <a:t>Git</a:t>
            </a:r>
            <a:r>
              <a:rPr lang="zh-CN" altLang="en-US" sz="1200" b="0" i="0" kern="1200" dirty="0">
                <a:solidFill>
                  <a:schemeClr val="tx1"/>
                </a:solidFill>
                <a:effectLst/>
                <a:latin typeface="+mn-lt"/>
                <a:ea typeface="+mn-ea"/>
                <a:cs typeface="+mn-cs"/>
              </a:rPr>
              <a:t>存储库托管服务。从本质上讲，它使个人和团队更容易使用</a:t>
            </a:r>
            <a:r>
              <a:rPr lang="en-US" altLang="zh-CN" sz="1200" b="0" i="0" kern="1200" dirty="0" err="1">
                <a:solidFill>
                  <a:schemeClr val="tx1"/>
                </a:solidFill>
                <a:effectLst/>
                <a:latin typeface="+mn-lt"/>
                <a:ea typeface="+mn-ea"/>
                <a:cs typeface="+mn-cs"/>
              </a:rPr>
              <a:t>Git</a:t>
            </a:r>
            <a:r>
              <a:rPr lang="zh-CN" altLang="en-US" sz="1200" b="0" i="0" kern="1200" dirty="0">
                <a:solidFill>
                  <a:schemeClr val="tx1"/>
                </a:solidFill>
                <a:effectLst/>
                <a:latin typeface="+mn-lt"/>
                <a:ea typeface="+mn-ea"/>
                <a:cs typeface="+mn-cs"/>
              </a:rPr>
              <a:t>进行版本控制和协作。</a:t>
            </a:r>
          </a:p>
          <a:p>
            <a:r>
              <a:rPr lang="en-US" altLang="zh-CN" sz="1200" b="0" i="0" kern="1200" dirty="0">
                <a:solidFill>
                  <a:schemeClr val="tx1"/>
                </a:solidFill>
                <a:effectLst/>
                <a:latin typeface="+mn-lt"/>
                <a:ea typeface="+mn-ea"/>
                <a:cs typeface="+mn-cs"/>
              </a:rPr>
              <a:t>GitHub</a:t>
            </a:r>
            <a:r>
              <a:rPr lang="zh-CN" altLang="en-US" sz="1200" b="0" i="0" kern="1200" dirty="0">
                <a:solidFill>
                  <a:schemeClr val="tx1"/>
                </a:solidFill>
                <a:effectLst/>
                <a:latin typeface="+mn-lt"/>
                <a:ea typeface="+mn-ea"/>
                <a:cs typeface="+mn-cs"/>
              </a:rPr>
              <a:t>的界面足够用户友好，所以即使是新手编程也可以利用</a:t>
            </a:r>
            <a:r>
              <a:rPr lang="en-US" altLang="zh-CN" sz="1200" b="0" i="0" kern="1200" dirty="0" err="1">
                <a:solidFill>
                  <a:schemeClr val="tx1"/>
                </a:solidFill>
                <a:effectLst/>
                <a:latin typeface="+mn-lt"/>
                <a:ea typeface="+mn-ea"/>
                <a:cs typeface="+mn-cs"/>
              </a:rPr>
              <a:t>Git</a:t>
            </a:r>
            <a:r>
              <a:rPr lang="zh-CN" altLang="en-US" sz="1200" b="0" i="0" kern="1200" dirty="0">
                <a:solidFill>
                  <a:schemeClr val="tx1"/>
                </a:solidFill>
                <a:effectLst/>
                <a:latin typeface="+mn-lt"/>
                <a:ea typeface="+mn-ea"/>
                <a:cs typeface="+mn-cs"/>
              </a:rPr>
              <a:t>。如果没有</a:t>
            </a:r>
            <a:r>
              <a:rPr lang="en-US" altLang="zh-CN" sz="1200" b="0" i="0" kern="1200" dirty="0">
                <a:solidFill>
                  <a:schemeClr val="tx1"/>
                </a:solidFill>
                <a:effectLst/>
                <a:latin typeface="+mn-lt"/>
                <a:ea typeface="+mn-ea"/>
                <a:cs typeface="+mn-cs"/>
              </a:rPr>
              <a:t>GitHub</a:t>
            </a:r>
            <a:r>
              <a:rPr lang="zh-CN" altLang="en-US" sz="1200" b="0" i="0" kern="1200" dirty="0">
                <a:solidFill>
                  <a:schemeClr val="tx1"/>
                </a:solidFill>
                <a:effectLst/>
                <a:latin typeface="+mn-lt"/>
                <a:ea typeface="+mn-ea"/>
                <a:cs typeface="+mn-cs"/>
              </a:rPr>
              <a:t>，使用</a:t>
            </a:r>
            <a:r>
              <a:rPr lang="en-US" altLang="zh-CN" sz="1200" b="0" i="0" kern="1200" dirty="0" err="1">
                <a:solidFill>
                  <a:schemeClr val="tx1"/>
                </a:solidFill>
                <a:effectLst/>
                <a:latin typeface="+mn-lt"/>
                <a:ea typeface="+mn-ea"/>
                <a:cs typeface="+mn-cs"/>
              </a:rPr>
              <a:t>Git</a:t>
            </a:r>
            <a:r>
              <a:rPr lang="zh-CN" altLang="en-US" sz="1200" b="0" i="0" kern="1200" dirty="0">
                <a:solidFill>
                  <a:schemeClr val="tx1"/>
                </a:solidFill>
                <a:effectLst/>
                <a:latin typeface="+mn-lt"/>
                <a:ea typeface="+mn-ea"/>
                <a:cs typeface="+mn-cs"/>
              </a:rPr>
              <a:t>通常需要更多娴熟技术并使用命令行。</a:t>
            </a:r>
          </a:p>
          <a:p>
            <a:r>
              <a:rPr lang="en-US" altLang="zh-CN" sz="1200" b="0" i="0" kern="1200" dirty="0">
                <a:solidFill>
                  <a:schemeClr val="tx1"/>
                </a:solidFill>
                <a:effectLst/>
                <a:latin typeface="+mn-lt"/>
                <a:ea typeface="+mn-ea"/>
                <a:cs typeface="+mn-cs"/>
              </a:rPr>
              <a:t>GitHub</a:t>
            </a:r>
            <a:r>
              <a:rPr lang="zh-CN" altLang="en-US" sz="1200" b="0" i="0" kern="1200" dirty="0">
                <a:solidFill>
                  <a:schemeClr val="tx1"/>
                </a:solidFill>
                <a:effectLst/>
                <a:latin typeface="+mn-lt"/>
                <a:ea typeface="+mn-ea"/>
                <a:cs typeface="+mn-cs"/>
              </a:rPr>
              <a:t>是如此用户友好，有些人甚至使用</a:t>
            </a:r>
            <a:r>
              <a:rPr lang="en-US" altLang="zh-CN" sz="1200" b="0" i="0" kern="1200" dirty="0">
                <a:solidFill>
                  <a:schemeClr val="tx1"/>
                </a:solidFill>
                <a:effectLst/>
                <a:latin typeface="+mn-lt"/>
                <a:ea typeface="+mn-ea"/>
                <a:cs typeface="+mn-cs"/>
              </a:rPr>
              <a:t>GitHub</a:t>
            </a:r>
            <a:r>
              <a:rPr lang="zh-CN" altLang="en-US" sz="1200" b="0" i="0" kern="1200" dirty="0">
                <a:solidFill>
                  <a:schemeClr val="tx1"/>
                </a:solidFill>
                <a:effectLst/>
                <a:latin typeface="+mn-lt"/>
                <a:ea typeface="+mn-ea"/>
                <a:cs typeface="+mn-cs"/>
              </a:rPr>
              <a:t>来管理其他类型的项目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比如写书。</a:t>
            </a:r>
          </a:p>
          <a:p>
            <a:r>
              <a:rPr lang="zh-CN" altLang="en-US" sz="1200" b="0" i="0" kern="1200" dirty="0">
                <a:solidFill>
                  <a:schemeClr val="tx1"/>
                </a:solidFill>
                <a:effectLst/>
                <a:latin typeface="+mn-lt"/>
                <a:ea typeface="+mn-ea"/>
                <a:cs typeface="+mn-cs"/>
              </a:rPr>
              <a:t>此外，任何人都可以免费注册和托管公共代码存储库，这使得</a:t>
            </a:r>
            <a:r>
              <a:rPr lang="en-US" altLang="zh-CN" sz="1200" b="0" i="0" kern="1200" dirty="0">
                <a:solidFill>
                  <a:schemeClr val="tx1"/>
                </a:solidFill>
                <a:effectLst/>
                <a:latin typeface="+mn-lt"/>
                <a:ea typeface="+mn-ea"/>
                <a:cs typeface="+mn-cs"/>
              </a:rPr>
              <a:t>GitHub</a:t>
            </a:r>
            <a:r>
              <a:rPr lang="zh-CN" altLang="en-US" sz="1200" b="0" i="0" kern="1200" dirty="0">
                <a:solidFill>
                  <a:schemeClr val="tx1"/>
                </a:solidFill>
                <a:effectLst/>
                <a:latin typeface="+mn-lt"/>
                <a:ea typeface="+mn-ea"/>
                <a:cs typeface="+mn-cs"/>
              </a:rPr>
              <a:t>特别受开源项目的欢迎。</a:t>
            </a:r>
          </a:p>
          <a:p>
            <a:r>
              <a:rPr lang="zh-CN" altLang="en-US" sz="1200" b="0" i="0" kern="1200" dirty="0">
                <a:solidFill>
                  <a:schemeClr val="tx1"/>
                </a:solidFill>
                <a:effectLst/>
                <a:latin typeface="+mn-lt"/>
                <a:ea typeface="+mn-ea"/>
                <a:cs typeface="+mn-cs"/>
              </a:rPr>
              <a:t>作为一家公司，</a:t>
            </a:r>
            <a:r>
              <a:rPr lang="en-US" altLang="zh-CN" sz="1200" b="0" i="0" kern="1200" dirty="0">
                <a:solidFill>
                  <a:schemeClr val="tx1"/>
                </a:solidFill>
                <a:effectLst/>
                <a:latin typeface="+mn-lt"/>
                <a:ea typeface="+mn-ea"/>
                <a:cs typeface="+mn-cs"/>
              </a:rPr>
              <a:t>GitHub</a:t>
            </a:r>
            <a:r>
              <a:rPr lang="zh-CN" altLang="en-US" sz="1200" b="0" i="0" kern="1200" dirty="0">
                <a:solidFill>
                  <a:schemeClr val="tx1"/>
                </a:solidFill>
                <a:effectLst/>
                <a:latin typeface="+mn-lt"/>
                <a:ea typeface="+mn-ea"/>
                <a:cs typeface="+mn-cs"/>
              </a:rPr>
              <a:t>通过销售托管私有代码存储库以及其他以业务为中心的计划来赚钱，这些计划使组织更容易管理团队成员和安全性。</a:t>
            </a:r>
          </a:p>
          <a:p>
            <a:endParaRPr lang="zh-CN" altLang="en-US" dirty="0"/>
          </a:p>
        </p:txBody>
      </p:sp>
      <p:sp>
        <p:nvSpPr>
          <p:cNvPr id="4" name="灯片编号占位符 3"/>
          <p:cNvSpPr>
            <a:spLocks noGrp="1"/>
          </p:cNvSpPr>
          <p:nvPr>
            <p:ph type="sldNum" sz="quarter" idx="10"/>
          </p:nvPr>
        </p:nvSpPr>
        <p:spPr/>
        <p:txBody>
          <a:bodyPr/>
          <a:lstStyle/>
          <a:p>
            <a:fld id="{9C1EB51E-ABE1-454B-971B-C67CDB72BDA5}" type="slidenum">
              <a:rPr lang="zh-CN" altLang="en-US" smtClean="0"/>
              <a:t>44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i="0" kern="1200" dirty="0">
                <a:solidFill>
                  <a:schemeClr val="tx1"/>
                </a:solidFill>
                <a:effectLst/>
                <a:latin typeface="+mn-lt"/>
                <a:ea typeface="+mn-ea"/>
                <a:cs typeface="+mn-cs"/>
              </a:rPr>
              <a:t>演示如何找到一个项目</a:t>
            </a: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i="0" kern="1200" dirty="0">
                <a:solidFill>
                  <a:schemeClr val="tx1"/>
                </a:solidFill>
                <a:effectLst/>
                <a:latin typeface="+mn-lt"/>
                <a:ea typeface="+mn-ea"/>
                <a:cs typeface="+mn-cs"/>
              </a:rPr>
              <a:t>如何打包下载项目</a:t>
            </a: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i="0" kern="1200" dirty="0">
                <a:solidFill>
                  <a:schemeClr val="tx1"/>
                </a:solidFill>
                <a:effectLst/>
                <a:latin typeface="+mn-lt"/>
                <a:ea typeface="+mn-ea"/>
                <a:cs typeface="+mn-cs"/>
              </a:rPr>
              <a:t>watch</a:t>
            </a:r>
          </a:p>
          <a:p>
            <a:r>
              <a:rPr lang="zh-CN" altLang="en-US" dirty="0"/>
              <a:t>对于别人的项目，默认自己都处于 </a:t>
            </a:r>
            <a:r>
              <a:rPr lang="en-US" altLang="zh-CN" dirty="0"/>
              <a:t>Not watching </a:t>
            </a:r>
            <a:r>
              <a:rPr lang="zh-CN" altLang="en-US" dirty="0"/>
              <a:t>的状态，当你选择 </a:t>
            </a:r>
            <a:r>
              <a:rPr lang="en-US" altLang="zh-CN" dirty="0"/>
              <a:t>Watching</a:t>
            </a:r>
            <a:r>
              <a:rPr lang="zh-CN" altLang="en-US" dirty="0"/>
              <a:t>，表示你以后会关注这个项目的所有动态，这个项目以后只要发生变动，如被别人提交了 </a:t>
            </a:r>
            <a:r>
              <a:rPr lang="en-US" altLang="zh-CN" dirty="0"/>
              <a:t>pull request</a:t>
            </a:r>
            <a:r>
              <a:rPr lang="zh-CN" altLang="en-US" dirty="0"/>
              <a:t>、被别人发起了</a:t>
            </a:r>
            <a:r>
              <a:rPr lang="en-US" altLang="zh-CN" dirty="0"/>
              <a:t>issue</a:t>
            </a:r>
            <a:r>
              <a:rPr lang="zh-CN" altLang="en-US" dirty="0"/>
              <a:t>等等情况，你都会在自己的个人通知中心，收到一条通知消息，如果你设置了个人邮箱，那么你的邮箱也可能收到相应的邮件。</a:t>
            </a:r>
          </a:p>
          <a:p>
            <a:r>
              <a:rPr lang="en-US" altLang="zh-CN" sz="1200" b="1" i="0" kern="1200" dirty="0">
                <a:solidFill>
                  <a:schemeClr val="tx1"/>
                </a:solidFill>
                <a:effectLst/>
                <a:latin typeface="+mn-lt"/>
                <a:ea typeface="+mn-ea"/>
                <a:cs typeface="+mn-cs"/>
              </a:rPr>
              <a:t>star</a:t>
            </a:r>
          </a:p>
          <a:p>
            <a:r>
              <a:rPr lang="zh-CN" altLang="en-US" sz="1200" b="0" i="0" kern="1200" dirty="0">
                <a:solidFill>
                  <a:schemeClr val="tx1"/>
                </a:solidFill>
                <a:effectLst/>
                <a:latin typeface="+mn-lt"/>
                <a:ea typeface="+mn-ea"/>
                <a:cs typeface="+mn-cs"/>
              </a:rPr>
              <a:t>解释为</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关注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或者</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点赞</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更合适，当你点击 </a:t>
            </a:r>
            <a:r>
              <a:rPr lang="en-US" altLang="zh-CN" sz="1200" b="0" i="0" kern="1200" dirty="0">
                <a:solidFill>
                  <a:schemeClr val="tx1"/>
                </a:solidFill>
                <a:effectLst/>
                <a:latin typeface="+mn-lt"/>
                <a:ea typeface="+mn-ea"/>
                <a:cs typeface="+mn-cs"/>
              </a:rPr>
              <a:t>star</a:t>
            </a:r>
            <a:r>
              <a:rPr lang="zh-CN" altLang="en-US" sz="1200" b="0" i="0" kern="1200" dirty="0">
                <a:solidFill>
                  <a:schemeClr val="tx1"/>
                </a:solidFill>
                <a:effectLst/>
                <a:latin typeface="+mn-lt"/>
                <a:ea typeface="+mn-ea"/>
                <a:cs typeface="+mn-cs"/>
              </a:rPr>
              <a:t>，表示你喜欢这个项目或者通俗点，可以把他理解成朋友圈的点赞吧，表示对这个项目的支持。</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i="0" kern="1200" dirty="0">
                <a:solidFill>
                  <a:schemeClr val="tx1"/>
                </a:solidFill>
                <a:effectLst/>
                <a:latin typeface="+mn-lt"/>
                <a:ea typeface="+mn-ea"/>
                <a:cs typeface="+mn-cs"/>
              </a:rPr>
              <a:t>fork</a:t>
            </a:r>
          </a:p>
          <a:p>
            <a:r>
              <a:rPr lang="zh-CN" altLang="en-US" sz="1200" b="0" i="0" kern="1200" dirty="0">
                <a:solidFill>
                  <a:schemeClr val="tx1"/>
                </a:solidFill>
                <a:effectLst/>
                <a:latin typeface="+mn-lt"/>
                <a:ea typeface="+mn-ea"/>
                <a:cs typeface="+mn-cs"/>
              </a:rPr>
              <a:t>当选择 </a:t>
            </a:r>
            <a:r>
              <a:rPr lang="en-US" altLang="zh-CN" sz="1200" b="0" i="0" kern="1200" dirty="0">
                <a:solidFill>
                  <a:schemeClr val="tx1"/>
                </a:solidFill>
                <a:effectLst/>
                <a:latin typeface="+mn-lt"/>
                <a:ea typeface="+mn-ea"/>
                <a:cs typeface="+mn-cs"/>
              </a:rPr>
              <a:t>fork</a:t>
            </a:r>
            <a:r>
              <a:rPr lang="zh-CN" altLang="en-US" sz="1200" b="0" i="0" kern="1200" dirty="0">
                <a:solidFill>
                  <a:schemeClr val="tx1"/>
                </a:solidFill>
                <a:effectLst/>
                <a:latin typeface="+mn-lt"/>
                <a:ea typeface="+mn-ea"/>
                <a:cs typeface="+mn-cs"/>
              </a:rPr>
              <a:t>，相当于你自己有了一份原项目的拷贝，当然这个拷贝只是针对当时的项目文件，如果后续原项目文件发生改变，你必须通过其他的方式去同步。</a:t>
            </a:r>
            <a:r>
              <a:rPr lang="en-US" altLang="zh-CN" dirty="0"/>
              <a:t/>
            </a:r>
            <a:br>
              <a:rPr lang="en-US" altLang="zh-CN" dirty="0"/>
            </a:br>
            <a:r>
              <a:rPr lang="zh-CN" altLang="en-US" dirty="0"/>
              <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9C1EB51E-ABE1-454B-971B-C67CDB72BDA5}" type="slidenum">
              <a:rPr lang="zh-CN" altLang="en-US" smtClean="0"/>
              <a:t>45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32098" name="Rectangle 8"/>
          <p:cNvSpPr>
            <a:spLocks noGrp="1" noChangeArrowheads="1"/>
          </p:cNvSpPr>
          <p:nvPr/>
        </p:nvSpPr>
        <p:spPr bwMode="auto">
          <a:xfrm>
            <a:off x="0" y="0"/>
            <a:ext cx="31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32099" name="Rectangle 2"/>
          <p:cNvSpPr>
            <a:spLocks noGrp="1" noRot="1" noChangeAspect="1" noChangeArrowheads="1" noTextEdit="1"/>
          </p:cNvSpPr>
          <p:nvPr>
            <p:ph type="sldImg" idx="4294967295"/>
          </p:nvPr>
        </p:nvSpPr>
        <p:spPr>
          <a:xfrm>
            <a:off x="1588" y="0"/>
            <a:ext cx="0" cy="0"/>
          </a:xfrm>
          <a:ln w="12700">
            <a:solidFill>
              <a:srgbClr val="000000"/>
            </a:solidFill>
            <a:bevel/>
          </a:ln>
        </p:spPr>
      </p:sp>
      <p:sp>
        <p:nvSpPr>
          <p:cNvPr id="132100"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宋体" panose="02010600030101010101" pitchFamily="2" charset="-122"/>
                <a:cs typeface="Arial" panose="020B0604020202020204" pitchFamily="34" charset="0"/>
              </a:rPr>
              <a:t>首先我们提出的知识点是：二进制与数制的转换。</a:t>
            </a:r>
          </a:p>
          <a:p>
            <a:pPr eaLnBrk="1" hangingPunct="1"/>
            <a:r>
              <a:rPr lang="zh-CN" altLang="en-US" dirty="0">
                <a:ea typeface="宋体" panose="02010600030101010101" pitchFamily="2" charset="-122"/>
                <a:cs typeface="Arial" panose="020B0604020202020204" pitchFamily="34" charset="0"/>
              </a:rPr>
              <a:t>计算机因为计算应运而生，计算机使用的数制是二进制，二进制有</a:t>
            </a:r>
            <a:r>
              <a:rPr lang="en-US" altLang="zh-CN" dirty="0">
                <a:ea typeface="宋体" panose="02010600030101010101" pitchFamily="2" charset="-122"/>
                <a:cs typeface="Arial" panose="020B0604020202020204" pitchFamily="34" charset="0"/>
              </a:rPr>
              <a:t>2</a:t>
            </a:r>
            <a:r>
              <a:rPr lang="zh-CN" altLang="en-US" dirty="0">
                <a:ea typeface="宋体" panose="02010600030101010101" pitchFamily="2" charset="-122"/>
                <a:cs typeface="Arial" panose="020B0604020202020204" pitchFamily="34" charset="0"/>
              </a:rPr>
              <a:t>个数码：</a:t>
            </a:r>
            <a:r>
              <a:rPr lang="en-US" altLang="zh-CN" dirty="0">
                <a:ea typeface="宋体" panose="02010600030101010101" pitchFamily="2" charset="-122"/>
                <a:cs typeface="Arial" panose="020B0604020202020204" pitchFamily="34" charset="0"/>
              </a:rPr>
              <a:t>0</a:t>
            </a:r>
            <a:r>
              <a:rPr lang="zh-CN" altLang="en-US" dirty="0">
                <a:ea typeface="宋体" panose="02010600030101010101" pitchFamily="2" charset="-122"/>
                <a:cs typeface="Arial" panose="020B0604020202020204" pitchFamily="34" charset="0"/>
              </a:rPr>
              <a:t>、</a:t>
            </a:r>
            <a:r>
              <a:rPr lang="en-US" altLang="zh-CN" dirty="0">
                <a:ea typeface="宋体" panose="02010600030101010101" pitchFamily="2" charset="-122"/>
                <a:cs typeface="Arial" panose="020B0604020202020204" pitchFamily="34" charset="0"/>
              </a:rPr>
              <a:t>1</a:t>
            </a:r>
            <a:r>
              <a:rPr lang="zh-CN" altLang="en-US" dirty="0">
                <a:ea typeface="宋体" panose="02010600030101010101" pitchFamily="2" charset="-122"/>
                <a:cs typeface="Arial" panose="020B0604020202020204" pitchFamily="34" charset="0"/>
              </a:rPr>
              <a:t>，所以我们要了解计算机基本概念，就要从最基本的东西讲起：二进制数：</a:t>
            </a:r>
            <a:r>
              <a:rPr lang="en-US" altLang="zh-CN" dirty="0">
                <a:ea typeface="宋体" panose="02010600030101010101" pitchFamily="2" charset="-122"/>
                <a:cs typeface="Arial" panose="020B0604020202020204" pitchFamily="34" charset="0"/>
              </a:rPr>
              <a:t>0</a:t>
            </a:r>
            <a:r>
              <a:rPr lang="zh-CN" altLang="en-US" dirty="0">
                <a:ea typeface="宋体" panose="02010600030101010101" pitchFamily="2" charset="-122"/>
                <a:cs typeface="Arial" panose="020B0604020202020204" pitchFamily="34" charset="0"/>
              </a:rPr>
              <a:t>、</a:t>
            </a:r>
            <a:r>
              <a:rPr lang="en-US" altLang="zh-CN" dirty="0">
                <a:ea typeface="宋体" panose="02010600030101010101" pitchFamily="2" charset="-122"/>
                <a:cs typeface="Arial" panose="020B0604020202020204" pitchFamily="34" charset="0"/>
              </a:rPr>
              <a:t>1</a:t>
            </a:r>
            <a:r>
              <a:rPr lang="zh-CN" altLang="en-US" dirty="0">
                <a:ea typeface="宋体" panose="02010600030101010101" pitchFamily="2" charset="-122"/>
                <a:cs typeface="Arial" panose="020B0604020202020204" pitchFamily="34" charset="0"/>
              </a:rPr>
              <a:t>。</a:t>
            </a:r>
          </a:p>
          <a:p>
            <a:pPr eaLnBrk="1" hangingPunct="1"/>
            <a:r>
              <a:rPr lang="en-US" altLang="zh-CN" dirty="0">
                <a:ea typeface="宋体" panose="02010600030101010101" pitchFamily="2" charset="-122"/>
                <a:cs typeface="Arial" panose="020B0604020202020204" pitchFamily="34" charset="0"/>
              </a:rPr>
              <a:t>0</a:t>
            </a:r>
            <a:r>
              <a:rPr lang="zh-CN" altLang="en-US" dirty="0">
                <a:ea typeface="宋体" panose="02010600030101010101" pitchFamily="2" charset="-122"/>
                <a:cs typeface="Arial" panose="020B0604020202020204" pitchFamily="34" charset="0"/>
              </a:rPr>
              <a:t>、</a:t>
            </a:r>
            <a:r>
              <a:rPr lang="en-US" altLang="zh-CN" dirty="0">
                <a:ea typeface="宋体" panose="02010600030101010101" pitchFamily="2" charset="-122"/>
                <a:cs typeface="Arial" panose="020B0604020202020204" pitchFamily="34" charset="0"/>
              </a:rPr>
              <a:t>1</a:t>
            </a:r>
            <a:r>
              <a:rPr lang="zh-CN" altLang="en-US" dirty="0">
                <a:ea typeface="宋体" panose="02010600030101010101" pitchFamily="2" charset="-122"/>
                <a:cs typeface="Arial" panose="020B0604020202020204" pitchFamily="34" charset="0"/>
              </a:rPr>
              <a:t>能做什么？</a:t>
            </a:r>
            <a:r>
              <a:rPr lang="en-US" altLang="zh-CN" dirty="0">
                <a:ea typeface="宋体" panose="02010600030101010101" pitchFamily="2" charset="-122"/>
                <a:cs typeface="Arial" panose="020B0604020202020204" pitchFamily="34" charset="0"/>
              </a:rPr>
              <a:t>……</a:t>
            </a:r>
            <a:endParaRPr lang="zh-CN" altLang="en-US" dirty="0">
              <a:ea typeface="宋体" panose="02010600030101010101" pitchFamily="2" charset="-122"/>
              <a:cs typeface="Arial" panose="020B0604020202020204" pitchFamily="34" charset="0"/>
            </a:endParaRPr>
          </a:p>
          <a:p>
            <a:pPr eaLnBrk="1" hangingPunct="1"/>
            <a:endParaRPr lang="zh-CN" altLang="en-US" dirty="0">
              <a:ea typeface="宋体" panose="02010600030101010101" pitchFamily="2" charset="-122"/>
              <a:cs typeface="Arial" panose="020B0604020202020204" pitchFamily="34" charset="0"/>
            </a:endParaRPr>
          </a:p>
          <a:p>
            <a:pPr eaLnBrk="1" hangingPunct="1"/>
            <a:endParaRPr lang="zh-CN" altLang="en-US" dirty="0">
              <a:ea typeface="宋体" panose="02010600030101010101" pitchFamily="2" charset="-122"/>
              <a:cs typeface="Arial" panose="020B0604020202020204" pitchFamily="34" charset="0"/>
            </a:endParaRPr>
          </a:p>
          <a:p>
            <a:pPr eaLnBrk="1" hangingPunct="1"/>
            <a:r>
              <a:rPr lang="zh-CN" altLang="en-US" dirty="0">
                <a:ea typeface="宋体" panose="02010600030101010101" pitchFamily="2" charset="-122"/>
                <a:cs typeface="Arial" panose="020B0604020202020204" pitchFamily="34" charset="0"/>
              </a:rPr>
              <a:t>小结：我们讲了二进制的起源、讲了计算技术在发展过程中为什么摒弃我们非常熟悉的、日常使用的十进制，转而选择二进制？</a:t>
            </a:r>
          </a:p>
          <a:p>
            <a:pPr eaLnBrk="1" hangingPunct="1"/>
            <a:r>
              <a:rPr lang="zh-CN" altLang="en-US" dirty="0">
                <a:ea typeface="宋体" panose="02010600030101010101" pitchFamily="2" charset="-122"/>
                <a:cs typeface="Arial" panose="020B0604020202020204" pitchFamily="34" charset="0"/>
              </a:rPr>
              <a:t>提到了计算思维中的：复杂事物分解为简单事物之叠加。</a:t>
            </a:r>
          </a:p>
          <a:p>
            <a:pPr eaLnBrk="1" hangingPunct="1"/>
            <a:r>
              <a:rPr lang="zh-CN" altLang="en-US" dirty="0">
                <a:ea typeface="宋体" panose="02010600030101010101" pitchFamily="2" charset="-122"/>
                <a:cs typeface="Arial" panose="020B0604020202020204" pitchFamily="34" charset="0"/>
              </a:rPr>
              <a:t>掌握了把：任何一种进制转换为二进制的方法，反之，亦然。</a:t>
            </a:r>
          </a:p>
          <a:p>
            <a:pPr eaLnBrk="1" hangingPunct="1"/>
            <a:r>
              <a:rPr lang="zh-CN" altLang="en-US" dirty="0">
                <a:ea typeface="宋体" panose="02010600030101010101" pitchFamily="2" charset="-122"/>
                <a:cs typeface="Arial" panose="020B0604020202020204" pitchFamily="34" charset="0"/>
              </a:rPr>
              <a:t>接下来，我们要了解的是：数据在计算机中是如何表示的。</a:t>
            </a:r>
          </a:p>
          <a:p>
            <a:pPr eaLnBrk="1" hangingPunct="1"/>
            <a:endParaRPr lang="zh-CN" altLang="en-US" dirty="0">
              <a:ea typeface="宋体" panose="02010600030101010101" pitchFamily="2" charset="-122"/>
              <a:cs typeface="Arial" panose="020B0604020202020204" pitchFamily="34" charset="0"/>
            </a:endParaRPr>
          </a:p>
          <a:p>
            <a:pPr eaLnBrk="1" hangingPunct="1"/>
            <a:endParaRPr lang="zh-CN" altLang="en-US" dirty="0">
              <a:ea typeface="宋体" panose="02010600030101010101" pitchFamily="2" charset="-122"/>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33122" name="Rectangle 7"/>
          <p:cNvSpPr>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60" tIns="48230" rIns="96460" bIns="48230"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buFont typeface="Arial" panose="020B0604020202020204" pitchFamily="34" charset="0"/>
              <a:buNone/>
            </a:pPr>
            <a:fld id="{6ED07F8E-9C9B-49D4-AEA3-3478043173EA}" type="slidenum">
              <a:rPr lang="en-US" altLang="zh-CN" sz="1300">
                <a:solidFill>
                  <a:srgbClr val="000000"/>
                </a:solidFill>
                <a:latin typeface="Arial" panose="020B0604020202020204" pitchFamily="34" charset="0"/>
                <a:ea typeface="隶书" panose="02010509060101010101" pitchFamily="49" charset="-122"/>
                <a:sym typeface="Arial" panose="020B0604020202020204" pitchFamily="34" charset="0"/>
              </a:rPr>
              <a:t>48</a:t>
            </a:fld>
            <a:endParaRPr lang="en-US" altLang="zh-CN" sz="1300">
              <a:solidFill>
                <a:srgbClr val="000000"/>
              </a:solidFill>
              <a:latin typeface="Arial" panose="020B0604020202020204" pitchFamily="34" charset="0"/>
              <a:ea typeface="隶书" panose="02010509060101010101" pitchFamily="49" charset="-122"/>
              <a:sym typeface="Arial" panose="020B0604020202020204" pitchFamily="34" charset="0"/>
            </a:endParaRPr>
          </a:p>
        </p:txBody>
      </p:sp>
      <p:sp>
        <p:nvSpPr>
          <p:cNvPr id="133123" name="Rectangle 7"/>
          <p:cNvSpPr>
            <a:spLocks noGrp="1" noChangeArrowheads="1"/>
          </p:cNvSpPr>
          <p:nvPr/>
        </p:nvSpPr>
        <p:spPr bwMode="auto">
          <a:xfrm>
            <a:off x="3883025" y="8683625"/>
            <a:ext cx="2973388"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486" tIns="52243" rIns="104486" bIns="52243"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buFont typeface="Arial" panose="020B0604020202020204" pitchFamily="34" charset="0"/>
              <a:buNone/>
            </a:pPr>
            <a:fld id="{6A0A576D-BF2A-49D9-A836-A12EB743FEDE}" type="slidenum">
              <a:rPr lang="en-US" altLang="zh-CN" sz="1400">
                <a:solidFill>
                  <a:srgbClr val="000000"/>
                </a:solidFill>
                <a:latin typeface="Arial" panose="020B0604020202020204" pitchFamily="34" charset="0"/>
                <a:sym typeface="Arial" panose="020B0604020202020204" pitchFamily="34" charset="0"/>
              </a:rPr>
              <a:t>48</a:t>
            </a:fld>
            <a:endParaRPr lang="en-US" altLang="zh-CN" sz="1400">
              <a:solidFill>
                <a:srgbClr val="000000"/>
              </a:solidFill>
              <a:latin typeface="Arial" panose="020B0604020202020204" pitchFamily="34" charset="0"/>
              <a:sym typeface="Arial" panose="020B0604020202020204" pitchFamily="34" charset="0"/>
            </a:endParaRPr>
          </a:p>
        </p:txBody>
      </p:sp>
      <p:sp>
        <p:nvSpPr>
          <p:cNvPr id="133124" name="Rectangle 2"/>
          <p:cNvSpPr>
            <a:spLocks noGrp="1" noRot="1" noChangeAspect="1" noChangeArrowheads="1" noTextEdit="1"/>
          </p:cNvSpPr>
          <p:nvPr>
            <p:ph type="sldImg" idx="4294967295"/>
          </p:nvPr>
        </p:nvSpPr>
        <p:spPr>
          <a:xfrm>
            <a:off x="1143000" y="682625"/>
            <a:ext cx="4573588" cy="3430588"/>
          </a:xfrm>
          <a:ln w="12700">
            <a:solidFill>
              <a:srgbClr val="000000"/>
            </a:solidFill>
            <a:bevel/>
          </a:ln>
        </p:spPr>
      </p:sp>
      <p:sp>
        <p:nvSpPr>
          <p:cNvPr id="133125" name="Rectangle 3"/>
          <p:cNvSpPr>
            <a:spLocks noGrp="1" noRot="1" noChangeAspect="1" noChangeArrowheads="1"/>
          </p:cNvSpPr>
          <p:nvPr>
            <p:ph type="body" idx="4294967295"/>
          </p:nvPr>
        </p:nvSpPr>
        <p:spPr bwMode="auto">
          <a:xfrm>
            <a:off x="685800" y="4343400"/>
            <a:ext cx="5486400" cy="41179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486" tIns="52243" rIns="104486" bIns="52243"/>
          <a:lstStyle/>
          <a:p>
            <a:pPr eaLnBrk="1" hangingPunct="1"/>
            <a:r>
              <a:rPr lang="en-US" altLang="zh-CN">
                <a:ea typeface="宋体" panose="02010600030101010101" pitchFamily="2" charset="-122"/>
              </a:rPr>
              <a:t>0</a:t>
            </a:r>
            <a:r>
              <a:rPr lang="zh-CN" altLang="en-US">
                <a:ea typeface="宋体" panose="02010600030101010101" pitchFamily="2" charset="-122"/>
                <a:cs typeface="Arial" panose="020B0604020202020204" pitchFamily="34" charset="0"/>
              </a:rPr>
              <a:t>、</a:t>
            </a:r>
            <a:r>
              <a:rPr lang="en-US" altLang="zh-CN">
                <a:ea typeface="宋体" panose="02010600030101010101" pitchFamily="2" charset="-122"/>
              </a:rPr>
              <a:t>1</a:t>
            </a:r>
            <a:r>
              <a:rPr lang="zh-CN" altLang="en-US">
                <a:ea typeface="宋体" panose="02010600030101010101" pitchFamily="2" charset="-122"/>
              </a:rPr>
              <a:t>是信息表示的基础，在计算机中只有</a:t>
            </a:r>
            <a:r>
              <a:rPr lang="en-US" altLang="zh-CN">
                <a:ea typeface="宋体" panose="02010600030101010101" pitchFamily="2" charset="-122"/>
              </a:rPr>
              <a:t>0</a:t>
            </a:r>
            <a:r>
              <a:rPr lang="zh-CN" altLang="en-US">
                <a:ea typeface="宋体" panose="02010600030101010101" pitchFamily="2" charset="-122"/>
              </a:rPr>
              <a:t>、</a:t>
            </a:r>
            <a:r>
              <a:rPr lang="en-US" altLang="zh-CN">
                <a:ea typeface="宋体" panose="02010600030101010101" pitchFamily="2" charset="-122"/>
              </a:rPr>
              <a:t>1</a:t>
            </a:r>
            <a:r>
              <a:rPr lang="zh-CN" altLang="en-US">
                <a:ea typeface="宋体" panose="02010600030101010101" pitchFamily="2" charset="-122"/>
              </a:rPr>
              <a:t>两个数码，但</a:t>
            </a:r>
            <a:r>
              <a:rPr lang="en-US" altLang="zh-CN">
                <a:ea typeface="宋体" panose="02010600030101010101" pitchFamily="2" charset="-122"/>
              </a:rPr>
              <a:t>0</a:t>
            </a:r>
            <a:r>
              <a:rPr lang="zh-CN" altLang="en-US">
                <a:ea typeface="宋体" panose="02010600030101010101" pitchFamily="2" charset="-122"/>
              </a:rPr>
              <a:t>、</a:t>
            </a:r>
            <a:r>
              <a:rPr lang="en-US" altLang="zh-CN">
                <a:ea typeface="宋体" panose="02010600030101010101" pitchFamily="2" charset="-122"/>
              </a:rPr>
              <a:t>1</a:t>
            </a:r>
            <a:r>
              <a:rPr lang="zh-CN" altLang="en-US">
                <a:ea typeface="宋体" panose="02010600030101010101" pitchFamily="2" charset="-122"/>
              </a:rPr>
              <a:t>的组合却可以表示一切</a:t>
            </a:r>
            <a:r>
              <a:rPr lang="en-US" altLang="zh-CN">
                <a:ea typeface="宋体" panose="02010600030101010101" pitchFamily="2" charset="-122"/>
              </a:rPr>
              <a:t>:</a:t>
            </a:r>
            <a:r>
              <a:rPr lang="zh-CN" altLang="en-US">
                <a:ea typeface="宋体" panose="02010600030101010101" pitchFamily="2" charset="-122"/>
              </a:rPr>
              <a:t>可以表示数值数据、可以表示字符数据、可以表示声音、可以表示图像、可以表示视频。</a:t>
            </a:r>
          </a:p>
          <a:p>
            <a:pPr eaLnBrk="1" hangingPunct="1"/>
            <a:r>
              <a:rPr lang="zh-CN" altLang="en-US">
                <a:ea typeface="宋体" panose="02010600030101010101" pitchFamily="2" charset="-122"/>
              </a:rPr>
              <a:t>既简单又神奇。是一切力量之源</a:t>
            </a:r>
            <a:r>
              <a:rPr lang="en-US" altLang="zh-CN">
                <a:ea typeface="宋体" panose="02010600030101010101" pitchFamily="2" charset="-122"/>
              </a:rPr>
              <a:t>……</a:t>
            </a:r>
            <a:endParaRPr lang="zh-CN" altLang="en-US">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36194" name="Rectangle 8"/>
          <p:cNvSpPr>
            <a:spLocks noGrp="1" noChangeArrowheads="1"/>
          </p:cNvSpPr>
          <p:nvPr/>
        </p:nvSpPr>
        <p:spPr bwMode="auto">
          <a:xfrm>
            <a:off x="0" y="0"/>
            <a:ext cx="31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36195" name="Rectangle 2"/>
          <p:cNvSpPr>
            <a:spLocks noGrp="1" noRot="1" noChangeAspect="1" noChangeArrowheads="1" noTextEdit="1"/>
          </p:cNvSpPr>
          <p:nvPr>
            <p:ph type="sldImg" idx="4294967295"/>
          </p:nvPr>
        </p:nvSpPr>
        <p:spPr>
          <a:xfrm>
            <a:off x="1268413" y="376238"/>
            <a:ext cx="4306887" cy="3230562"/>
          </a:xfrm>
          <a:ln w="12700">
            <a:solidFill>
              <a:srgbClr val="000000"/>
            </a:solidFill>
            <a:bevel/>
          </a:ln>
        </p:spPr>
      </p:sp>
      <p:sp>
        <p:nvSpPr>
          <p:cNvPr id="136196"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cs typeface="Arial" panose="020B0604020202020204" pitchFamily="34" charset="0"/>
              </a:rPr>
              <a:t>计算技术在发展过程中，为什么摒弃了十进制，转为二进制？</a:t>
            </a:r>
          </a:p>
          <a:p>
            <a:pPr eaLnBrk="1" hangingPunct="1"/>
            <a:endParaRPr lang="zh-CN" altLang="en-US">
              <a:ea typeface="宋体" panose="02010600030101010101" pitchFamily="2" charset="-122"/>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0290" name="Rectangle 8"/>
          <p:cNvSpPr>
            <a:spLocks noGrp="1" noChangeArrowheads="1"/>
          </p:cNvSpPr>
          <p:nvPr/>
        </p:nvSpPr>
        <p:spPr bwMode="auto">
          <a:xfrm>
            <a:off x="73025"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0291" name="Rectangle 2"/>
          <p:cNvSpPr>
            <a:spLocks noGrp="1" noRot="1" noChangeAspect="1" noChangeArrowheads="1" noTextEdit="1"/>
          </p:cNvSpPr>
          <p:nvPr>
            <p:ph type="sldImg" idx="4294967295"/>
          </p:nvPr>
        </p:nvSpPr>
        <p:spPr>
          <a:xfrm>
            <a:off x="2147483647" y="-2147483648"/>
            <a:ext cx="0" cy="2147011200"/>
          </a:xfrm>
          <a:ln w="12700">
            <a:solidFill>
              <a:srgbClr val="000000"/>
            </a:solidFill>
            <a:bevel/>
          </a:ln>
        </p:spPr>
      </p:sp>
      <p:sp>
        <p:nvSpPr>
          <p:cNvPr id="140292"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ea typeface="宋体" panose="02010600030101010101" pitchFamily="2" charset="-122"/>
              </a:rPr>
              <a:t>R</a:t>
            </a:r>
            <a:r>
              <a:rPr lang="zh-CN" altLang="en-US">
                <a:ea typeface="宋体" panose="02010600030101010101" pitchFamily="2" charset="-122"/>
                <a:cs typeface="Arial" panose="020B0604020202020204" pitchFamily="34" charset="0"/>
              </a:rPr>
              <a:t>进制如何转换为二进制呢？选讲</a:t>
            </a:r>
            <a:r>
              <a:rPr lang="en-US" altLang="zh-CN">
                <a:ea typeface="宋体" panose="02010600030101010101" pitchFamily="2" charset="-122"/>
              </a:rPr>
              <a:t>10-&gt;</a:t>
            </a:r>
            <a:r>
              <a:rPr lang="zh-CN" altLang="en-US">
                <a:ea typeface="宋体" panose="02010600030101010101" pitchFamily="2" charset="-122"/>
              </a:rPr>
              <a:t>二进制、</a:t>
            </a:r>
            <a:r>
              <a:rPr lang="en-US" altLang="zh-CN">
                <a:ea typeface="宋体" panose="02010600030101010101" pitchFamily="2" charset="-122"/>
              </a:rPr>
              <a:t>16-&gt;2</a:t>
            </a:r>
            <a:r>
              <a:rPr lang="zh-CN" altLang="en-US">
                <a:ea typeface="宋体" panose="02010600030101010101" pitchFamily="2" charset="-122"/>
              </a:rPr>
              <a:t>进制  、 二进制</a:t>
            </a:r>
            <a:r>
              <a:rPr lang="en-US" altLang="zh-CN">
                <a:ea typeface="宋体" panose="02010600030101010101" pitchFamily="2" charset="-122"/>
              </a:rPr>
              <a:t>-&gt;10</a:t>
            </a:r>
            <a:r>
              <a:rPr lang="zh-CN" altLang="en-US">
                <a:ea typeface="宋体" panose="02010600030101010101" pitchFamily="2" charset="-122"/>
              </a:rPr>
              <a:t> 、</a:t>
            </a:r>
            <a:r>
              <a:rPr lang="en-US" altLang="zh-CN">
                <a:ea typeface="宋体" panose="02010600030101010101" pitchFamily="2" charset="-122"/>
              </a:rPr>
              <a:t>2</a:t>
            </a:r>
            <a:r>
              <a:rPr lang="zh-CN" altLang="en-US">
                <a:ea typeface="宋体" panose="02010600030101010101" pitchFamily="2" charset="-122"/>
              </a:rPr>
              <a:t>进制</a:t>
            </a:r>
            <a:r>
              <a:rPr lang="en-US" altLang="zh-CN">
                <a:ea typeface="宋体" panose="02010600030101010101" pitchFamily="2" charset="-122"/>
              </a:rPr>
              <a:t>-&gt;16</a:t>
            </a:r>
            <a:endParaRPr lang="zh-CN" altLang="en-US">
              <a:ea typeface="宋体" panose="02010600030101010101" pitchFamily="2" charset="-122"/>
            </a:endParaRPr>
          </a:p>
          <a:p>
            <a:pPr eaLnBrk="1" hangingPunct="1"/>
            <a:endParaRPr lang="zh-CN" altLang="en-US">
              <a:ea typeface="宋体" panose="02010600030101010101" pitchFamily="2" charset="-122"/>
            </a:endParaRPr>
          </a:p>
          <a:p>
            <a:pPr eaLnBrk="1" hangingPunct="1"/>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1314" name="Rectangle 8"/>
          <p:cNvSpPr>
            <a:spLocks noGrp="1" noChangeArrowheads="1"/>
          </p:cNvSpPr>
          <p:nvPr/>
        </p:nvSpPr>
        <p:spPr bwMode="auto">
          <a:xfrm>
            <a:off x="71438" y="0"/>
            <a:ext cx="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1315" name="Rectangle 2"/>
          <p:cNvSpPr>
            <a:spLocks noGrp="1" noRot="1" noChangeAspect="1" noChangeArrowheads="1" noTextEdit="1"/>
          </p:cNvSpPr>
          <p:nvPr>
            <p:ph type="sldImg" idx="4294967295"/>
          </p:nvPr>
        </p:nvSpPr>
        <p:spPr>
          <a:xfrm>
            <a:off x="-973138" y="0"/>
            <a:ext cx="2028826" cy="1522413"/>
          </a:xfrm>
          <a:ln w="12700">
            <a:solidFill>
              <a:srgbClr val="000000"/>
            </a:solidFill>
            <a:bevel/>
          </a:ln>
        </p:spPr>
      </p:sp>
      <p:sp>
        <p:nvSpPr>
          <p:cNvPr id="141316"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cs typeface="Arial" panose="020B0604020202020204" pitchFamily="34" charset="0"/>
              </a:rPr>
              <a:t>计算机能认出的数制</a:t>
            </a:r>
            <a:r>
              <a:rPr lang="en-US" altLang="zh-CN">
                <a:ea typeface="宋体" panose="02010600030101010101" pitchFamily="2" charset="-122"/>
                <a:cs typeface="Arial" panose="020B0604020202020204" pitchFamily="34" charset="0"/>
              </a:rPr>
              <a:t>,</a:t>
            </a:r>
            <a:r>
              <a:rPr lang="zh-CN" altLang="en-US">
                <a:ea typeface="宋体" panose="02010600030101010101" pitchFamily="2" charset="-122"/>
                <a:cs typeface="Arial" panose="020B0604020202020204" pitchFamily="34" charset="0"/>
              </a:rPr>
              <a:t>就是二进制</a:t>
            </a:r>
            <a:r>
              <a:rPr lang="en-US" altLang="zh-CN">
                <a:ea typeface="宋体" panose="02010600030101010101" pitchFamily="2" charset="-122"/>
                <a:cs typeface="Arial" panose="020B0604020202020204" pitchFamily="34" charset="0"/>
              </a:rPr>
              <a:t>.</a:t>
            </a:r>
            <a:r>
              <a:rPr lang="zh-CN" altLang="en-US">
                <a:ea typeface="宋体" panose="02010600030101010101" pitchFamily="2" charset="-122"/>
                <a:cs typeface="Arial" panose="020B0604020202020204" pitchFamily="34" charset="0"/>
              </a:rPr>
              <a:t>计算机是处理信息的机器，所以，各种类型的信息</a:t>
            </a:r>
            <a:r>
              <a:rPr lang="en-US" altLang="zh-CN">
                <a:ea typeface="宋体" panose="02010600030101010101" pitchFamily="2" charset="-122"/>
                <a:cs typeface="Arial" panose="020B0604020202020204" pitchFamily="34" charset="0"/>
              </a:rPr>
              <a:t>(</a:t>
            </a:r>
            <a:r>
              <a:rPr lang="zh-CN" altLang="en-US">
                <a:ea typeface="宋体" panose="02010600030101010101" pitchFamily="2" charset="-122"/>
                <a:cs typeface="Arial" panose="020B0604020202020204" pitchFamily="34" charset="0"/>
              </a:rPr>
              <a:t>数值、文字、声音、图像</a:t>
            </a:r>
            <a:r>
              <a:rPr lang="en-US" altLang="zh-CN">
                <a:ea typeface="宋体" panose="02010600030101010101" pitchFamily="2" charset="-122"/>
                <a:cs typeface="Arial" panose="020B0604020202020204" pitchFamily="34" charset="0"/>
              </a:rPr>
              <a:t>)</a:t>
            </a:r>
            <a:r>
              <a:rPr lang="zh-CN" altLang="en-US">
                <a:ea typeface="宋体" panose="02010600030101010101" pitchFamily="2" charset="-122"/>
                <a:cs typeface="Arial" panose="020B0604020202020204" pitchFamily="34" charset="0"/>
              </a:rPr>
              <a:t>必须转换成二进制数字编码的形式，才能在计算机中进行处理。</a:t>
            </a:r>
          </a:p>
          <a:p>
            <a:pPr eaLnBrk="1" hangingPunct="1"/>
            <a:r>
              <a:rPr lang="zh-CN" altLang="en-US">
                <a:ea typeface="宋体" panose="02010600030101010101" pitchFamily="2" charset="-122"/>
                <a:cs typeface="Arial" panose="020B0604020202020204" pitchFamily="34" charset="0"/>
              </a:rPr>
              <a:t>基本概念</a:t>
            </a:r>
          </a:p>
          <a:p>
            <a:pPr eaLnBrk="1" hangingPunct="1"/>
            <a:r>
              <a:rPr lang="zh-CN" altLang="en-US">
                <a:ea typeface="宋体" panose="02010600030101010101" pitchFamily="2" charset="-122"/>
                <a:cs typeface="Arial" panose="020B0604020202020204" pitchFamily="34" charset="0"/>
              </a:rPr>
              <a:t>位</a:t>
            </a:r>
            <a:r>
              <a:rPr lang="en-US" altLang="zh-CN">
                <a:ea typeface="宋体" panose="02010600030101010101" pitchFamily="2" charset="-122"/>
                <a:cs typeface="Arial" panose="020B0604020202020204" pitchFamily="34" charset="0"/>
              </a:rPr>
              <a:t>(bit)</a:t>
            </a:r>
            <a:r>
              <a:rPr lang="zh-CN" altLang="en-US">
                <a:ea typeface="宋体" panose="02010600030101010101" pitchFamily="2" charset="-122"/>
                <a:cs typeface="Arial" panose="020B0604020202020204" pitchFamily="34" charset="0"/>
              </a:rPr>
              <a:t>：即二进制位，每一位可以是</a:t>
            </a:r>
            <a:r>
              <a:rPr lang="en-US" altLang="zh-CN">
                <a:ea typeface="宋体" panose="02010600030101010101" pitchFamily="2" charset="-122"/>
                <a:cs typeface="Arial" panose="020B0604020202020204" pitchFamily="34" charset="0"/>
              </a:rPr>
              <a:t>0</a:t>
            </a:r>
            <a:r>
              <a:rPr lang="zh-CN" altLang="en-US">
                <a:ea typeface="宋体" panose="02010600030101010101" pitchFamily="2" charset="-122"/>
                <a:cs typeface="Arial" panose="020B0604020202020204" pitchFamily="34" charset="0"/>
              </a:rPr>
              <a:t>或</a:t>
            </a:r>
            <a:r>
              <a:rPr lang="en-US" altLang="zh-CN">
                <a:ea typeface="宋体" panose="02010600030101010101" pitchFamily="2" charset="-122"/>
                <a:cs typeface="Arial" panose="020B0604020202020204" pitchFamily="34" charset="0"/>
              </a:rPr>
              <a:t>1</a:t>
            </a:r>
            <a:r>
              <a:rPr lang="zh-CN" altLang="en-US">
                <a:ea typeface="宋体" panose="02010600030101010101" pitchFamily="2" charset="-122"/>
                <a:cs typeface="Arial" panose="020B0604020202020204" pitchFamily="34" charset="0"/>
              </a:rPr>
              <a:t>。</a:t>
            </a:r>
          </a:p>
          <a:p>
            <a:pPr eaLnBrk="1" hangingPunct="1"/>
            <a:r>
              <a:rPr lang="zh-CN" altLang="en-US">
                <a:ea typeface="宋体" panose="02010600030101010101" pitchFamily="2" charset="-122"/>
                <a:cs typeface="Arial" panose="020B0604020202020204" pitchFamily="34" charset="0"/>
              </a:rPr>
              <a:t>字节</a:t>
            </a:r>
            <a:r>
              <a:rPr lang="en-US" altLang="zh-CN">
                <a:ea typeface="宋体" panose="02010600030101010101" pitchFamily="2" charset="-122"/>
                <a:cs typeface="Arial" panose="020B0604020202020204" pitchFamily="34" charset="0"/>
              </a:rPr>
              <a:t>(byte)</a:t>
            </a:r>
            <a:r>
              <a:rPr lang="zh-CN" altLang="en-US">
                <a:ea typeface="宋体" panose="02010600030101010101" pitchFamily="2" charset="-122"/>
                <a:cs typeface="Arial" panose="020B0604020202020204" pitchFamily="34" charset="0"/>
              </a:rPr>
              <a:t>：一个字节由</a:t>
            </a:r>
            <a:r>
              <a:rPr lang="en-US" altLang="zh-CN">
                <a:ea typeface="宋体" panose="02010600030101010101" pitchFamily="2" charset="-122"/>
                <a:cs typeface="Arial" panose="020B0604020202020204" pitchFamily="34" charset="0"/>
              </a:rPr>
              <a:t>8</a:t>
            </a:r>
            <a:r>
              <a:rPr lang="zh-CN" altLang="en-US">
                <a:ea typeface="宋体" panose="02010600030101010101" pitchFamily="2" charset="-122"/>
                <a:cs typeface="Arial" panose="020B0604020202020204" pitchFamily="34" charset="0"/>
              </a:rPr>
              <a:t>个二进制位组成。它是计算机存储容量的基本计量单位。</a:t>
            </a:r>
          </a:p>
          <a:p>
            <a:pPr eaLnBrk="1" hangingPunct="1"/>
            <a:r>
              <a:rPr lang="zh-CN" altLang="en-US">
                <a:ea typeface="宋体" panose="02010600030101010101" pitchFamily="2" charset="-122"/>
                <a:cs typeface="Arial" panose="020B0604020202020204" pitchFamily="34" charset="0"/>
              </a:rPr>
              <a:t>字</a:t>
            </a:r>
            <a:r>
              <a:rPr lang="en-US" altLang="zh-CN">
                <a:ea typeface="宋体" panose="02010600030101010101" pitchFamily="2" charset="-122"/>
                <a:cs typeface="Arial" panose="020B0604020202020204" pitchFamily="34" charset="0"/>
              </a:rPr>
              <a:t>(word)</a:t>
            </a:r>
            <a:r>
              <a:rPr lang="zh-CN" altLang="en-US">
                <a:ea typeface="宋体" panose="02010600030101010101" pitchFamily="2" charset="-122"/>
                <a:cs typeface="Arial" panose="020B0604020202020204" pitchFamily="34" charset="0"/>
              </a:rPr>
              <a:t>：字或字长通常是字节的整数倍，它和具体的计算机数据总线一致，不同类型的计算机字长是不一样的。</a:t>
            </a: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2338" name="Rectangle 8"/>
          <p:cNvSpPr>
            <a:spLocks noGrp="1" noChangeArrowheads="1"/>
          </p:cNvSpPr>
          <p:nvPr/>
        </p:nvSpPr>
        <p:spPr bwMode="auto">
          <a:xfrm>
            <a:off x="-2147483648" y="0"/>
            <a:ext cx="0" cy="8335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2339" name="Rectangle 2"/>
          <p:cNvSpPr>
            <a:spLocks noGrp="1" noRot="1" noChangeAspect="1" noChangeArrowheads="1" noTextEdit="1"/>
          </p:cNvSpPr>
          <p:nvPr>
            <p:ph type="sldImg" idx="4294967295"/>
          </p:nvPr>
        </p:nvSpPr>
        <p:spPr>
          <a:xfrm>
            <a:off x="-2147483648" y="0"/>
            <a:ext cx="129947987" cy="97462975"/>
          </a:xfrm>
          <a:ln w="12700">
            <a:solidFill>
              <a:srgbClr val="000000"/>
            </a:solidFill>
            <a:bevel/>
          </a:ln>
        </p:spPr>
      </p:sp>
      <p:sp>
        <p:nvSpPr>
          <p:cNvPr id="142340"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cs typeface="Arial" panose="020B0604020202020204" pitchFamily="34" charset="0"/>
              </a:rPr>
              <a:t>计算机中的数分为定点数和浮点数。定点数即把小数点固定在某个地方，一般固定在最前面或最后面。所以定点数通常表示整数或纯小数。</a:t>
            </a:r>
          </a:p>
          <a:p>
            <a:pPr eaLnBrk="1" hangingPunct="1"/>
            <a:r>
              <a:rPr lang="zh-CN" altLang="en-US">
                <a:ea typeface="宋体" panose="02010600030101010101" pitchFamily="2" charset="-122"/>
                <a:cs typeface="Arial" panose="020B0604020202020204" pitchFamily="34" charset="0"/>
              </a:rPr>
              <a:t>浮点数指小数点可以在数的内部浮动，故浮点数表示实数。</a:t>
            </a:r>
          </a:p>
          <a:p>
            <a:pPr eaLnBrk="1" hangingPunct="1"/>
            <a:r>
              <a:rPr lang="zh-CN" altLang="en-US">
                <a:ea typeface="宋体" panose="02010600030101010101" pitchFamily="2" charset="-122"/>
                <a:cs typeface="Arial" panose="020B0604020202020204" pitchFamily="34" charset="0"/>
              </a:rPr>
              <a:t>如：</a:t>
            </a:r>
            <a:r>
              <a:rPr lang="en-US" altLang="zh-CN">
                <a:ea typeface="宋体" panose="02010600030101010101" pitchFamily="2" charset="-122"/>
                <a:cs typeface="Arial" panose="020B0604020202020204" pitchFamily="34" charset="0"/>
              </a:rPr>
              <a:t>123.45</a:t>
            </a:r>
            <a:r>
              <a:rPr lang="zh-CN" altLang="en-US">
                <a:ea typeface="宋体" panose="02010600030101010101" pitchFamily="2" charset="-122"/>
                <a:cs typeface="Arial" panose="020B0604020202020204" pitchFamily="34" charset="0"/>
              </a:rPr>
              <a:t>还可以表示为</a:t>
            </a:r>
            <a:r>
              <a:rPr lang="en-US" altLang="zh-CN">
                <a:ea typeface="宋体" panose="02010600030101010101" pitchFamily="2" charset="-122"/>
                <a:cs typeface="Arial" panose="020B0604020202020204" pitchFamily="34" charset="0"/>
              </a:rPr>
              <a:t>:</a:t>
            </a:r>
            <a:endParaRPr lang="zh-CN" altLang="en-US">
              <a:ea typeface="宋体" panose="02010600030101010101" pitchFamily="2" charset="-122"/>
              <a:cs typeface="Arial" panose="020B0604020202020204" pitchFamily="34" charset="0"/>
            </a:endParaRPr>
          </a:p>
          <a:p>
            <a:pPr eaLnBrk="1" hangingPunct="1"/>
            <a:r>
              <a:rPr lang="en-US" altLang="zh-CN">
                <a:ea typeface="宋体" panose="02010600030101010101" pitchFamily="2" charset="-122"/>
                <a:cs typeface="Arial" panose="020B0604020202020204" pitchFamily="34" charset="0"/>
              </a:rPr>
              <a:t>12.345×101</a:t>
            </a:r>
            <a:r>
              <a:rPr lang="zh-CN" altLang="en-US">
                <a:ea typeface="宋体" panose="02010600030101010101" pitchFamily="2" charset="-122"/>
                <a:cs typeface="Arial" panose="020B0604020202020204" pitchFamily="34" charset="0"/>
              </a:rPr>
              <a:t>或</a:t>
            </a:r>
            <a:r>
              <a:rPr lang="en-US" altLang="zh-CN">
                <a:ea typeface="宋体" panose="02010600030101010101" pitchFamily="2" charset="-122"/>
                <a:cs typeface="Arial" panose="020B0604020202020204" pitchFamily="34" charset="0"/>
              </a:rPr>
              <a:t>1.2345×102   </a:t>
            </a:r>
            <a:endParaRPr lang="zh-CN" altLang="en-US">
              <a:ea typeface="宋体" panose="02010600030101010101" pitchFamily="2" charset="-122"/>
              <a:cs typeface="Arial" panose="020B0604020202020204" pitchFamily="34" charset="0"/>
            </a:endParaRPr>
          </a:p>
          <a:p>
            <a:pPr eaLnBrk="1" hangingPunct="1"/>
            <a:r>
              <a:rPr lang="en-US" altLang="zh-CN">
                <a:ea typeface="宋体" panose="02010600030101010101" pitchFamily="2" charset="-122"/>
                <a:cs typeface="Arial" panose="020B0604020202020204" pitchFamily="34" charset="0"/>
              </a:rPr>
              <a:t>    </a:t>
            </a:r>
            <a:r>
              <a:rPr lang="zh-CN" altLang="en-US">
                <a:ea typeface="宋体" panose="02010600030101010101" pitchFamily="2" charset="-122"/>
                <a:cs typeface="Arial" panose="020B0604020202020204" pitchFamily="34" charset="0"/>
              </a:rPr>
              <a:t>在计算机中对数据进行运算操作时 ，把符号位和数值位一起编码来表示相应的数。常用的表示方法有原码、补码、反码、移码等。</a:t>
            </a: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3362" name="Rectangle 8"/>
          <p:cNvSpPr>
            <a:spLocks noGrp="1" noChangeArrowheads="1"/>
          </p:cNvSpPr>
          <p:nvPr/>
        </p:nvSpPr>
        <p:spPr bwMode="auto">
          <a:xfrm>
            <a:off x="0" y="0"/>
            <a:ext cx="3175" cy="8335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3363" name="Rectangle 2"/>
          <p:cNvSpPr>
            <a:spLocks noGrp="1" noRot="1" noChangeAspect="1" noChangeArrowheads="1" noTextEdit="1"/>
          </p:cNvSpPr>
          <p:nvPr>
            <p:ph type="sldImg" idx="4294967295"/>
          </p:nvPr>
        </p:nvSpPr>
        <p:spPr>
          <a:xfrm>
            <a:off x="1146175" y="687388"/>
            <a:ext cx="4567238" cy="3425825"/>
          </a:xfrm>
          <a:ln w="12700">
            <a:solidFill>
              <a:srgbClr val="000000"/>
            </a:solidFill>
            <a:bevel/>
          </a:ln>
        </p:spPr>
      </p:sp>
      <p:sp>
        <p:nvSpPr>
          <p:cNvPr id="143364" name="Rectangle 3"/>
          <p:cNvSpPr>
            <a:spLocks noGrp="1" noRot="1" noChangeAspect="1" noChangeArrowheads="1"/>
          </p:cNvSpPr>
          <p:nvPr>
            <p:ph type="body" idx="4294967295"/>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4" tIns="46032" rIns="92064" bIns="46032"/>
          <a:lstStyle/>
          <a:p>
            <a:pPr eaLnBrk="1" hangingPunct="1"/>
            <a:r>
              <a:rPr lang="en-US" altLang="zh-CN">
                <a:ea typeface="宋体" panose="02010600030101010101" pitchFamily="2" charset="-122"/>
              </a:rPr>
              <a:t>1</a:t>
            </a:r>
            <a:r>
              <a:rPr lang="zh-CN" altLang="en-US">
                <a:ea typeface="宋体" panose="02010600030101010101" pitchFamily="2" charset="-122"/>
                <a:cs typeface="Arial" panose="020B0604020202020204" pitchFamily="34" charset="0"/>
              </a:rPr>
              <a:t>．原码表示法</a:t>
            </a:r>
            <a:r>
              <a:rPr lang="en-US" altLang="zh-CN">
                <a:ea typeface="宋体" panose="02010600030101010101" pitchFamily="2" charset="-122"/>
              </a:rPr>
              <a:t>(</a:t>
            </a:r>
            <a:r>
              <a:rPr lang="zh-CN" altLang="en-US">
                <a:ea typeface="宋体" panose="02010600030101010101" pitchFamily="2" charset="-122"/>
              </a:rPr>
              <a:t>整数以一个字节为例</a:t>
            </a:r>
            <a:r>
              <a:rPr lang="en-US" altLang="zh-CN">
                <a:ea typeface="宋体" panose="02010600030101010101" pitchFamily="2" charset="-122"/>
              </a:rPr>
              <a:t>)</a:t>
            </a:r>
            <a:endParaRPr lang="zh-CN" altLang="en-US">
              <a:ea typeface="宋体" panose="02010600030101010101" pitchFamily="2" charset="-122"/>
            </a:endParaRPr>
          </a:p>
          <a:p>
            <a:pPr eaLnBrk="1" hangingPunct="1"/>
            <a:r>
              <a:rPr lang="en-US" altLang="zh-CN">
                <a:ea typeface="宋体" panose="02010600030101010101" pitchFamily="2" charset="-122"/>
              </a:rPr>
              <a:t>   </a:t>
            </a:r>
            <a:r>
              <a:rPr lang="zh-CN" altLang="en-US">
                <a:ea typeface="宋体" panose="02010600030101010101" pitchFamily="2" charset="-122"/>
              </a:rPr>
              <a:t>对一个二进制数而言，若用最高位表示数的符号</a:t>
            </a:r>
            <a:r>
              <a:rPr lang="en-US" altLang="zh-CN">
                <a:ea typeface="宋体" panose="02010600030101010101" pitchFamily="2" charset="-122"/>
              </a:rPr>
              <a:t>(“0”</a:t>
            </a:r>
            <a:r>
              <a:rPr lang="zh-CN" altLang="en-US">
                <a:ea typeface="宋体" panose="02010600030101010101" pitchFamily="2" charset="-122"/>
              </a:rPr>
              <a:t>表示正数，”</a:t>
            </a:r>
            <a:r>
              <a:rPr lang="en-US" altLang="zh-CN">
                <a:ea typeface="宋体" panose="02010600030101010101" pitchFamily="2" charset="-122"/>
              </a:rPr>
              <a:t>1”</a:t>
            </a:r>
            <a:r>
              <a:rPr lang="zh-CN" altLang="en-US">
                <a:ea typeface="宋体" panose="02010600030101010101" pitchFamily="2" charset="-122"/>
              </a:rPr>
              <a:t>表示负数</a:t>
            </a:r>
            <a:r>
              <a:rPr lang="en-US" altLang="zh-CN">
                <a:ea typeface="宋体" panose="02010600030101010101" pitchFamily="2" charset="-122"/>
              </a:rPr>
              <a:t>)</a:t>
            </a:r>
            <a:r>
              <a:rPr lang="zh-CN" altLang="en-US">
                <a:ea typeface="宋体" panose="02010600030101010101" pitchFamily="2" charset="-122"/>
              </a:rPr>
              <a:t>，其余各位表示数值本身，则称为该数的原码表示法。</a:t>
            </a:r>
          </a:p>
          <a:p>
            <a:pPr eaLnBrk="1" hangingPunct="1"/>
            <a:r>
              <a:rPr lang="zh-CN" altLang="en-US">
                <a:ea typeface="宋体" panose="02010600030101010101" pitchFamily="2" charset="-122"/>
              </a:rPr>
              <a:t>例如整数：</a:t>
            </a:r>
            <a:r>
              <a:rPr lang="en-US" altLang="zh-CN">
                <a:ea typeface="宋体" panose="02010600030101010101" pitchFamily="2" charset="-122"/>
              </a:rPr>
              <a:t>X=(+7)10=+0000111   [X</a:t>
            </a:r>
            <a:r>
              <a:rPr lang="zh-CN" altLang="en-US">
                <a:ea typeface="宋体" panose="02010600030101010101" pitchFamily="2" charset="-122"/>
              </a:rPr>
              <a:t>］原</a:t>
            </a:r>
            <a:r>
              <a:rPr lang="en-US" altLang="zh-CN">
                <a:ea typeface="宋体" panose="02010600030101010101" pitchFamily="2" charset="-122"/>
              </a:rPr>
              <a:t>= 00000111 </a:t>
            </a:r>
            <a:endParaRPr lang="zh-CN" altLang="en-US">
              <a:ea typeface="宋体" panose="02010600030101010101" pitchFamily="2" charset="-122"/>
            </a:endParaRPr>
          </a:p>
          <a:p>
            <a:pPr eaLnBrk="1" hangingPunct="1"/>
            <a:r>
              <a:rPr lang="en-US" altLang="zh-CN">
                <a:ea typeface="宋体" panose="02010600030101010101" pitchFamily="2" charset="-122"/>
              </a:rPr>
              <a:t>          X=(-7)10=-0000111  </a:t>
            </a:r>
            <a:r>
              <a:rPr lang="zh-CN" altLang="en-US">
                <a:ea typeface="宋体" panose="02010600030101010101" pitchFamily="2" charset="-122"/>
              </a:rPr>
              <a:t>［</a:t>
            </a:r>
            <a:r>
              <a:rPr lang="en-US" altLang="zh-CN">
                <a:ea typeface="宋体" panose="02010600030101010101" pitchFamily="2" charset="-122"/>
              </a:rPr>
              <a:t>X</a:t>
            </a:r>
            <a:r>
              <a:rPr lang="zh-CN" altLang="en-US">
                <a:ea typeface="宋体" panose="02010600030101010101" pitchFamily="2" charset="-122"/>
              </a:rPr>
              <a:t>］原</a:t>
            </a:r>
            <a:r>
              <a:rPr lang="en-US" altLang="zh-CN">
                <a:ea typeface="宋体" panose="02010600030101010101" pitchFamily="2" charset="-122"/>
              </a:rPr>
              <a:t>= 10000111</a:t>
            </a:r>
          </a:p>
          <a:p>
            <a:pPr eaLnBrk="1" hangingPunct="1"/>
            <a:r>
              <a:rPr lang="zh-CN" altLang="en-US">
                <a:ea typeface="宋体" panose="02010600030101010101" pitchFamily="2" charset="-122"/>
              </a:rPr>
              <a:t>例如纯小数：  </a:t>
            </a:r>
            <a:r>
              <a:rPr lang="en-US" altLang="zh-CN">
                <a:ea typeface="宋体" panose="02010600030101010101" pitchFamily="2" charset="-122"/>
              </a:rPr>
              <a:t>X=+0.1011     [X</a:t>
            </a:r>
            <a:r>
              <a:rPr lang="zh-CN" altLang="en-US">
                <a:ea typeface="宋体" panose="02010600030101010101" pitchFamily="2" charset="-122"/>
              </a:rPr>
              <a:t>］原</a:t>
            </a:r>
            <a:r>
              <a:rPr lang="en-US" altLang="zh-CN">
                <a:ea typeface="宋体" panose="02010600030101010101" pitchFamily="2" charset="-122"/>
              </a:rPr>
              <a:t>= 0.1011 </a:t>
            </a:r>
            <a:endParaRPr lang="zh-CN" altLang="en-US">
              <a:ea typeface="宋体" panose="02010600030101010101" pitchFamily="2" charset="-122"/>
            </a:endParaRPr>
          </a:p>
          <a:p>
            <a:pPr eaLnBrk="1" hangingPunct="1"/>
            <a:r>
              <a:rPr lang="en-US" altLang="zh-CN">
                <a:ea typeface="宋体" panose="02010600030101010101" pitchFamily="2" charset="-122"/>
              </a:rPr>
              <a:t>              X=-0.1011    </a:t>
            </a:r>
            <a:r>
              <a:rPr lang="zh-CN" altLang="en-US">
                <a:ea typeface="宋体" panose="02010600030101010101" pitchFamily="2" charset="-122"/>
              </a:rPr>
              <a:t>［</a:t>
            </a:r>
            <a:r>
              <a:rPr lang="en-US" altLang="zh-CN">
                <a:ea typeface="宋体" panose="02010600030101010101" pitchFamily="2" charset="-122"/>
              </a:rPr>
              <a:t>X</a:t>
            </a:r>
            <a:r>
              <a:rPr lang="zh-CN" altLang="en-US">
                <a:ea typeface="宋体" panose="02010600030101010101" pitchFamily="2" charset="-122"/>
              </a:rPr>
              <a:t>］原</a:t>
            </a:r>
            <a:r>
              <a:rPr lang="en-US" altLang="zh-CN">
                <a:ea typeface="宋体" panose="02010600030101010101" pitchFamily="2" charset="-122"/>
              </a:rPr>
              <a:t>= 1.1011</a:t>
            </a:r>
            <a:endParaRPr lang="zh-CN" altLang="en-US">
              <a:ea typeface="宋体" panose="02010600030101010101" pitchFamily="2" charset="-122"/>
            </a:endParaRPr>
          </a:p>
          <a:p>
            <a:pPr eaLnBrk="1" hangingPunct="1"/>
            <a:r>
              <a:rPr lang="zh-CN" altLang="en-US">
                <a:ea typeface="宋体" panose="02010600030101010101" pitchFamily="2" charset="-122"/>
              </a:rPr>
              <a:t>在整数的原码表示中，零有两种表示形式，即</a:t>
            </a:r>
            <a:br>
              <a:rPr lang="zh-CN" altLang="en-US">
                <a:ea typeface="宋体" panose="02010600030101010101" pitchFamily="2" charset="-122"/>
              </a:rPr>
            </a:br>
            <a:r>
              <a:rPr lang="zh-CN" altLang="en-US">
                <a:ea typeface="宋体" panose="02010600030101010101" pitchFamily="2" charset="-122"/>
              </a:rPr>
              <a:t>        </a:t>
            </a:r>
            <a:r>
              <a:rPr lang="en-US" altLang="zh-CN">
                <a:ea typeface="宋体" panose="02010600030101010101" pitchFamily="2" charset="-122"/>
              </a:rPr>
              <a:t>[+0]</a:t>
            </a:r>
            <a:r>
              <a:rPr lang="zh-CN" altLang="en-US">
                <a:ea typeface="宋体" panose="02010600030101010101" pitchFamily="2" charset="-122"/>
              </a:rPr>
              <a:t>原</a:t>
            </a:r>
            <a:r>
              <a:rPr lang="en-US" altLang="zh-CN">
                <a:ea typeface="宋体" panose="02010600030101010101" pitchFamily="2" charset="-122"/>
              </a:rPr>
              <a:t>=00000000       [-0]</a:t>
            </a:r>
            <a:r>
              <a:rPr lang="zh-CN" altLang="en-US">
                <a:ea typeface="宋体" panose="02010600030101010101" pitchFamily="2" charset="-122"/>
              </a:rPr>
              <a:t>原</a:t>
            </a:r>
            <a:r>
              <a:rPr lang="en-US" altLang="zh-CN">
                <a:ea typeface="宋体" panose="02010600030101010101" pitchFamily="2" charset="-122"/>
              </a:rPr>
              <a:t>=10000000</a:t>
            </a:r>
            <a:endParaRPr lang="zh-CN" altLang="en-US">
              <a:ea typeface="宋体" panose="02010600030101010101" pitchFamily="2" charset="-122"/>
            </a:endParaRPr>
          </a:p>
          <a:p>
            <a:pPr eaLnBrk="1" hangingPunct="1"/>
            <a:r>
              <a:rPr lang="en-US" altLang="zh-CN">
                <a:ea typeface="宋体" panose="02010600030101010101" pitchFamily="2" charset="-122"/>
              </a:rPr>
              <a:t>8</a:t>
            </a:r>
            <a:r>
              <a:rPr lang="zh-CN" altLang="en-US">
                <a:ea typeface="宋体" panose="02010600030101010101" pitchFamily="2" charset="-122"/>
              </a:rPr>
              <a:t>位整数原码能表示的十进制数范围为</a:t>
            </a:r>
            <a:r>
              <a:rPr lang="en-US" altLang="zh-CN">
                <a:ea typeface="宋体" panose="02010600030101010101" pitchFamily="2" charset="-122"/>
              </a:rPr>
              <a:t>-127 </a:t>
            </a:r>
            <a:r>
              <a:rPr lang="zh-CN" altLang="en-US">
                <a:ea typeface="宋体" panose="02010600030101010101" pitchFamily="2" charset="-122"/>
              </a:rPr>
              <a:t>～ </a:t>
            </a:r>
            <a:r>
              <a:rPr lang="en-US" altLang="zh-CN">
                <a:ea typeface="宋体" panose="02010600030101010101" pitchFamily="2" charset="-122"/>
              </a:rPr>
              <a:t>+127</a:t>
            </a:r>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4386" name="Rectangle 8"/>
          <p:cNvSpPr>
            <a:spLocks noGrp="1" noChangeArrowheads="1"/>
          </p:cNvSpPr>
          <p:nvPr/>
        </p:nvSpPr>
        <p:spPr bwMode="auto">
          <a:xfrm>
            <a:off x="71438"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4387" name="Rectangle 2"/>
          <p:cNvSpPr>
            <a:spLocks noGrp="1" noRot="1" noChangeAspect="1" noChangeArrowheads="1" noTextEdit="1"/>
          </p:cNvSpPr>
          <p:nvPr>
            <p:ph type="sldImg" idx="4294967295"/>
          </p:nvPr>
        </p:nvSpPr>
        <p:spPr>
          <a:xfrm>
            <a:off x="1146175" y="687388"/>
            <a:ext cx="4567238" cy="3425825"/>
          </a:xfrm>
          <a:ln w="12700">
            <a:solidFill>
              <a:srgbClr val="000000"/>
            </a:solidFill>
            <a:bevel/>
          </a:ln>
        </p:spPr>
      </p:sp>
      <p:sp>
        <p:nvSpPr>
          <p:cNvPr id="144388" name="Rectangle 3"/>
          <p:cNvSpPr>
            <a:spLocks noGrp="1" noRot="1" noChangeAspect="1" noChangeArrowheads="1"/>
          </p:cNvSpPr>
          <p:nvPr>
            <p:ph type="body" idx="4294967295"/>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4" tIns="46032" rIns="92064" bIns="46032"/>
          <a:lstStyle/>
          <a:p>
            <a:pPr eaLnBrk="1" hangingPunct="1"/>
            <a:r>
              <a:rPr lang="en-US" altLang="zh-CN">
                <a:ea typeface="宋体" panose="02010600030101010101" pitchFamily="2" charset="-122"/>
              </a:rPr>
              <a:t>2</a:t>
            </a:r>
            <a:r>
              <a:rPr lang="zh-CN" altLang="en-US">
                <a:ea typeface="宋体" panose="02010600030101010101" pitchFamily="2" charset="-122"/>
                <a:cs typeface="Arial" panose="020B0604020202020204" pitchFamily="34" charset="0"/>
              </a:rPr>
              <a:t>．反码表示法</a:t>
            </a:r>
            <a:r>
              <a:rPr lang="en-US" altLang="zh-CN">
                <a:ea typeface="宋体" panose="02010600030101010101" pitchFamily="2" charset="-122"/>
              </a:rPr>
              <a:t>(</a:t>
            </a:r>
            <a:r>
              <a:rPr lang="zh-CN" altLang="en-US">
                <a:ea typeface="宋体" panose="02010600030101010101" pitchFamily="2" charset="-122"/>
              </a:rPr>
              <a:t>整数以一个字节为例</a:t>
            </a:r>
            <a:r>
              <a:rPr lang="en-US" altLang="zh-CN">
                <a:ea typeface="宋体" panose="02010600030101010101" pitchFamily="2" charset="-122"/>
              </a:rPr>
              <a:t>)</a:t>
            </a:r>
            <a:endParaRPr lang="zh-CN" altLang="en-US">
              <a:ea typeface="宋体" panose="02010600030101010101" pitchFamily="2" charset="-122"/>
            </a:endParaRPr>
          </a:p>
          <a:p>
            <a:pPr eaLnBrk="1" hangingPunct="1"/>
            <a:r>
              <a:rPr lang="en-US" altLang="zh-CN">
                <a:ea typeface="宋体" panose="02010600030101010101" pitchFamily="2" charset="-122"/>
              </a:rPr>
              <a:t>	</a:t>
            </a:r>
            <a:r>
              <a:rPr lang="zh-CN" altLang="en-US">
                <a:ea typeface="宋体" panose="02010600030101010101" pitchFamily="2" charset="-122"/>
              </a:rPr>
              <a:t>正数的反码和正数的原码一样；负数的反码符号位为“</a:t>
            </a:r>
            <a:r>
              <a:rPr lang="en-US" altLang="zh-CN">
                <a:ea typeface="宋体" panose="02010600030101010101" pitchFamily="2" charset="-122"/>
              </a:rPr>
              <a:t>1”</a:t>
            </a:r>
            <a:r>
              <a:rPr lang="zh-CN" altLang="en-US">
                <a:ea typeface="宋体" panose="02010600030101010101" pitchFamily="2" charset="-122"/>
              </a:rPr>
              <a:t>，其余各位在正数原码基础上求反，即</a:t>
            </a:r>
            <a:r>
              <a:rPr lang="en-US" altLang="zh-CN">
                <a:ea typeface="宋体" panose="02010600030101010101" pitchFamily="2" charset="-122"/>
              </a:rPr>
              <a:t>0</a:t>
            </a:r>
            <a:r>
              <a:rPr lang="zh-CN" altLang="en-US">
                <a:ea typeface="宋体" panose="02010600030101010101" pitchFamily="2" charset="-122"/>
              </a:rPr>
              <a:t>变为</a:t>
            </a:r>
            <a:r>
              <a:rPr lang="en-US" altLang="zh-CN">
                <a:ea typeface="宋体" panose="02010600030101010101" pitchFamily="2" charset="-122"/>
              </a:rPr>
              <a:t>1</a:t>
            </a:r>
            <a:r>
              <a:rPr lang="zh-CN" altLang="en-US">
                <a:ea typeface="宋体" panose="02010600030101010101" pitchFamily="2" charset="-122"/>
              </a:rPr>
              <a:t>，</a:t>
            </a:r>
            <a:r>
              <a:rPr lang="en-US" altLang="zh-CN">
                <a:ea typeface="宋体" panose="02010600030101010101" pitchFamily="2" charset="-122"/>
              </a:rPr>
              <a:t>1</a:t>
            </a:r>
            <a:r>
              <a:rPr lang="zh-CN" altLang="en-US">
                <a:ea typeface="宋体" panose="02010600030101010101" pitchFamily="2" charset="-122"/>
              </a:rPr>
              <a:t>变为</a:t>
            </a:r>
            <a:r>
              <a:rPr lang="en-US" altLang="zh-CN">
                <a:ea typeface="宋体" panose="02010600030101010101" pitchFamily="2" charset="-122"/>
              </a:rPr>
              <a:t>0</a:t>
            </a:r>
            <a:r>
              <a:rPr lang="zh-CN" altLang="en-US">
                <a:ea typeface="宋体" panose="02010600030101010101" pitchFamily="2" charset="-122"/>
              </a:rPr>
              <a:t>。</a:t>
            </a:r>
          </a:p>
          <a:p>
            <a:pPr eaLnBrk="1" hangingPunct="1"/>
            <a:r>
              <a:rPr lang="zh-CN" altLang="en-US">
                <a:ea typeface="宋体" panose="02010600030101010101" pitchFamily="2" charset="-122"/>
              </a:rPr>
              <a:t>例如整数：</a:t>
            </a:r>
            <a:r>
              <a:rPr lang="en-US" altLang="zh-CN">
                <a:ea typeface="宋体" panose="02010600030101010101" pitchFamily="2" charset="-122"/>
              </a:rPr>
              <a:t>X=(+7)10=+0000111  [X</a:t>
            </a:r>
            <a:r>
              <a:rPr lang="zh-CN" altLang="en-US">
                <a:ea typeface="宋体" panose="02010600030101010101" pitchFamily="2" charset="-122"/>
              </a:rPr>
              <a:t>］反</a:t>
            </a:r>
            <a:r>
              <a:rPr lang="en-US" altLang="zh-CN">
                <a:ea typeface="宋体" panose="02010600030101010101" pitchFamily="2" charset="-122"/>
              </a:rPr>
              <a:t>= 00000111 </a:t>
            </a:r>
            <a:endParaRPr lang="zh-CN" altLang="en-US">
              <a:ea typeface="宋体" panose="02010600030101010101" pitchFamily="2" charset="-122"/>
            </a:endParaRPr>
          </a:p>
          <a:p>
            <a:pPr eaLnBrk="1" hangingPunct="1"/>
            <a:r>
              <a:rPr lang="en-US" altLang="zh-CN">
                <a:ea typeface="宋体" panose="02010600030101010101" pitchFamily="2" charset="-122"/>
              </a:rPr>
              <a:t>          X=(-7)10=-0000111 </a:t>
            </a:r>
            <a:r>
              <a:rPr lang="zh-CN" altLang="en-US">
                <a:ea typeface="宋体" panose="02010600030101010101" pitchFamily="2" charset="-122"/>
              </a:rPr>
              <a:t>［</a:t>
            </a:r>
            <a:r>
              <a:rPr lang="en-US" altLang="zh-CN">
                <a:ea typeface="宋体" panose="02010600030101010101" pitchFamily="2" charset="-122"/>
              </a:rPr>
              <a:t>X</a:t>
            </a:r>
            <a:r>
              <a:rPr lang="zh-CN" altLang="en-US">
                <a:ea typeface="宋体" panose="02010600030101010101" pitchFamily="2" charset="-122"/>
              </a:rPr>
              <a:t>］反</a:t>
            </a:r>
            <a:r>
              <a:rPr lang="en-US" altLang="zh-CN">
                <a:ea typeface="宋体" panose="02010600030101010101" pitchFamily="2" charset="-122"/>
              </a:rPr>
              <a:t>= 11111000</a:t>
            </a:r>
            <a:endParaRPr lang="zh-CN" altLang="en-US">
              <a:ea typeface="宋体" panose="02010600030101010101" pitchFamily="2" charset="-122"/>
            </a:endParaRPr>
          </a:p>
          <a:p>
            <a:pPr eaLnBrk="1" hangingPunct="1"/>
            <a:r>
              <a:rPr lang="zh-CN" altLang="en-US">
                <a:ea typeface="宋体" panose="02010600030101010101" pitchFamily="2" charset="-122"/>
              </a:rPr>
              <a:t>例如纯小数： </a:t>
            </a:r>
            <a:r>
              <a:rPr lang="en-US" altLang="zh-CN">
                <a:ea typeface="宋体" panose="02010600030101010101" pitchFamily="2" charset="-122"/>
              </a:rPr>
              <a:t>X=+0.1011    [X</a:t>
            </a:r>
            <a:r>
              <a:rPr lang="zh-CN" altLang="en-US">
                <a:ea typeface="宋体" panose="02010600030101010101" pitchFamily="2" charset="-122"/>
              </a:rPr>
              <a:t>］反</a:t>
            </a:r>
            <a:r>
              <a:rPr lang="en-US" altLang="zh-CN">
                <a:ea typeface="宋体" panose="02010600030101010101" pitchFamily="2" charset="-122"/>
              </a:rPr>
              <a:t>= 0.1011 </a:t>
            </a:r>
            <a:endParaRPr lang="zh-CN" altLang="en-US">
              <a:ea typeface="宋体" panose="02010600030101010101" pitchFamily="2" charset="-122"/>
            </a:endParaRPr>
          </a:p>
          <a:p>
            <a:pPr eaLnBrk="1" hangingPunct="1"/>
            <a:r>
              <a:rPr lang="en-US" altLang="zh-CN">
                <a:ea typeface="宋体" panose="02010600030101010101" pitchFamily="2" charset="-122"/>
              </a:rPr>
              <a:t>             X=-0.1011   </a:t>
            </a:r>
            <a:r>
              <a:rPr lang="zh-CN" altLang="en-US">
                <a:ea typeface="宋体" panose="02010600030101010101" pitchFamily="2" charset="-122"/>
              </a:rPr>
              <a:t>［</a:t>
            </a:r>
            <a:r>
              <a:rPr lang="en-US" altLang="zh-CN">
                <a:ea typeface="宋体" panose="02010600030101010101" pitchFamily="2" charset="-122"/>
              </a:rPr>
              <a:t>X</a:t>
            </a:r>
            <a:r>
              <a:rPr lang="zh-CN" altLang="en-US">
                <a:ea typeface="宋体" panose="02010600030101010101" pitchFamily="2" charset="-122"/>
              </a:rPr>
              <a:t>］反</a:t>
            </a:r>
            <a:r>
              <a:rPr lang="en-US" altLang="zh-CN">
                <a:ea typeface="宋体" panose="02010600030101010101" pitchFamily="2" charset="-122"/>
              </a:rPr>
              <a:t>= 1.0100</a:t>
            </a:r>
            <a:endParaRPr lang="zh-CN" altLang="en-US">
              <a:ea typeface="宋体" panose="02010600030101010101" pitchFamily="2" charset="-122"/>
            </a:endParaRPr>
          </a:p>
          <a:p>
            <a:pPr eaLnBrk="1" hangingPunct="1"/>
            <a:r>
              <a:rPr lang="zh-CN" altLang="en-US">
                <a:ea typeface="宋体" panose="02010600030101010101" pitchFamily="2" charset="-122"/>
              </a:rPr>
              <a:t>在整数的反码表示中，零有两个编码，即</a:t>
            </a:r>
            <a:br>
              <a:rPr lang="zh-CN" altLang="en-US">
                <a:ea typeface="宋体" panose="02010600030101010101" pitchFamily="2" charset="-122"/>
              </a:rPr>
            </a:br>
            <a:r>
              <a:rPr lang="zh-CN" altLang="en-US">
                <a:ea typeface="宋体" panose="02010600030101010101" pitchFamily="2" charset="-122"/>
              </a:rPr>
              <a:t>       </a:t>
            </a:r>
            <a:r>
              <a:rPr lang="en-US" altLang="zh-CN">
                <a:ea typeface="宋体" panose="02010600030101010101" pitchFamily="2" charset="-122"/>
              </a:rPr>
              <a:t>[+0]</a:t>
            </a:r>
            <a:r>
              <a:rPr lang="zh-CN" altLang="en-US">
                <a:ea typeface="宋体" panose="02010600030101010101" pitchFamily="2" charset="-122"/>
              </a:rPr>
              <a:t>反 </a:t>
            </a:r>
            <a:r>
              <a:rPr lang="en-US" altLang="zh-CN">
                <a:ea typeface="宋体" panose="02010600030101010101" pitchFamily="2" charset="-122"/>
              </a:rPr>
              <a:t>= 00000000     [-0]</a:t>
            </a:r>
            <a:r>
              <a:rPr lang="zh-CN" altLang="en-US">
                <a:ea typeface="宋体" panose="02010600030101010101" pitchFamily="2" charset="-122"/>
              </a:rPr>
              <a:t>反 </a:t>
            </a:r>
            <a:r>
              <a:rPr lang="en-US" altLang="zh-CN">
                <a:ea typeface="宋体" panose="02010600030101010101" pitchFamily="2" charset="-122"/>
              </a:rPr>
              <a:t>= 11111111</a:t>
            </a:r>
            <a:endParaRPr lang="zh-CN" altLang="en-US">
              <a:ea typeface="宋体" panose="02010600030101010101" pitchFamily="2" charset="-122"/>
            </a:endParaRPr>
          </a:p>
          <a:p>
            <a:pPr eaLnBrk="1" hangingPunct="1"/>
            <a:r>
              <a:rPr lang="en-US" altLang="zh-CN">
                <a:ea typeface="宋体" panose="02010600030101010101" pitchFamily="2" charset="-122"/>
              </a:rPr>
              <a:t>8</a:t>
            </a:r>
            <a:r>
              <a:rPr lang="zh-CN" altLang="en-US">
                <a:ea typeface="宋体" panose="02010600030101010101" pitchFamily="2" charset="-122"/>
              </a:rPr>
              <a:t>位整数反码能表示的十进制数范围为</a:t>
            </a:r>
            <a:r>
              <a:rPr lang="en-US" altLang="zh-CN">
                <a:ea typeface="宋体" panose="02010600030101010101" pitchFamily="2" charset="-122"/>
              </a:rPr>
              <a:t>-127 </a:t>
            </a:r>
            <a:r>
              <a:rPr lang="zh-CN" altLang="en-US">
                <a:ea typeface="宋体" panose="02010600030101010101" pitchFamily="2" charset="-122"/>
              </a:rPr>
              <a:t>～ </a:t>
            </a:r>
            <a:r>
              <a:rPr lang="en-US" altLang="zh-CN">
                <a:ea typeface="宋体" panose="02010600030101010101" pitchFamily="2" charset="-122"/>
              </a:rPr>
              <a:t>+127</a:t>
            </a:r>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5410" name="Rectangle 8"/>
          <p:cNvSpPr>
            <a:spLocks noGrp="1" noChangeArrowheads="1"/>
          </p:cNvSpPr>
          <p:nvPr/>
        </p:nvSpPr>
        <p:spPr bwMode="auto">
          <a:xfrm>
            <a:off x="-2147483648" y="83392963"/>
            <a:ext cx="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5411" name="Rectangle 2"/>
          <p:cNvSpPr>
            <a:spLocks noGrp="1" noRot="1" noChangeAspect="1" noChangeArrowheads="1" noTextEdit="1"/>
          </p:cNvSpPr>
          <p:nvPr>
            <p:ph type="sldImg" idx="4294967295"/>
          </p:nvPr>
        </p:nvSpPr>
        <p:spPr>
          <a:xfrm>
            <a:off x="1146175" y="687388"/>
            <a:ext cx="4567238" cy="3425825"/>
          </a:xfrm>
          <a:ln w="12700">
            <a:solidFill>
              <a:srgbClr val="000000"/>
            </a:solidFill>
            <a:bevel/>
          </a:ln>
        </p:spPr>
      </p:sp>
      <p:sp>
        <p:nvSpPr>
          <p:cNvPr id="145412" name="Rectangle 3"/>
          <p:cNvSpPr>
            <a:spLocks noGrp="1" noRot="1" noChangeAspect="1" noChangeArrowheads="1"/>
          </p:cNvSpPr>
          <p:nvPr>
            <p:ph type="body" idx="4294967295"/>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4" tIns="46032" rIns="92064" bIns="46032"/>
          <a:lstStyle/>
          <a:p>
            <a:pPr eaLnBrk="1" hangingPunct="1"/>
            <a:r>
              <a:rPr lang="en-US" altLang="zh-CN">
                <a:ea typeface="宋体" panose="02010600030101010101" pitchFamily="2" charset="-122"/>
              </a:rPr>
              <a:t>3</a:t>
            </a:r>
            <a:r>
              <a:rPr lang="zh-CN" altLang="en-US">
                <a:ea typeface="宋体" panose="02010600030101010101" pitchFamily="2" charset="-122"/>
                <a:cs typeface="Arial" panose="020B0604020202020204" pitchFamily="34" charset="0"/>
              </a:rPr>
              <a:t>．补码表示法 </a:t>
            </a:r>
            <a:r>
              <a:rPr lang="en-US" altLang="zh-CN">
                <a:ea typeface="宋体" panose="02010600030101010101" pitchFamily="2" charset="-122"/>
              </a:rPr>
              <a:t>(</a:t>
            </a:r>
            <a:r>
              <a:rPr lang="zh-CN" altLang="en-US">
                <a:ea typeface="宋体" panose="02010600030101010101" pitchFamily="2" charset="-122"/>
              </a:rPr>
              <a:t>整数以一个字节为例</a:t>
            </a:r>
            <a:r>
              <a:rPr lang="en-US" altLang="zh-CN">
                <a:ea typeface="宋体" panose="02010600030101010101" pitchFamily="2" charset="-122"/>
              </a:rPr>
              <a:t>)</a:t>
            </a:r>
            <a:endParaRPr lang="zh-CN" altLang="en-US">
              <a:ea typeface="宋体" panose="02010600030101010101" pitchFamily="2" charset="-122"/>
            </a:endParaRPr>
          </a:p>
          <a:p>
            <a:pPr eaLnBrk="1" hangingPunct="1"/>
            <a:r>
              <a:rPr lang="zh-CN" altLang="en-US">
                <a:ea typeface="宋体" panose="02010600030101010101" pitchFamily="2" charset="-122"/>
              </a:rPr>
              <a:t>　　正数的补码与原码、反码相同，负数的补码符号位为“</a:t>
            </a:r>
            <a:r>
              <a:rPr lang="en-US" altLang="zh-CN">
                <a:ea typeface="宋体" panose="02010600030101010101" pitchFamily="2" charset="-122"/>
              </a:rPr>
              <a:t>1”</a:t>
            </a:r>
            <a:r>
              <a:rPr lang="zh-CN" altLang="en-US">
                <a:ea typeface="宋体" panose="02010600030101010101" pitchFamily="2" charset="-122"/>
              </a:rPr>
              <a:t>，其余各位在正数原码基础上求反，再在末位加</a:t>
            </a:r>
            <a:r>
              <a:rPr lang="en-US" altLang="zh-CN">
                <a:ea typeface="宋体" panose="02010600030101010101" pitchFamily="2" charset="-122"/>
              </a:rPr>
              <a:t>1</a:t>
            </a:r>
            <a:r>
              <a:rPr lang="zh-CN" altLang="en-US">
                <a:ea typeface="宋体" panose="02010600030101010101" pitchFamily="2" charset="-122"/>
              </a:rPr>
              <a:t>，有进位时向前进位。</a:t>
            </a:r>
          </a:p>
          <a:p>
            <a:pPr eaLnBrk="1" hangingPunct="1"/>
            <a:r>
              <a:rPr lang="zh-CN" altLang="en-US">
                <a:ea typeface="宋体" panose="02010600030101010101" pitchFamily="2" charset="-122"/>
              </a:rPr>
              <a:t>例如整数：</a:t>
            </a:r>
            <a:r>
              <a:rPr lang="en-US" altLang="zh-CN">
                <a:ea typeface="宋体" panose="02010600030101010101" pitchFamily="2" charset="-122"/>
              </a:rPr>
              <a:t>X=(+7)10=+0000111   [X</a:t>
            </a:r>
            <a:r>
              <a:rPr lang="zh-CN" altLang="en-US">
                <a:ea typeface="宋体" panose="02010600030101010101" pitchFamily="2" charset="-122"/>
              </a:rPr>
              <a:t>］补</a:t>
            </a:r>
            <a:r>
              <a:rPr lang="en-US" altLang="zh-CN">
                <a:ea typeface="宋体" panose="02010600030101010101" pitchFamily="2" charset="-122"/>
              </a:rPr>
              <a:t>= 00000111  </a:t>
            </a:r>
            <a:endParaRPr lang="zh-CN" altLang="en-US">
              <a:ea typeface="宋体" panose="02010600030101010101" pitchFamily="2" charset="-122"/>
            </a:endParaRPr>
          </a:p>
          <a:p>
            <a:pPr eaLnBrk="1" hangingPunct="1"/>
            <a:r>
              <a:rPr lang="en-US" altLang="zh-CN">
                <a:ea typeface="宋体" panose="02010600030101010101" pitchFamily="2" charset="-122"/>
              </a:rPr>
              <a:t>          X=(-7)10=-0000111  </a:t>
            </a:r>
            <a:r>
              <a:rPr lang="zh-CN" altLang="en-US">
                <a:ea typeface="宋体" panose="02010600030101010101" pitchFamily="2" charset="-122"/>
              </a:rPr>
              <a:t>［</a:t>
            </a:r>
            <a:r>
              <a:rPr lang="en-US" altLang="zh-CN">
                <a:ea typeface="宋体" panose="02010600030101010101" pitchFamily="2" charset="-122"/>
              </a:rPr>
              <a:t>X</a:t>
            </a:r>
            <a:r>
              <a:rPr lang="zh-CN" altLang="en-US">
                <a:ea typeface="宋体" panose="02010600030101010101" pitchFamily="2" charset="-122"/>
              </a:rPr>
              <a:t>］补</a:t>
            </a:r>
            <a:r>
              <a:rPr lang="en-US" altLang="zh-CN">
                <a:ea typeface="宋体" panose="02010600030101010101" pitchFamily="2" charset="-122"/>
              </a:rPr>
              <a:t>= 11111001</a:t>
            </a:r>
            <a:endParaRPr lang="zh-CN" altLang="en-US">
              <a:ea typeface="宋体" panose="02010600030101010101" pitchFamily="2" charset="-122"/>
            </a:endParaRPr>
          </a:p>
          <a:p>
            <a:pPr eaLnBrk="1" hangingPunct="1"/>
            <a:r>
              <a:rPr lang="zh-CN" altLang="en-US">
                <a:ea typeface="宋体" panose="02010600030101010101" pitchFamily="2" charset="-122"/>
              </a:rPr>
              <a:t>例如纯小数：</a:t>
            </a:r>
            <a:r>
              <a:rPr lang="en-US" altLang="zh-CN">
                <a:ea typeface="宋体" panose="02010600030101010101" pitchFamily="2" charset="-122"/>
              </a:rPr>
              <a:t>X=+0.1011  [X</a:t>
            </a:r>
            <a:r>
              <a:rPr lang="zh-CN" altLang="en-US">
                <a:ea typeface="宋体" panose="02010600030101010101" pitchFamily="2" charset="-122"/>
              </a:rPr>
              <a:t>］补</a:t>
            </a:r>
            <a:r>
              <a:rPr lang="en-US" altLang="zh-CN">
                <a:ea typeface="宋体" panose="02010600030101010101" pitchFamily="2" charset="-122"/>
              </a:rPr>
              <a:t>= 0.1011  </a:t>
            </a:r>
            <a:endParaRPr lang="zh-CN" altLang="en-US">
              <a:ea typeface="宋体" panose="02010600030101010101" pitchFamily="2" charset="-122"/>
            </a:endParaRPr>
          </a:p>
          <a:p>
            <a:pPr eaLnBrk="1" hangingPunct="1"/>
            <a:r>
              <a:rPr lang="en-US" altLang="zh-CN">
                <a:ea typeface="宋体" panose="02010600030101010101" pitchFamily="2" charset="-122"/>
              </a:rPr>
              <a:t>            X=-0.1011 </a:t>
            </a:r>
            <a:r>
              <a:rPr lang="zh-CN" altLang="en-US">
                <a:ea typeface="宋体" panose="02010600030101010101" pitchFamily="2" charset="-122"/>
              </a:rPr>
              <a:t>［</a:t>
            </a:r>
            <a:r>
              <a:rPr lang="en-US" altLang="zh-CN">
                <a:ea typeface="宋体" panose="02010600030101010101" pitchFamily="2" charset="-122"/>
              </a:rPr>
              <a:t>X</a:t>
            </a:r>
            <a:r>
              <a:rPr lang="zh-CN" altLang="en-US">
                <a:ea typeface="宋体" panose="02010600030101010101" pitchFamily="2" charset="-122"/>
              </a:rPr>
              <a:t>］补</a:t>
            </a:r>
            <a:r>
              <a:rPr lang="en-US" altLang="zh-CN">
                <a:ea typeface="宋体" panose="02010600030101010101" pitchFamily="2" charset="-122"/>
              </a:rPr>
              <a:t>= 1.0101</a:t>
            </a:r>
            <a:endParaRPr lang="zh-CN" altLang="en-US">
              <a:ea typeface="宋体" panose="02010600030101010101" pitchFamily="2" charset="-122"/>
            </a:endParaRPr>
          </a:p>
          <a:p>
            <a:pPr eaLnBrk="1" hangingPunct="1"/>
            <a:r>
              <a:rPr lang="zh-CN" altLang="en-US">
                <a:ea typeface="宋体" panose="02010600030101010101" pitchFamily="2" charset="-122"/>
              </a:rPr>
              <a:t>在整数的补码表示中，</a:t>
            </a:r>
            <a:r>
              <a:rPr lang="en-US" altLang="zh-CN">
                <a:ea typeface="宋体" panose="02010600030101010101" pitchFamily="2" charset="-122"/>
              </a:rPr>
              <a:t>0</a:t>
            </a:r>
            <a:r>
              <a:rPr lang="zh-CN" altLang="en-US">
                <a:ea typeface="宋体" panose="02010600030101010101" pitchFamily="2" charset="-122"/>
              </a:rPr>
              <a:t>有唯一的编码，</a:t>
            </a:r>
          </a:p>
          <a:p>
            <a:pPr eaLnBrk="1" hangingPunct="1"/>
            <a:r>
              <a:rPr lang="zh-CN" altLang="en-US">
                <a:ea typeface="宋体" panose="02010600030101010101" pitchFamily="2" charset="-122"/>
              </a:rPr>
              <a:t>      即 </a:t>
            </a:r>
            <a:r>
              <a:rPr lang="en-US" altLang="zh-CN">
                <a:ea typeface="宋体" panose="02010600030101010101" pitchFamily="2" charset="-122"/>
              </a:rPr>
              <a:t>[+0]</a:t>
            </a:r>
            <a:r>
              <a:rPr lang="zh-CN" altLang="en-US">
                <a:ea typeface="宋体" panose="02010600030101010101" pitchFamily="2" charset="-122"/>
              </a:rPr>
              <a:t>补 </a:t>
            </a:r>
            <a:r>
              <a:rPr lang="en-US" altLang="zh-CN">
                <a:ea typeface="宋体" panose="02010600030101010101" pitchFamily="2" charset="-122"/>
              </a:rPr>
              <a:t>= [-0]</a:t>
            </a:r>
            <a:r>
              <a:rPr lang="zh-CN" altLang="en-US">
                <a:ea typeface="宋体" panose="02010600030101010101" pitchFamily="2" charset="-122"/>
              </a:rPr>
              <a:t>补 </a:t>
            </a:r>
            <a:r>
              <a:rPr lang="en-US" altLang="zh-CN">
                <a:ea typeface="宋体" panose="02010600030101010101" pitchFamily="2" charset="-122"/>
              </a:rPr>
              <a:t>= 00000000</a:t>
            </a:r>
            <a:endParaRPr lang="zh-CN" altLang="en-US">
              <a:ea typeface="宋体" panose="02010600030101010101" pitchFamily="2" charset="-122"/>
            </a:endParaRPr>
          </a:p>
          <a:p>
            <a:pPr eaLnBrk="1" hangingPunct="1"/>
            <a:r>
              <a:rPr lang="en-US" altLang="zh-CN">
                <a:ea typeface="宋体" panose="02010600030101010101" pitchFamily="2" charset="-122"/>
              </a:rPr>
              <a:t>8</a:t>
            </a:r>
            <a:r>
              <a:rPr lang="zh-CN" altLang="en-US">
                <a:ea typeface="宋体" panose="02010600030101010101" pitchFamily="2" charset="-122"/>
              </a:rPr>
              <a:t>位整数补码能表示的十进制数范围为</a:t>
            </a:r>
            <a:r>
              <a:rPr lang="en-US" altLang="zh-CN">
                <a:ea typeface="宋体" panose="02010600030101010101" pitchFamily="2" charset="-122"/>
              </a:rPr>
              <a:t>-128 </a:t>
            </a:r>
            <a:r>
              <a:rPr lang="zh-CN" altLang="en-US">
                <a:ea typeface="宋体" panose="02010600030101010101" pitchFamily="2" charset="-122"/>
              </a:rPr>
              <a:t>～ </a:t>
            </a:r>
            <a:r>
              <a:rPr lang="en-US" altLang="zh-CN">
                <a:ea typeface="宋体" panose="02010600030101010101" pitchFamily="2" charset="-122"/>
              </a:rPr>
              <a:t>+127</a:t>
            </a:r>
            <a:endParaRPr lang="zh-CN" altLang="en-US">
              <a:ea typeface="宋体" panose="02010600030101010101" pitchFamily="2" charset="-122"/>
            </a:endParaRPr>
          </a:p>
          <a:p>
            <a:pPr eaLnBrk="1" hangingPunct="1"/>
            <a:endParaRPr lang="zh-CN" altLang="en-US">
              <a:ea typeface="宋体" panose="02010600030101010101" pitchFamily="2" charset="-122"/>
            </a:endParaRPr>
          </a:p>
          <a:p>
            <a:pPr eaLnBrk="1" hangingPunct="1"/>
            <a:r>
              <a:rPr lang="zh-CN" altLang="en-US">
                <a:ea typeface="宋体" panose="02010600030101010101" pitchFamily="2" charset="-122"/>
              </a:rPr>
              <a:t>补码的举例</a:t>
            </a:r>
            <a:r>
              <a:rPr lang="en-US" altLang="zh-CN">
                <a:ea typeface="宋体" panose="02010600030101010101" pitchFamily="2" charset="-122"/>
              </a:rPr>
              <a:t>1</a:t>
            </a:r>
            <a:r>
              <a:rPr lang="zh-CN" altLang="en-US">
                <a:ea typeface="宋体" panose="02010600030101010101" pitchFamily="2" charset="-122"/>
              </a:rPr>
              <a:t>： </a:t>
            </a:r>
          </a:p>
          <a:p>
            <a:pPr eaLnBrk="1" hangingPunct="1"/>
            <a:r>
              <a:rPr lang="zh-CN" altLang="en-US">
                <a:ea typeface="宋体" panose="02010600030101010101" pitchFamily="2" charset="-122"/>
              </a:rPr>
              <a:t>对时</a:t>
            </a:r>
            <a:r>
              <a:rPr lang="en-US" altLang="zh-CN">
                <a:ea typeface="宋体" panose="02010600030101010101" pitchFamily="2" charset="-122"/>
              </a:rPr>
              <a:t>:  </a:t>
            </a:r>
            <a:r>
              <a:rPr lang="zh-CN" altLang="en-US">
                <a:ea typeface="宋体" panose="02010600030101010101" pitchFamily="2" charset="-122"/>
              </a:rPr>
              <a:t>（假设将时针对为</a:t>
            </a:r>
            <a:r>
              <a:rPr lang="en-US" altLang="zh-CN">
                <a:ea typeface="宋体" panose="02010600030101010101" pitchFamily="2" charset="-122"/>
              </a:rPr>
              <a:t>1</a:t>
            </a:r>
            <a:r>
              <a:rPr lang="zh-CN" altLang="en-US">
                <a:ea typeface="宋体" panose="02010600030101010101" pitchFamily="2" charset="-122"/>
              </a:rPr>
              <a:t>时）</a:t>
            </a:r>
          </a:p>
          <a:p>
            <a:pPr eaLnBrk="1" hangingPunct="1"/>
            <a:r>
              <a:rPr lang="zh-CN" altLang="en-US">
                <a:ea typeface="宋体" panose="02010600030101010101" pitchFamily="2" charset="-122"/>
              </a:rPr>
              <a:t> 一是将时针退 </a:t>
            </a:r>
            <a:r>
              <a:rPr lang="en-US" altLang="zh-CN">
                <a:ea typeface="宋体" panose="02010600030101010101" pitchFamily="2" charset="-122"/>
              </a:rPr>
              <a:t>10-9=1 </a:t>
            </a:r>
            <a:r>
              <a:rPr lang="zh-CN" altLang="en-US">
                <a:ea typeface="宋体" panose="02010600030101010101" pitchFamily="2" charset="-122"/>
              </a:rPr>
              <a:t>；   </a:t>
            </a:r>
          </a:p>
          <a:p>
            <a:pPr eaLnBrk="1" hangingPunct="1"/>
            <a:r>
              <a:rPr lang="zh-CN" altLang="en-US">
                <a:ea typeface="宋体" panose="02010600030101010101" pitchFamily="2" charset="-122"/>
              </a:rPr>
              <a:t>   一是将时针向前拨</a:t>
            </a:r>
          </a:p>
          <a:p>
            <a:pPr eaLnBrk="1" hangingPunct="1"/>
            <a:r>
              <a:rPr lang="zh-CN" altLang="en-US">
                <a:ea typeface="宋体" panose="02010600030101010101" pitchFamily="2" charset="-122"/>
              </a:rPr>
              <a:t>       </a:t>
            </a:r>
            <a:r>
              <a:rPr lang="en-US" altLang="zh-CN">
                <a:ea typeface="宋体" panose="02010600030101010101" pitchFamily="2" charset="-122"/>
              </a:rPr>
              <a:t>10+3=13</a:t>
            </a:r>
            <a:r>
              <a:rPr lang="zh-CN" altLang="en-US">
                <a:ea typeface="宋体" panose="02010600030101010101" pitchFamily="2" charset="-122"/>
              </a:rPr>
              <a:t>。</a:t>
            </a:r>
          </a:p>
          <a:p>
            <a:pPr eaLnBrk="1" hangingPunct="1"/>
            <a:r>
              <a:rPr lang="zh-CN" altLang="en-US">
                <a:ea typeface="宋体" panose="02010600030101010101" pitchFamily="2" charset="-122"/>
              </a:rPr>
              <a:t>这两种方法都能对准到</a:t>
            </a:r>
            <a:r>
              <a:rPr lang="en-US" altLang="zh-CN">
                <a:ea typeface="宋体" panose="02010600030101010101" pitchFamily="2" charset="-122"/>
              </a:rPr>
              <a:t>1</a:t>
            </a:r>
            <a:r>
              <a:rPr lang="zh-CN" altLang="en-US">
                <a:ea typeface="宋体" panose="02010600030101010101" pitchFamily="2" charset="-122"/>
              </a:rPr>
              <a:t>时。</a:t>
            </a:r>
          </a:p>
          <a:p>
            <a:pPr eaLnBrk="1" hangingPunct="1"/>
            <a:r>
              <a:rPr lang="zh-CN" altLang="en-US">
                <a:ea typeface="宋体" panose="02010600030101010101" pitchFamily="2" charset="-122"/>
              </a:rPr>
              <a:t>由此可以看出，减</a:t>
            </a:r>
            <a:r>
              <a:rPr lang="en-US" altLang="zh-CN">
                <a:ea typeface="宋体" panose="02010600030101010101" pitchFamily="2" charset="-122"/>
              </a:rPr>
              <a:t>9</a:t>
            </a:r>
            <a:r>
              <a:rPr lang="zh-CN" altLang="en-US">
                <a:ea typeface="宋体" panose="02010600030101010101" pitchFamily="2" charset="-122"/>
              </a:rPr>
              <a:t>和加</a:t>
            </a:r>
            <a:r>
              <a:rPr lang="en-US" altLang="zh-CN">
                <a:ea typeface="宋体" panose="02010600030101010101" pitchFamily="2" charset="-122"/>
              </a:rPr>
              <a:t>3</a:t>
            </a:r>
            <a:r>
              <a:rPr lang="zh-CN" altLang="en-US">
                <a:ea typeface="宋体" panose="02010600030101010101" pitchFamily="2" charset="-122"/>
              </a:rPr>
              <a:t>是等价的，就是说</a:t>
            </a:r>
            <a:r>
              <a:rPr lang="en-US" altLang="zh-CN">
                <a:ea typeface="宋体" panose="02010600030101010101" pitchFamily="2" charset="-122"/>
              </a:rPr>
              <a:t>3</a:t>
            </a:r>
            <a:r>
              <a:rPr lang="zh-CN" altLang="en-US">
                <a:ea typeface="宋体" panose="02010600030101010101" pitchFamily="2" charset="-122"/>
              </a:rPr>
              <a:t>是</a:t>
            </a:r>
            <a:r>
              <a:rPr lang="en-US" altLang="zh-CN">
                <a:ea typeface="宋体" panose="02010600030101010101" pitchFamily="2" charset="-122"/>
              </a:rPr>
              <a:t>(-9)</a:t>
            </a:r>
            <a:r>
              <a:rPr lang="zh-CN" altLang="en-US">
                <a:ea typeface="宋体" panose="02010600030101010101" pitchFamily="2" charset="-122"/>
              </a:rPr>
              <a:t>对</a:t>
            </a:r>
            <a:r>
              <a:rPr lang="en-US" altLang="zh-CN">
                <a:ea typeface="宋体" panose="02010600030101010101" pitchFamily="2" charset="-122"/>
              </a:rPr>
              <a:t>12</a:t>
            </a:r>
            <a:r>
              <a:rPr lang="zh-CN" altLang="en-US">
                <a:ea typeface="宋体" panose="02010600030101010101" pitchFamily="2" charset="-122"/>
              </a:rPr>
              <a:t>的补码，可以用数学公式表示：</a:t>
            </a:r>
            <a:br>
              <a:rPr lang="zh-CN" altLang="en-US">
                <a:ea typeface="宋体" panose="02010600030101010101" pitchFamily="2" charset="-122"/>
              </a:rPr>
            </a:br>
            <a:r>
              <a:rPr lang="zh-CN" altLang="en-US">
                <a:ea typeface="宋体" panose="02010600030101010101" pitchFamily="2" charset="-122"/>
              </a:rPr>
              <a:t>　　</a:t>
            </a:r>
            <a:r>
              <a:rPr lang="en-US" altLang="zh-CN">
                <a:ea typeface="宋体" panose="02010600030101010101" pitchFamily="2" charset="-122"/>
              </a:rPr>
              <a:t>-9</a:t>
            </a:r>
            <a:r>
              <a:rPr lang="zh-CN" altLang="en-US">
                <a:ea typeface="宋体" panose="02010600030101010101" pitchFamily="2" charset="-122"/>
              </a:rPr>
              <a:t>＝</a:t>
            </a:r>
            <a:r>
              <a:rPr lang="en-US" altLang="zh-CN">
                <a:ea typeface="宋体" panose="02010600030101010101" pitchFamily="2" charset="-122"/>
              </a:rPr>
              <a:t>+3   mod</a:t>
            </a:r>
            <a:r>
              <a:rPr lang="zh-CN" altLang="en-US">
                <a:ea typeface="宋体" panose="02010600030101010101" pitchFamily="2" charset="-122"/>
              </a:rPr>
              <a:t>　</a:t>
            </a:r>
            <a:r>
              <a:rPr lang="en-US" altLang="zh-CN">
                <a:ea typeface="宋体" panose="02010600030101010101" pitchFamily="2" charset="-122"/>
              </a:rPr>
              <a:t>12</a:t>
            </a:r>
            <a:endParaRPr lang="zh-CN" altLang="en-US">
              <a:ea typeface="宋体" panose="02010600030101010101" pitchFamily="2" charset="-122"/>
            </a:endParaRPr>
          </a:p>
          <a:p>
            <a:pPr eaLnBrk="1" hangingPunct="1"/>
            <a:r>
              <a:rPr lang="zh-CN" altLang="en-US">
                <a:ea typeface="宋体" panose="02010600030101010101" pitchFamily="2" charset="-122"/>
              </a:rPr>
              <a:t>结论：负数用补码表示时</a:t>
            </a:r>
            <a:r>
              <a:rPr lang="en-US" altLang="zh-CN">
                <a:ea typeface="宋体" panose="02010600030101010101" pitchFamily="2" charset="-122"/>
              </a:rPr>
              <a:t>,</a:t>
            </a:r>
            <a:r>
              <a:rPr lang="zh-CN" altLang="en-US">
                <a:ea typeface="宋体" panose="02010600030101010101" pitchFamily="2" charset="-122"/>
              </a:rPr>
              <a:t>可以把减法转化为加法。</a:t>
            </a:r>
          </a:p>
          <a:p>
            <a:pPr eaLnBrk="1" hangingPunct="1"/>
            <a:endParaRPr lang="zh-CN" altLang="en-US">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6434" name="Rectangle 8"/>
          <p:cNvSpPr>
            <a:spLocks noGrp="1" noChangeArrowheads="1"/>
          </p:cNvSpPr>
          <p:nvPr/>
        </p:nvSpPr>
        <p:spPr bwMode="auto">
          <a:xfrm>
            <a:off x="63500"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6435" name="Rectangle 2"/>
          <p:cNvSpPr>
            <a:spLocks noGrp="1" noRot="1" noChangeAspect="1" noChangeArrowheads="1" noTextEdit="1"/>
          </p:cNvSpPr>
          <p:nvPr>
            <p:ph type="sldImg" idx="4294967295"/>
          </p:nvPr>
        </p:nvSpPr>
        <p:spPr>
          <a:xfrm>
            <a:off x="36513" y="0"/>
            <a:ext cx="0" cy="0"/>
          </a:xfrm>
          <a:ln w="12700">
            <a:solidFill>
              <a:srgbClr val="000000"/>
            </a:solidFill>
            <a:bevel/>
          </a:ln>
        </p:spPr>
      </p:sp>
      <p:sp>
        <p:nvSpPr>
          <p:cNvPr id="146436"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cs typeface="Arial" panose="020B0604020202020204" pitchFamily="34" charset="0"/>
              </a:rPr>
              <a:t>现代计算机不仅可以做数值计算，更多的是做一些数值计算以外的工作，如：数据处理等一些非数值计算的工作，这些处理中包括一些诸如：姓名，性别，照片等数据，现在是多媒体时代，各种数据如何输入，如何存储，如何传输，如何显示等，这就是计算机中的信息编码问题。</a:t>
            </a:r>
          </a:p>
          <a:p>
            <a:pPr eaLnBrk="1" hangingPunct="1"/>
            <a:r>
              <a:rPr lang="zh-CN" altLang="en-US">
                <a:ea typeface="宋体" panose="02010600030101010101" pitchFamily="2" charset="-122"/>
                <a:cs typeface="Arial" panose="020B0604020202020204" pitchFamily="34" charset="0"/>
              </a:rPr>
              <a:t>计算机只能处理数字型数据，要想使计算机能处理非数字型数据，必须对非数字型数据进行数字化。</a:t>
            </a:r>
          </a:p>
          <a:p>
            <a:pPr eaLnBrk="1" hangingPunct="1"/>
            <a:r>
              <a:rPr lang="zh-CN" altLang="en-US">
                <a:ea typeface="宋体" panose="02010600030101010101" pitchFamily="2" charset="-122"/>
                <a:cs typeface="Arial" panose="020B0604020202020204" pitchFamily="34" charset="0"/>
              </a:rPr>
              <a:t>对非数字型数据进行数字化的过程就称为编码。因此信息编码就是对各种数据进行编码表示的过程。</a:t>
            </a:r>
          </a:p>
          <a:p>
            <a:pPr eaLnBrk="1" hangingPunct="1"/>
            <a:endParaRPr lang="zh-CN" altLang="en-US">
              <a:ea typeface="宋体" panose="02010600030101010101" pitchFamily="2" charset="-122"/>
              <a:cs typeface="Arial" panose="020B0604020202020204" pitchFamily="34" charset="0"/>
            </a:endParaRPr>
          </a:p>
          <a:p>
            <a:pPr eaLnBrk="1" hangingPunct="1"/>
            <a:r>
              <a:rPr lang="en-US" altLang="zh-CN">
                <a:ea typeface="宋体" panose="02010600030101010101" pitchFamily="2" charset="-122"/>
                <a:cs typeface="Arial" panose="020B0604020202020204" pitchFamily="34" charset="0"/>
              </a:rPr>
              <a:t>ASCII</a:t>
            </a:r>
            <a:r>
              <a:rPr lang="zh-CN" altLang="en-US">
                <a:ea typeface="宋体" panose="02010600030101010101" pitchFamily="2" charset="-122"/>
                <a:cs typeface="Arial" panose="020B0604020202020204" pitchFamily="34" charset="0"/>
              </a:rPr>
              <a:t>（</a:t>
            </a:r>
            <a:r>
              <a:rPr lang="en-US" altLang="zh-CN">
                <a:ea typeface="宋体" panose="02010600030101010101" pitchFamily="2" charset="-122"/>
                <a:cs typeface="Arial" panose="020B0604020202020204" pitchFamily="34" charset="0"/>
              </a:rPr>
              <a:t>American Standard Code for Information Interchange</a:t>
            </a:r>
            <a:r>
              <a:rPr lang="zh-CN" altLang="en-US">
                <a:ea typeface="宋体" panose="02010600030101010101" pitchFamily="2" charset="-122"/>
                <a:cs typeface="Arial" panose="020B0604020202020204" pitchFamily="34" charset="0"/>
              </a:rPr>
              <a:t>）码是美国信息交换标准代码，它是从人们日常生活中选取的最常用的</a:t>
            </a:r>
            <a:r>
              <a:rPr lang="en-US" altLang="zh-CN">
                <a:ea typeface="宋体" panose="02010600030101010101" pitchFamily="2" charset="-122"/>
                <a:cs typeface="Arial" panose="020B0604020202020204" pitchFamily="34" charset="0"/>
              </a:rPr>
              <a:t>128</a:t>
            </a:r>
            <a:r>
              <a:rPr lang="zh-CN" altLang="en-US">
                <a:ea typeface="宋体" panose="02010600030101010101" pitchFamily="2" charset="-122"/>
                <a:cs typeface="Arial" panose="020B0604020202020204" pitchFamily="34" charset="0"/>
              </a:rPr>
              <a:t>个字符的编码。称为标准</a:t>
            </a:r>
            <a:r>
              <a:rPr lang="en-US" altLang="zh-CN">
                <a:ea typeface="宋体" panose="02010600030101010101" pitchFamily="2" charset="-122"/>
                <a:cs typeface="Arial" panose="020B0604020202020204" pitchFamily="34" charset="0"/>
              </a:rPr>
              <a:t>ASCII</a:t>
            </a:r>
            <a:r>
              <a:rPr lang="zh-CN" altLang="en-US">
                <a:ea typeface="宋体" panose="02010600030101010101" pitchFamily="2" charset="-122"/>
                <a:cs typeface="Arial" panose="020B0604020202020204" pitchFamily="34" charset="0"/>
              </a:rPr>
              <a:t>码。</a:t>
            </a:r>
          </a:p>
          <a:p>
            <a:pPr eaLnBrk="1" hangingPunct="1"/>
            <a:r>
              <a:rPr lang="zh-CN" altLang="en-US">
                <a:ea typeface="宋体" panose="02010600030101010101" pitchFamily="2" charset="-122"/>
                <a:cs typeface="Arial" panose="020B0604020202020204" pitchFamily="34" charset="0"/>
              </a:rPr>
              <a:t>其中：</a:t>
            </a:r>
          </a:p>
          <a:p>
            <a:pPr eaLnBrk="1" hangingPunct="1"/>
            <a:r>
              <a:rPr lang="zh-CN" altLang="en-US">
                <a:ea typeface="宋体" panose="02010600030101010101" pitchFamily="2" charset="-122"/>
                <a:cs typeface="Arial" panose="020B0604020202020204" pitchFamily="34" charset="0"/>
              </a:rPr>
              <a:t>     控制字符</a:t>
            </a:r>
            <a:r>
              <a:rPr lang="en-US" altLang="zh-CN">
                <a:ea typeface="宋体" panose="02010600030101010101" pitchFamily="2" charset="-122"/>
                <a:cs typeface="Arial" panose="020B0604020202020204" pitchFamily="34" charset="0"/>
              </a:rPr>
              <a:t>32</a:t>
            </a:r>
            <a:r>
              <a:rPr lang="zh-CN" altLang="en-US">
                <a:ea typeface="宋体" panose="02010600030101010101" pitchFamily="2" charset="-122"/>
                <a:cs typeface="Arial" panose="020B0604020202020204" pitchFamily="34" charset="0"/>
              </a:rPr>
              <a:t>个，编码：</a:t>
            </a:r>
            <a:r>
              <a:rPr lang="en-US" altLang="zh-CN">
                <a:ea typeface="宋体" panose="02010600030101010101" pitchFamily="2" charset="-122"/>
                <a:cs typeface="Arial" panose="020B0604020202020204" pitchFamily="34" charset="0"/>
              </a:rPr>
              <a:t>0</a:t>
            </a:r>
            <a:r>
              <a:rPr lang="zh-CN" altLang="en-US">
                <a:ea typeface="宋体" panose="02010600030101010101" pitchFamily="2" charset="-122"/>
                <a:cs typeface="Arial" panose="020B0604020202020204" pitchFamily="34" charset="0"/>
              </a:rPr>
              <a:t>～</a:t>
            </a:r>
            <a:r>
              <a:rPr lang="en-US" altLang="zh-CN">
                <a:ea typeface="宋体" panose="02010600030101010101" pitchFamily="2" charset="-122"/>
                <a:cs typeface="Arial" panose="020B0604020202020204" pitchFamily="34" charset="0"/>
              </a:rPr>
              <a:t>31</a:t>
            </a:r>
            <a:endParaRPr lang="zh-CN" altLang="en-US">
              <a:ea typeface="宋体" panose="02010600030101010101" pitchFamily="2" charset="-122"/>
              <a:cs typeface="Arial" panose="020B0604020202020204" pitchFamily="34" charset="0"/>
            </a:endParaRPr>
          </a:p>
          <a:p>
            <a:pPr eaLnBrk="1" hangingPunct="1"/>
            <a:r>
              <a:rPr lang="en-US" altLang="zh-CN">
                <a:ea typeface="宋体" panose="02010600030101010101" pitchFamily="2" charset="-122"/>
                <a:cs typeface="Arial" panose="020B0604020202020204" pitchFamily="34" charset="0"/>
              </a:rPr>
              <a:t>     </a:t>
            </a:r>
            <a:r>
              <a:rPr lang="zh-CN" altLang="en-US">
                <a:ea typeface="宋体" panose="02010600030101010101" pitchFamily="2" charset="-122"/>
                <a:cs typeface="Arial" panose="020B0604020202020204" pitchFamily="34" charset="0"/>
              </a:rPr>
              <a:t>普通字符</a:t>
            </a:r>
            <a:r>
              <a:rPr lang="en-US" altLang="zh-CN">
                <a:ea typeface="宋体" panose="02010600030101010101" pitchFamily="2" charset="-122"/>
                <a:cs typeface="Arial" panose="020B0604020202020204" pitchFamily="34" charset="0"/>
              </a:rPr>
              <a:t>96</a:t>
            </a:r>
            <a:r>
              <a:rPr lang="zh-CN" altLang="en-US">
                <a:ea typeface="宋体" panose="02010600030101010101" pitchFamily="2" charset="-122"/>
                <a:cs typeface="Arial" panose="020B0604020202020204" pitchFamily="34" charset="0"/>
              </a:rPr>
              <a:t>个，编码：</a:t>
            </a:r>
            <a:r>
              <a:rPr lang="en-US" altLang="zh-CN">
                <a:ea typeface="宋体" panose="02010600030101010101" pitchFamily="2" charset="-122"/>
                <a:cs typeface="Arial" panose="020B0604020202020204" pitchFamily="34" charset="0"/>
              </a:rPr>
              <a:t>32</a:t>
            </a:r>
            <a:r>
              <a:rPr lang="zh-CN" altLang="en-US">
                <a:ea typeface="宋体" panose="02010600030101010101" pitchFamily="2" charset="-122"/>
                <a:cs typeface="Arial" panose="020B0604020202020204" pitchFamily="34" charset="0"/>
              </a:rPr>
              <a:t>～</a:t>
            </a:r>
            <a:r>
              <a:rPr lang="en-US" altLang="zh-CN">
                <a:ea typeface="宋体" panose="02010600030101010101" pitchFamily="2" charset="-122"/>
                <a:cs typeface="Arial" panose="020B0604020202020204" pitchFamily="34" charset="0"/>
              </a:rPr>
              <a:t>127</a:t>
            </a:r>
            <a:endParaRPr lang="zh-CN" altLang="en-US">
              <a:ea typeface="宋体" panose="02010600030101010101" pitchFamily="2" charset="-122"/>
              <a:cs typeface="Arial" panose="020B0604020202020204" pitchFamily="34" charset="0"/>
            </a:endParaRPr>
          </a:p>
          <a:p>
            <a:pPr eaLnBrk="1" hangingPunct="1"/>
            <a:r>
              <a:rPr lang="zh-CN" altLang="en-US">
                <a:ea typeface="宋体" panose="02010600030101010101" pitchFamily="2" charset="-122"/>
                <a:cs typeface="Arial" panose="020B0604020202020204" pitchFamily="34" charset="0"/>
              </a:rPr>
              <a:t>每个字符占一个字节，用低</a:t>
            </a:r>
            <a:r>
              <a:rPr lang="en-US" altLang="zh-CN">
                <a:ea typeface="宋体" panose="02010600030101010101" pitchFamily="2" charset="-122"/>
                <a:cs typeface="Arial" panose="020B0604020202020204" pitchFamily="34" charset="0"/>
              </a:rPr>
              <a:t>7</a:t>
            </a:r>
            <a:r>
              <a:rPr lang="zh-CN" altLang="en-US">
                <a:ea typeface="宋体" panose="02010600030101010101" pitchFamily="2" charset="-122"/>
                <a:cs typeface="Arial" panose="020B0604020202020204" pitchFamily="34" charset="0"/>
              </a:rPr>
              <a:t>位编码，最高位为</a:t>
            </a:r>
            <a:r>
              <a:rPr lang="en-US" altLang="zh-CN">
                <a:ea typeface="宋体" panose="02010600030101010101" pitchFamily="2" charset="-122"/>
                <a:cs typeface="Arial" panose="020B0604020202020204" pitchFamily="34" charset="0"/>
              </a:rPr>
              <a:t>0</a:t>
            </a:r>
            <a:r>
              <a:rPr lang="zh-CN" altLang="en-US">
                <a:ea typeface="宋体" panose="02010600030101010101" pitchFamily="2" charset="-122"/>
                <a:cs typeface="Arial" panose="020B0604020202020204" pitchFamily="34" charset="0"/>
              </a:rPr>
              <a:t>。</a:t>
            </a:r>
          </a:p>
          <a:p>
            <a:pPr eaLnBrk="1" hangingPunct="1"/>
            <a:endParaRPr lang="zh-CN" altLang="en-US">
              <a:ea typeface="宋体" panose="02010600030101010101" pitchFamily="2" charset="-122"/>
              <a:cs typeface="Arial" panose="020B0604020202020204" pitchFamily="34" charset="0"/>
            </a:endParaRPr>
          </a:p>
          <a:p>
            <a:pPr eaLnBrk="1" hangingPunct="1"/>
            <a:endParaRPr lang="zh-CN" altLang="en-US">
              <a:ea typeface="宋体" panose="02010600030101010101" pitchFamily="2" charset="-122"/>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7458" name="Rectangle 8"/>
          <p:cNvSpPr>
            <a:spLocks noGrp="1" noChangeArrowheads="1"/>
          </p:cNvSpPr>
          <p:nvPr/>
        </p:nvSpPr>
        <p:spPr bwMode="auto">
          <a:xfrm>
            <a:off x="0" y="0"/>
            <a:ext cx="3175" cy="8371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7459" name="Rectangle 2"/>
          <p:cNvSpPr>
            <a:spLocks noGrp="1" noRot="1" noChangeAspect="1" noChangeArrowheads="1" noTextEdit="1"/>
          </p:cNvSpPr>
          <p:nvPr>
            <p:ph type="sldImg" idx="4294967295"/>
          </p:nvPr>
        </p:nvSpPr>
        <p:spPr>
          <a:xfrm>
            <a:off x="-65258950" y="0"/>
            <a:ext cx="130521075" cy="97891600"/>
          </a:xfrm>
          <a:ln w="12700">
            <a:solidFill>
              <a:srgbClr val="000000"/>
            </a:solidFill>
            <a:bevel/>
          </a:ln>
        </p:spPr>
      </p:sp>
      <p:sp>
        <p:nvSpPr>
          <p:cNvPr id="147460"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cs typeface="Arial" panose="020B0604020202020204" pitchFamily="34" charset="0"/>
              </a:rPr>
              <a:t>中国汉字成千上万。一个字节最多只能编码</a:t>
            </a:r>
            <a:r>
              <a:rPr lang="en-US" altLang="zh-CN">
                <a:ea typeface="宋体" panose="02010600030101010101" pitchFamily="2" charset="-122"/>
                <a:cs typeface="Arial" panose="020B0604020202020204" pitchFamily="34" charset="0"/>
              </a:rPr>
              <a:t>256</a:t>
            </a:r>
            <a:r>
              <a:rPr lang="zh-CN" altLang="en-US">
                <a:ea typeface="宋体" panose="02010600030101010101" pitchFamily="2" charset="-122"/>
                <a:cs typeface="Arial" panose="020B0604020202020204" pitchFamily="34" charset="0"/>
              </a:rPr>
              <a:t>种，故汉字编码采用两字节编码。</a:t>
            </a:r>
          </a:p>
          <a:p>
            <a:pPr eaLnBrk="1" hangingPunct="1"/>
            <a:r>
              <a:rPr lang="zh-CN" altLang="en-US">
                <a:ea typeface="宋体" panose="02010600030101010101" pitchFamily="2" charset="-122"/>
                <a:cs typeface="Arial" panose="020B0604020202020204" pitchFamily="34" charset="0"/>
              </a:rPr>
              <a:t>汉字编码有国标码和机内码之分。国标码指的是</a:t>
            </a:r>
            <a:r>
              <a:rPr lang="en-US" altLang="zh-CN">
                <a:ea typeface="宋体" panose="02010600030101010101" pitchFamily="2" charset="-122"/>
                <a:cs typeface="Arial" panose="020B0604020202020204" pitchFamily="34" charset="0"/>
              </a:rPr>
              <a:t>GB2312-80</a:t>
            </a:r>
            <a:r>
              <a:rPr lang="zh-CN" altLang="en-US">
                <a:ea typeface="宋体" panose="02010600030101010101" pitchFamily="2" charset="-122"/>
                <a:cs typeface="Arial" panose="020B0604020202020204" pitchFamily="34" charset="0"/>
              </a:rPr>
              <a:t>国家标准。机内码指的是汉字在计算机内部的存储、传输之编码。</a:t>
            </a:r>
          </a:p>
          <a:p>
            <a:pPr eaLnBrk="1" hangingPunct="1"/>
            <a:r>
              <a:rPr lang="zh-CN" altLang="en-US">
                <a:ea typeface="宋体" panose="02010600030101010101" pitchFamily="2" charset="-122"/>
                <a:cs typeface="Arial" panose="020B0604020202020204" pitchFamily="34" charset="0"/>
              </a:rPr>
              <a:t>在计算机发展早期，受存储条件的限制，国标字符集从所有汉字中挑选了常用的</a:t>
            </a:r>
            <a:r>
              <a:rPr lang="en-US" altLang="zh-CN">
                <a:ea typeface="宋体" panose="02010600030101010101" pitchFamily="2" charset="-122"/>
                <a:cs typeface="Arial" panose="020B0604020202020204" pitchFamily="34" charset="0"/>
              </a:rPr>
              <a:t>6763</a:t>
            </a:r>
            <a:r>
              <a:rPr lang="zh-CN" altLang="en-US">
                <a:ea typeface="宋体" panose="02010600030101010101" pitchFamily="2" charset="-122"/>
                <a:cs typeface="Arial" panose="020B0604020202020204" pitchFamily="34" charset="0"/>
              </a:rPr>
              <a:t>个汉字和</a:t>
            </a:r>
            <a:r>
              <a:rPr lang="en-US" altLang="zh-CN">
                <a:ea typeface="宋体" panose="02010600030101010101" pitchFamily="2" charset="-122"/>
                <a:cs typeface="Arial" panose="020B0604020202020204" pitchFamily="34" charset="0"/>
              </a:rPr>
              <a:t>687</a:t>
            </a:r>
            <a:r>
              <a:rPr lang="zh-CN" altLang="en-US">
                <a:ea typeface="宋体" panose="02010600030101010101" pitchFamily="2" charset="-122"/>
                <a:cs typeface="Arial" panose="020B0604020202020204" pitchFamily="34" charset="0"/>
              </a:rPr>
              <a:t>个其他字母和图形符号，共</a:t>
            </a:r>
            <a:r>
              <a:rPr lang="en-US" altLang="zh-CN">
                <a:ea typeface="宋体" panose="02010600030101010101" pitchFamily="2" charset="-122"/>
                <a:cs typeface="Arial" panose="020B0604020202020204" pitchFamily="34" charset="0"/>
              </a:rPr>
              <a:t>7000</a:t>
            </a:r>
            <a:r>
              <a:rPr lang="zh-CN" altLang="en-US">
                <a:ea typeface="宋体" panose="02010600030101010101" pitchFamily="2" charset="-122"/>
                <a:cs typeface="Arial" panose="020B0604020202020204" pitchFamily="34" charset="0"/>
              </a:rPr>
              <a:t>多个字符构成了汉字国标字符集。</a:t>
            </a: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9506" name="Rectangle 8"/>
          <p:cNvSpPr>
            <a:spLocks noGrp="1" noChangeArrowheads="1"/>
          </p:cNvSpPr>
          <p:nvPr/>
        </p:nvSpPr>
        <p:spPr bwMode="auto">
          <a:xfrm>
            <a:off x="8101013" y="0"/>
            <a:ext cx="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a:t>Presentation Title</a:t>
            </a:r>
            <a:endParaRPr lang="en-US" altLang="zh-CN"/>
          </a:p>
        </p:txBody>
      </p:sp>
      <p:sp>
        <p:nvSpPr>
          <p:cNvPr id="149507" name="Rectangle 2"/>
          <p:cNvSpPr>
            <a:spLocks noGrp="1" noRot="1" noChangeAspect="1" noChangeArrowheads="1" noTextEdit="1"/>
          </p:cNvSpPr>
          <p:nvPr>
            <p:ph type="sldImg" idx="4294967295"/>
          </p:nvPr>
        </p:nvSpPr>
        <p:spPr>
          <a:xfrm>
            <a:off x="-877888" y="0"/>
            <a:ext cx="10688638" cy="8018463"/>
          </a:xfrm>
          <a:ln w="12700">
            <a:solidFill>
              <a:srgbClr val="000000"/>
            </a:solidFill>
            <a:bevel/>
          </a:ln>
        </p:spPr>
      </p:sp>
      <p:sp>
        <p:nvSpPr>
          <p:cNvPr id="149508" name="Rectangle 3"/>
          <p:cNvSpPr>
            <a:spLocks noGrp="1" noRot="1" noChangeAspect="1" noChangeArrowheads="1"/>
          </p:cNvSpPr>
          <p:nvPr>
            <p:ph type="body" idx="4294967295"/>
          </p:nvPr>
        </p:nvSpPr>
        <p:spPr bwMode="auto">
          <a:xfrm>
            <a:off x="457200" y="1600200"/>
            <a:ext cx="8229600" cy="4456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cs typeface="Arial" panose="020B0604020202020204" pitchFamily="34" charset="0"/>
              </a:rPr>
              <a:t>用一组固定的符号和统一的规则来表示数值的方法称作数制；</a:t>
            </a:r>
          </a:p>
          <a:p>
            <a:pPr eaLnBrk="1" hangingPunct="1"/>
            <a:r>
              <a:rPr lang="zh-CN" altLang="en-US">
                <a:ea typeface="宋体" panose="02010600030101010101" pitchFamily="2" charset="-122"/>
                <a:cs typeface="Arial" panose="020B0604020202020204" pitchFamily="34" charset="0"/>
              </a:rPr>
              <a:t>计算机中常用的数制有十进制、二进制、八进制和十六进制；</a:t>
            </a:r>
          </a:p>
          <a:p>
            <a:pPr eaLnBrk="1" hangingPunct="1"/>
            <a:r>
              <a:rPr lang="zh-CN" altLang="en-US">
                <a:ea typeface="宋体" panose="02010600030101010101" pitchFamily="2" charset="-122"/>
                <a:cs typeface="Arial" panose="020B0604020202020204" pitchFamily="34" charset="0"/>
              </a:rPr>
              <a:t>二、八、十六进制转换为十进制是利用数制的按权展开式，十进制转换为二、八、十六进制采用的是余数法；</a:t>
            </a:r>
          </a:p>
          <a:p>
            <a:pPr eaLnBrk="1" hangingPunct="1"/>
            <a:r>
              <a:rPr lang="zh-CN" altLang="en-US">
                <a:ea typeface="宋体" panose="02010600030101010101" pitchFamily="2" charset="-122"/>
                <a:cs typeface="Arial" panose="020B0604020202020204" pitchFamily="34" charset="0"/>
              </a:rPr>
              <a:t>计算机世界当中常常使用</a:t>
            </a:r>
            <a:r>
              <a:rPr lang="en-US" altLang="zh-CN">
                <a:ea typeface="宋体" panose="02010600030101010101" pitchFamily="2" charset="-122"/>
                <a:cs typeface="Arial" panose="020B0604020202020204" pitchFamily="34" charset="0"/>
              </a:rPr>
              <a:t>210</a:t>
            </a:r>
            <a:r>
              <a:rPr lang="zh-CN" altLang="en-US">
                <a:ea typeface="宋体" panose="02010600030101010101" pitchFamily="2" charset="-122"/>
                <a:cs typeface="Arial" panose="020B0604020202020204" pitchFamily="34" charset="0"/>
              </a:rPr>
              <a:t>来表示一千，</a:t>
            </a:r>
            <a:r>
              <a:rPr lang="en-US" altLang="zh-CN">
                <a:ea typeface="宋体" panose="02010600030101010101" pitchFamily="2" charset="-122"/>
                <a:cs typeface="Arial" panose="020B0604020202020204" pitchFamily="34" charset="0"/>
              </a:rPr>
              <a:t>1K</a:t>
            </a:r>
            <a:r>
              <a:rPr lang="zh-CN" altLang="en-US">
                <a:ea typeface="宋体" panose="02010600030101010101" pitchFamily="2" charset="-122"/>
                <a:cs typeface="Arial" panose="020B0604020202020204" pitchFamily="34" charset="0"/>
              </a:rPr>
              <a:t>表示的是</a:t>
            </a:r>
            <a:r>
              <a:rPr lang="en-US" altLang="zh-CN">
                <a:ea typeface="宋体" panose="02010600030101010101" pitchFamily="2" charset="-122"/>
                <a:cs typeface="Arial" panose="020B0604020202020204" pitchFamily="34" charset="0"/>
              </a:rPr>
              <a:t>1024</a:t>
            </a:r>
            <a:r>
              <a:rPr lang="zh-CN" altLang="en-US">
                <a:ea typeface="宋体" panose="02010600030101010101" pitchFamily="2" charset="-122"/>
                <a:cs typeface="Arial" panose="020B0604020202020204" pitchFamily="34" charset="0"/>
              </a:rPr>
              <a:t>；</a:t>
            </a:r>
            <a:r>
              <a:rPr lang="en-US" altLang="zh-CN">
                <a:ea typeface="宋体" panose="02010600030101010101" pitchFamily="2" charset="-122"/>
                <a:cs typeface="Arial" panose="020B0604020202020204" pitchFamily="34" charset="0"/>
              </a:rPr>
              <a:t>1M</a:t>
            </a:r>
            <a:r>
              <a:rPr lang="zh-CN" altLang="en-US">
                <a:ea typeface="宋体" panose="02010600030101010101" pitchFamily="2" charset="-122"/>
                <a:cs typeface="Arial" panose="020B0604020202020204" pitchFamily="34" charset="0"/>
              </a:rPr>
              <a:t>表示的是</a:t>
            </a:r>
            <a:r>
              <a:rPr lang="en-US" altLang="zh-CN">
                <a:ea typeface="宋体" panose="02010600030101010101" pitchFamily="2" charset="-122"/>
                <a:cs typeface="Arial" panose="020B0604020202020204" pitchFamily="34" charset="0"/>
              </a:rPr>
              <a:t>1024K</a:t>
            </a:r>
            <a:r>
              <a:rPr lang="zh-CN" altLang="en-US">
                <a:ea typeface="宋体" panose="02010600030101010101" pitchFamily="2" charset="-122"/>
                <a:cs typeface="Arial" panose="020B0604020202020204" pitchFamily="34" charset="0"/>
              </a:rPr>
              <a:t>；</a:t>
            </a:r>
            <a:r>
              <a:rPr lang="en-US" altLang="zh-CN">
                <a:ea typeface="宋体" panose="02010600030101010101" pitchFamily="2" charset="-122"/>
                <a:cs typeface="Arial" panose="020B0604020202020204" pitchFamily="34" charset="0"/>
              </a:rPr>
              <a:t>1G</a:t>
            </a:r>
            <a:r>
              <a:rPr lang="zh-CN" altLang="en-US">
                <a:ea typeface="宋体" panose="02010600030101010101" pitchFamily="2" charset="-122"/>
                <a:cs typeface="Arial" panose="020B0604020202020204" pitchFamily="34" charset="0"/>
              </a:rPr>
              <a:t>表示的是</a:t>
            </a:r>
            <a:r>
              <a:rPr lang="en-US" altLang="zh-CN">
                <a:ea typeface="宋体" panose="02010600030101010101" pitchFamily="2" charset="-122"/>
                <a:cs typeface="Arial" panose="020B0604020202020204" pitchFamily="34" charset="0"/>
              </a:rPr>
              <a:t>1024M</a:t>
            </a:r>
            <a:r>
              <a:rPr lang="zh-CN" altLang="en-US">
                <a:ea typeface="宋体" panose="02010600030101010101" pitchFamily="2" charset="-122"/>
                <a:cs typeface="Arial" panose="020B0604020202020204" pitchFamily="34" charset="0"/>
              </a:rPr>
              <a:t>；</a:t>
            </a:r>
          </a:p>
          <a:p>
            <a:pPr eaLnBrk="1" hangingPunct="1"/>
            <a:r>
              <a:rPr lang="zh-CN" altLang="en-US">
                <a:ea typeface="宋体" panose="02010600030101010101" pitchFamily="2" charset="-122"/>
                <a:cs typeface="Arial" panose="020B0604020202020204" pitchFamily="34" charset="0"/>
              </a:rPr>
              <a:t>计算机存储容量的最小计量单位为</a:t>
            </a:r>
            <a:r>
              <a:rPr lang="en-US" altLang="zh-CN">
                <a:ea typeface="宋体" panose="02010600030101010101" pitchFamily="2" charset="-122"/>
                <a:cs typeface="Arial" panose="020B0604020202020204" pitchFamily="34" charset="0"/>
              </a:rPr>
              <a:t>1</a:t>
            </a:r>
            <a:r>
              <a:rPr lang="zh-CN" altLang="en-US">
                <a:ea typeface="宋体" panose="02010600030101010101" pitchFamily="2" charset="-122"/>
                <a:cs typeface="Arial" panose="020B0604020202020204" pitchFamily="34" charset="0"/>
              </a:rPr>
              <a:t>位，</a:t>
            </a:r>
            <a:r>
              <a:rPr lang="en-US" altLang="zh-CN">
                <a:ea typeface="宋体" panose="02010600030101010101" pitchFamily="2" charset="-122"/>
                <a:cs typeface="Arial" panose="020B0604020202020204" pitchFamily="34" charset="0"/>
              </a:rPr>
              <a:t>8</a:t>
            </a:r>
            <a:r>
              <a:rPr lang="zh-CN" altLang="en-US">
                <a:ea typeface="宋体" panose="02010600030101010101" pitchFamily="2" charset="-122"/>
                <a:cs typeface="Arial" panose="020B0604020202020204" pitchFamily="34" charset="0"/>
              </a:rPr>
              <a:t>位为一个字节，</a:t>
            </a:r>
            <a:r>
              <a:rPr lang="en-US" altLang="zh-CN">
                <a:ea typeface="宋体" panose="02010600030101010101" pitchFamily="2" charset="-122"/>
                <a:cs typeface="Arial" panose="020B0604020202020204" pitchFamily="34" charset="0"/>
              </a:rPr>
              <a:t>2</a:t>
            </a:r>
            <a:r>
              <a:rPr lang="zh-CN" altLang="en-US">
                <a:ea typeface="宋体" panose="02010600030101010101" pitchFamily="2" charset="-122"/>
                <a:cs typeface="Arial" panose="020B0604020202020204" pitchFamily="34" charset="0"/>
              </a:rPr>
              <a:t>字节为一个字，还有双字；</a:t>
            </a:r>
          </a:p>
          <a:p>
            <a:pPr eaLnBrk="1" hangingPunct="1"/>
            <a:r>
              <a:rPr lang="zh-CN" altLang="en-US">
                <a:ea typeface="宋体" panose="02010600030101010101" pitchFamily="2" charset="-122"/>
                <a:cs typeface="Arial" panose="020B0604020202020204" pitchFamily="34" charset="0"/>
              </a:rPr>
              <a:t>计算机</a:t>
            </a:r>
            <a:r>
              <a:rPr lang="en-US" altLang="zh-CN">
                <a:ea typeface="宋体" panose="02010600030101010101" pitchFamily="2" charset="-122"/>
                <a:cs typeface="Arial" panose="020B0604020202020204" pitchFamily="34" charset="0"/>
              </a:rPr>
              <a:t>CPU</a:t>
            </a:r>
            <a:r>
              <a:rPr lang="zh-CN" altLang="en-US">
                <a:ea typeface="宋体" panose="02010600030101010101" pitchFamily="2" charset="-122"/>
                <a:cs typeface="Arial" panose="020B0604020202020204" pitchFamily="34" charset="0"/>
              </a:rPr>
              <a:t>一次可以处理的最大的位数为字长；</a:t>
            </a:r>
          </a:p>
          <a:p>
            <a:pPr eaLnBrk="1" hangingPunct="1"/>
            <a:endParaRPr lang="zh-CN" altLang="en-US">
              <a:ea typeface="宋体" panose="02010600030101010101" pitchFamily="2" charset="-122"/>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p:sp>
      <p:sp>
        <p:nvSpPr>
          <p:cNvPr id="150531" name="备注占位符 2"/>
          <p:cNvSpPr>
            <a:spLocks noGrp="1"/>
          </p:cNvSpPr>
          <p:nvPr>
            <p:ph type="body" idx="1"/>
          </p:nvPr>
        </p:nvSpPr>
        <p:spPr bwMode="auto">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宋体" panose="02010600030101010101" pitchFamily="2" charset="-122"/>
              </a:rPr>
              <a:t>自己配一台</a:t>
            </a:r>
            <a:r>
              <a:rPr lang="en-US" altLang="zh-CN" dirty="0">
                <a:ea typeface="宋体" panose="02010600030101010101" pitchFamily="2" charset="-122"/>
              </a:rPr>
              <a:t>PC</a:t>
            </a:r>
            <a:r>
              <a:rPr lang="zh-CN" altLang="en-US" dirty="0">
                <a:ea typeface="宋体" panose="02010600030101010101" pitchFamily="2" charset="-122"/>
              </a:rPr>
              <a:t>机：</a:t>
            </a:r>
            <a:endParaRPr lang="en-US" altLang="zh-CN" dirty="0">
              <a:ea typeface="宋体" panose="02010600030101010101" pitchFamily="2" charset="-122"/>
            </a:endParaRPr>
          </a:p>
          <a:p>
            <a:pPr eaLnBrk="1" hangingPunct="1"/>
            <a:r>
              <a:rPr lang="zh-CN" altLang="en-US" dirty="0">
                <a:ea typeface="宋体" panose="02010600030101010101" pitchFamily="2" charset="-122"/>
              </a:rPr>
              <a:t>先定预算</a:t>
            </a:r>
            <a:endParaRPr lang="en-US" altLang="zh-CN" dirty="0">
              <a:ea typeface="宋体" panose="02010600030101010101" pitchFamily="2" charset="-122"/>
            </a:endParaRPr>
          </a:p>
          <a:p>
            <a:pPr eaLnBrk="1" hangingPunct="1"/>
            <a:r>
              <a:rPr lang="zh-CN" altLang="en-US" dirty="0">
                <a:ea typeface="宋体" panose="02010600030101010101" pitchFamily="2" charset="-122"/>
              </a:rPr>
              <a:t>再选购配件：</a:t>
            </a:r>
            <a:r>
              <a:rPr lang="en-US" altLang="zh-CN" dirty="0">
                <a:ea typeface="宋体" panose="02010600030101010101" pitchFamily="2" charset="-122"/>
              </a:rPr>
              <a:t>www.jd.com </a:t>
            </a:r>
            <a:r>
              <a:rPr lang="zh-CN" altLang="en-US" dirty="0">
                <a:ea typeface="宋体" panose="02010600030101010101" pitchFamily="2" charset="-122"/>
              </a:rPr>
              <a:t>装机大师</a:t>
            </a:r>
          </a:p>
        </p:txBody>
      </p:sp>
      <p:sp>
        <p:nvSpPr>
          <p:cNvPr id="150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0ED4227-3DE5-46FB-ACE4-31DAE36F4CA4}" type="slidenum">
              <a:rPr altLang="en-US"/>
              <a:t>69</a:t>
            </a:fld>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7"/>
          <p:cNvSpPr>
            <a:spLocks noGrp="1"/>
          </p:cNvSpPr>
          <p:nvPr>
            <p:ph type="dt" sz="half" idx="10"/>
          </p:nvPr>
        </p:nvSpPr>
        <p:spPr/>
        <p:txBody>
          <a:bodyPr/>
          <a:lstStyle>
            <a:lvl1pPr>
              <a:defRPr/>
            </a:lvl1pPr>
          </a:lstStyle>
          <a:p>
            <a:pPr>
              <a:defRPr/>
            </a:pPr>
            <a:endParaRPr/>
          </a:p>
        </p:txBody>
      </p:sp>
      <p:sp>
        <p:nvSpPr>
          <p:cNvPr id="5" name="Rectangle 48"/>
          <p:cNvSpPr>
            <a:spLocks noGrp="1"/>
          </p:cNvSpPr>
          <p:nvPr>
            <p:ph type="ftr" sz="quarter" idx="11"/>
          </p:nvPr>
        </p:nvSpPr>
        <p:spPr/>
        <p:txBody>
          <a:bodyPr/>
          <a:lstStyle>
            <a:lvl1pPr>
              <a:defRPr/>
            </a:lvl1pPr>
          </a:lstStyle>
          <a:p>
            <a:pPr>
              <a:defRPr/>
            </a:pPr>
            <a:endParaRPr/>
          </a:p>
        </p:txBody>
      </p:sp>
      <p:sp>
        <p:nvSpPr>
          <p:cNvPr id="6" name="Rectangle 49"/>
          <p:cNvSpPr>
            <a:spLocks noGrp="1"/>
          </p:cNvSpPr>
          <p:nvPr>
            <p:ph type="sldNum" sz="quarter" idx="12"/>
          </p:nvPr>
        </p:nvSpPr>
        <p:spPr/>
        <p:txBody>
          <a:bodyPr/>
          <a:lstStyle>
            <a:lvl1pPr>
              <a:defRPr/>
            </a:lvl1pPr>
          </a:lstStyle>
          <a:p>
            <a:pPr>
              <a:defRPr/>
            </a:pPr>
            <a:fld id="{611E11D4-699E-4A60-B9E9-8DF57B8464C6}" type="slidenum">
              <a:rPr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p:cNvSpPr>
            <a:spLocks noGrp="1"/>
          </p:cNvSpPr>
          <p:nvPr>
            <p:ph type="dt" sz="half" idx="10"/>
          </p:nvPr>
        </p:nvSpPr>
        <p:spPr/>
        <p:txBody>
          <a:bodyPr/>
          <a:lstStyle>
            <a:lvl1pPr>
              <a:defRPr/>
            </a:lvl1pPr>
          </a:lstStyle>
          <a:p>
            <a:pPr>
              <a:defRPr/>
            </a:pPr>
            <a:endParaRPr/>
          </a:p>
        </p:txBody>
      </p:sp>
      <p:sp>
        <p:nvSpPr>
          <p:cNvPr id="5" name="Rectangle 48"/>
          <p:cNvSpPr>
            <a:spLocks noGrp="1"/>
          </p:cNvSpPr>
          <p:nvPr>
            <p:ph type="ftr" sz="quarter" idx="11"/>
          </p:nvPr>
        </p:nvSpPr>
        <p:spPr/>
        <p:txBody>
          <a:bodyPr/>
          <a:lstStyle>
            <a:lvl1pPr>
              <a:defRPr/>
            </a:lvl1pPr>
          </a:lstStyle>
          <a:p>
            <a:pPr>
              <a:defRPr/>
            </a:pPr>
            <a:endParaRPr/>
          </a:p>
        </p:txBody>
      </p:sp>
      <p:sp>
        <p:nvSpPr>
          <p:cNvPr id="6" name="Rectangle 49"/>
          <p:cNvSpPr>
            <a:spLocks noGrp="1"/>
          </p:cNvSpPr>
          <p:nvPr>
            <p:ph type="sldNum" sz="quarter" idx="12"/>
          </p:nvPr>
        </p:nvSpPr>
        <p:spPr/>
        <p:txBody>
          <a:bodyPr/>
          <a:lstStyle>
            <a:lvl1pPr>
              <a:defRPr/>
            </a:lvl1pPr>
          </a:lstStyle>
          <a:p>
            <a:pPr>
              <a:defRPr/>
            </a:pPr>
            <a:fld id="{67B1BDB3-9101-4BAE-BCC9-032FCC8F9D97}" type="slidenum">
              <a:rPr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7"/>
          <p:cNvSpPr>
            <a:spLocks noGrp="1"/>
          </p:cNvSpPr>
          <p:nvPr>
            <p:ph type="dt" sz="half" idx="10"/>
          </p:nvPr>
        </p:nvSpPr>
        <p:spPr/>
        <p:txBody>
          <a:bodyPr/>
          <a:lstStyle>
            <a:lvl1pPr>
              <a:defRPr/>
            </a:lvl1pPr>
          </a:lstStyle>
          <a:p>
            <a:pPr>
              <a:defRPr/>
            </a:pPr>
            <a:endParaRPr/>
          </a:p>
        </p:txBody>
      </p:sp>
      <p:sp>
        <p:nvSpPr>
          <p:cNvPr id="5" name="Rectangle 48"/>
          <p:cNvSpPr>
            <a:spLocks noGrp="1"/>
          </p:cNvSpPr>
          <p:nvPr>
            <p:ph type="ftr" sz="quarter" idx="11"/>
          </p:nvPr>
        </p:nvSpPr>
        <p:spPr/>
        <p:txBody>
          <a:bodyPr/>
          <a:lstStyle>
            <a:lvl1pPr>
              <a:defRPr/>
            </a:lvl1pPr>
          </a:lstStyle>
          <a:p>
            <a:pPr>
              <a:defRPr/>
            </a:pPr>
            <a:endParaRPr/>
          </a:p>
        </p:txBody>
      </p:sp>
      <p:sp>
        <p:nvSpPr>
          <p:cNvPr id="6" name="Rectangle 49"/>
          <p:cNvSpPr>
            <a:spLocks noGrp="1"/>
          </p:cNvSpPr>
          <p:nvPr>
            <p:ph type="sldNum" sz="quarter" idx="12"/>
          </p:nvPr>
        </p:nvSpPr>
        <p:spPr/>
        <p:txBody>
          <a:bodyPr/>
          <a:lstStyle>
            <a:lvl1pPr>
              <a:defRPr/>
            </a:lvl1pPr>
          </a:lstStyle>
          <a:p>
            <a:pPr>
              <a:defRPr/>
            </a:pPr>
            <a:fld id="{76A61915-B067-40E9-93AD-03DB8D9F07AC}" type="slidenum">
              <a:rPr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4561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4561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7"/>
          <p:cNvSpPr>
            <a:spLocks noGrp="1"/>
          </p:cNvSpPr>
          <p:nvPr>
            <p:ph type="dt" sz="half" idx="10"/>
          </p:nvPr>
        </p:nvSpPr>
        <p:spPr/>
        <p:txBody>
          <a:bodyPr/>
          <a:lstStyle>
            <a:lvl1pPr>
              <a:defRPr/>
            </a:lvl1pPr>
          </a:lstStyle>
          <a:p>
            <a:pPr>
              <a:defRPr/>
            </a:pPr>
            <a:endParaRPr/>
          </a:p>
        </p:txBody>
      </p:sp>
      <p:sp>
        <p:nvSpPr>
          <p:cNvPr id="6" name="Rectangle 48"/>
          <p:cNvSpPr>
            <a:spLocks noGrp="1"/>
          </p:cNvSpPr>
          <p:nvPr>
            <p:ph type="ftr" sz="quarter" idx="11"/>
          </p:nvPr>
        </p:nvSpPr>
        <p:spPr/>
        <p:txBody>
          <a:bodyPr/>
          <a:lstStyle>
            <a:lvl1pPr>
              <a:defRPr/>
            </a:lvl1pPr>
          </a:lstStyle>
          <a:p>
            <a:pPr>
              <a:defRPr/>
            </a:pPr>
            <a:endParaRPr/>
          </a:p>
        </p:txBody>
      </p:sp>
      <p:sp>
        <p:nvSpPr>
          <p:cNvPr id="7" name="Rectangle 49"/>
          <p:cNvSpPr>
            <a:spLocks noGrp="1"/>
          </p:cNvSpPr>
          <p:nvPr>
            <p:ph type="sldNum" sz="quarter" idx="12"/>
          </p:nvPr>
        </p:nvSpPr>
        <p:spPr/>
        <p:txBody>
          <a:bodyPr/>
          <a:lstStyle>
            <a:lvl1pPr>
              <a:defRPr/>
            </a:lvl1pPr>
          </a:lstStyle>
          <a:p>
            <a:pPr>
              <a:defRPr/>
            </a:pPr>
            <a:fld id="{F4B65E70-3449-4795-9106-11CD712EC454}" type="slidenum">
              <a:rPr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7"/>
          <p:cNvSpPr>
            <a:spLocks noGrp="1"/>
          </p:cNvSpPr>
          <p:nvPr>
            <p:ph type="dt" sz="half" idx="10"/>
          </p:nvPr>
        </p:nvSpPr>
        <p:spPr/>
        <p:txBody>
          <a:bodyPr/>
          <a:lstStyle>
            <a:lvl1pPr>
              <a:defRPr/>
            </a:lvl1pPr>
          </a:lstStyle>
          <a:p>
            <a:pPr>
              <a:defRPr/>
            </a:pPr>
            <a:endParaRPr/>
          </a:p>
        </p:txBody>
      </p:sp>
      <p:sp>
        <p:nvSpPr>
          <p:cNvPr id="8" name="Rectangle 48"/>
          <p:cNvSpPr>
            <a:spLocks noGrp="1"/>
          </p:cNvSpPr>
          <p:nvPr>
            <p:ph type="ftr" sz="quarter" idx="11"/>
          </p:nvPr>
        </p:nvSpPr>
        <p:spPr/>
        <p:txBody>
          <a:bodyPr/>
          <a:lstStyle>
            <a:lvl1pPr>
              <a:defRPr/>
            </a:lvl1pPr>
          </a:lstStyle>
          <a:p>
            <a:pPr>
              <a:defRPr/>
            </a:pPr>
            <a:endParaRPr/>
          </a:p>
        </p:txBody>
      </p:sp>
      <p:sp>
        <p:nvSpPr>
          <p:cNvPr id="9" name="Rectangle 49"/>
          <p:cNvSpPr>
            <a:spLocks noGrp="1"/>
          </p:cNvSpPr>
          <p:nvPr>
            <p:ph type="sldNum" sz="quarter" idx="12"/>
          </p:nvPr>
        </p:nvSpPr>
        <p:spPr/>
        <p:txBody>
          <a:bodyPr/>
          <a:lstStyle>
            <a:lvl1pPr>
              <a:defRPr/>
            </a:lvl1pPr>
          </a:lstStyle>
          <a:p>
            <a:pPr>
              <a:defRPr/>
            </a:pPr>
            <a:fld id="{720587BA-C0B3-47AB-833A-3CFB7BE277E0}" type="slidenum">
              <a:rPr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7"/>
          <p:cNvSpPr>
            <a:spLocks noGrp="1"/>
          </p:cNvSpPr>
          <p:nvPr>
            <p:ph type="dt" sz="half" idx="10"/>
          </p:nvPr>
        </p:nvSpPr>
        <p:spPr/>
        <p:txBody>
          <a:bodyPr/>
          <a:lstStyle>
            <a:lvl1pPr>
              <a:defRPr/>
            </a:lvl1pPr>
          </a:lstStyle>
          <a:p>
            <a:pPr>
              <a:defRPr/>
            </a:pPr>
            <a:endParaRPr/>
          </a:p>
        </p:txBody>
      </p:sp>
      <p:sp>
        <p:nvSpPr>
          <p:cNvPr id="4" name="Rectangle 48"/>
          <p:cNvSpPr>
            <a:spLocks noGrp="1"/>
          </p:cNvSpPr>
          <p:nvPr>
            <p:ph type="ftr" sz="quarter" idx="11"/>
          </p:nvPr>
        </p:nvSpPr>
        <p:spPr/>
        <p:txBody>
          <a:bodyPr/>
          <a:lstStyle>
            <a:lvl1pPr>
              <a:defRPr/>
            </a:lvl1pPr>
          </a:lstStyle>
          <a:p>
            <a:pPr>
              <a:defRPr/>
            </a:pPr>
            <a:endParaRPr/>
          </a:p>
        </p:txBody>
      </p:sp>
      <p:sp>
        <p:nvSpPr>
          <p:cNvPr id="5" name="Rectangle 49"/>
          <p:cNvSpPr>
            <a:spLocks noGrp="1"/>
          </p:cNvSpPr>
          <p:nvPr>
            <p:ph type="sldNum" sz="quarter" idx="12"/>
          </p:nvPr>
        </p:nvSpPr>
        <p:spPr/>
        <p:txBody>
          <a:bodyPr/>
          <a:lstStyle>
            <a:lvl1pPr>
              <a:defRPr/>
            </a:lvl1pPr>
          </a:lstStyle>
          <a:p>
            <a:pPr>
              <a:defRPr/>
            </a:pPr>
            <a:fld id="{427939F4-AFE6-45BC-AD37-02DE0AF0EE16}" type="slidenum">
              <a:rPr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7"/>
          <p:cNvSpPr>
            <a:spLocks noGrp="1"/>
          </p:cNvSpPr>
          <p:nvPr>
            <p:ph type="dt" sz="half" idx="10"/>
          </p:nvPr>
        </p:nvSpPr>
        <p:spPr/>
        <p:txBody>
          <a:bodyPr/>
          <a:lstStyle>
            <a:lvl1pPr>
              <a:defRPr/>
            </a:lvl1pPr>
          </a:lstStyle>
          <a:p>
            <a:pPr>
              <a:defRPr/>
            </a:pPr>
            <a:endParaRPr/>
          </a:p>
        </p:txBody>
      </p:sp>
      <p:sp>
        <p:nvSpPr>
          <p:cNvPr id="3" name="Rectangle 48"/>
          <p:cNvSpPr>
            <a:spLocks noGrp="1"/>
          </p:cNvSpPr>
          <p:nvPr>
            <p:ph type="ftr" sz="quarter" idx="11"/>
          </p:nvPr>
        </p:nvSpPr>
        <p:spPr/>
        <p:txBody>
          <a:bodyPr/>
          <a:lstStyle>
            <a:lvl1pPr>
              <a:defRPr/>
            </a:lvl1pPr>
          </a:lstStyle>
          <a:p>
            <a:pPr>
              <a:defRPr/>
            </a:pPr>
            <a:endParaRPr/>
          </a:p>
        </p:txBody>
      </p:sp>
      <p:sp>
        <p:nvSpPr>
          <p:cNvPr id="4" name="Rectangle 49"/>
          <p:cNvSpPr>
            <a:spLocks noGrp="1"/>
          </p:cNvSpPr>
          <p:nvPr>
            <p:ph type="sldNum" sz="quarter" idx="12"/>
          </p:nvPr>
        </p:nvSpPr>
        <p:spPr/>
        <p:txBody>
          <a:bodyPr/>
          <a:lstStyle>
            <a:lvl1pPr>
              <a:defRPr/>
            </a:lvl1pPr>
          </a:lstStyle>
          <a:p>
            <a:pPr>
              <a:defRPr/>
            </a:pPr>
            <a:fld id="{582BCFA7-996F-48C3-98B3-6B7A1D158D19}" type="slidenum">
              <a:rPr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7"/>
          <p:cNvSpPr>
            <a:spLocks noGrp="1"/>
          </p:cNvSpPr>
          <p:nvPr>
            <p:ph type="dt" sz="half" idx="10"/>
          </p:nvPr>
        </p:nvSpPr>
        <p:spPr/>
        <p:txBody>
          <a:bodyPr/>
          <a:lstStyle>
            <a:lvl1pPr>
              <a:defRPr/>
            </a:lvl1pPr>
          </a:lstStyle>
          <a:p>
            <a:pPr>
              <a:defRPr/>
            </a:pPr>
            <a:endParaRPr/>
          </a:p>
        </p:txBody>
      </p:sp>
      <p:sp>
        <p:nvSpPr>
          <p:cNvPr id="6" name="Rectangle 48"/>
          <p:cNvSpPr>
            <a:spLocks noGrp="1"/>
          </p:cNvSpPr>
          <p:nvPr>
            <p:ph type="ftr" sz="quarter" idx="11"/>
          </p:nvPr>
        </p:nvSpPr>
        <p:spPr/>
        <p:txBody>
          <a:bodyPr/>
          <a:lstStyle>
            <a:lvl1pPr>
              <a:defRPr/>
            </a:lvl1pPr>
          </a:lstStyle>
          <a:p>
            <a:pPr>
              <a:defRPr/>
            </a:pPr>
            <a:endParaRPr/>
          </a:p>
        </p:txBody>
      </p:sp>
      <p:sp>
        <p:nvSpPr>
          <p:cNvPr id="7" name="Rectangle 49"/>
          <p:cNvSpPr>
            <a:spLocks noGrp="1"/>
          </p:cNvSpPr>
          <p:nvPr>
            <p:ph type="sldNum" sz="quarter" idx="12"/>
          </p:nvPr>
        </p:nvSpPr>
        <p:spPr/>
        <p:txBody>
          <a:bodyPr/>
          <a:lstStyle>
            <a:lvl1pPr>
              <a:defRPr/>
            </a:lvl1pPr>
          </a:lstStyle>
          <a:p>
            <a:pPr>
              <a:defRPr/>
            </a:pPr>
            <a:fld id="{EA54D101-822E-414D-A20E-AE3F644194FA}" type="slidenum">
              <a:rPr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Verdana" panose="020B0604030504040204" pitchFamily="34" charset="0"/>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Rectangle 47"/>
          <p:cNvSpPr>
            <a:spLocks noGrp="1"/>
          </p:cNvSpPr>
          <p:nvPr>
            <p:ph type="dt" sz="half" idx="10"/>
          </p:nvPr>
        </p:nvSpPr>
        <p:spPr/>
        <p:txBody>
          <a:bodyPr/>
          <a:lstStyle>
            <a:lvl1pPr>
              <a:defRPr/>
            </a:lvl1pPr>
          </a:lstStyle>
          <a:p>
            <a:pPr>
              <a:defRPr/>
            </a:pPr>
            <a:endParaRPr/>
          </a:p>
        </p:txBody>
      </p:sp>
      <p:sp>
        <p:nvSpPr>
          <p:cNvPr id="6" name="Rectangle 48"/>
          <p:cNvSpPr>
            <a:spLocks noGrp="1"/>
          </p:cNvSpPr>
          <p:nvPr>
            <p:ph type="ftr" sz="quarter" idx="11"/>
          </p:nvPr>
        </p:nvSpPr>
        <p:spPr/>
        <p:txBody>
          <a:bodyPr/>
          <a:lstStyle>
            <a:lvl1pPr>
              <a:defRPr/>
            </a:lvl1pPr>
          </a:lstStyle>
          <a:p>
            <a:pPr>
              <a:defRPr/>
            </a:pPr>
            <a:endParaRPr/>
          </a:p>
        </p:txBody>
      </p:sp>
      <p:sp>
        <p:nvSpPr>
          <p:cNvPr id="7" name="Rectangle 49"/>
          <p:cNvSpPr>
            <a:spLocks noGrp="1"/>
          </p:cNvSpPr>
          <p:nvPr>
            <p:ph type="sldNum" sz="quarter" idx="12"/>
          </p:nvPr>
        </p:nvSpPr>
        <p:spPr/>
        <p:txBody>
          <a:bodyPr/>
          <a:lstStyle>
            <a:lvl1pPr>
              <a:defRPr/>
            </a:lvl1pPr>
          </a:lstStyle>
          <a:p>
            <a:pPr>
              <a:defRPr/>
            </a:pPr>
            <a:fld id="{5382F45F-1DC6-4612-9FE5-2CC522B7F13D}" type="slidenum">
              <a:rPr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p:cNvSpPr>
            <a:spLocks noGrp="1"/>
          </p:cNvSpPr>
          <p:nvPr>
            <p:ph type="dt" sz="half" idx="10"/>
          </p:nvPr>
        </p:nvSpPr>
        <p:spPr/>
        <p:txBody>
          <a:bodyPr/>
          <a:lstStyle>
            <a:lvl1pPr>
              <a:defRPr/>
            </a:lvl1pPr>
          </a:lstStyle>
          <a:p>
            <a:pPr>
              <a:defRPr/>
            </a:pPr>
            <a:endParaRPr/>
          </a:p>
        </p:txBody>
      </p:sp>
      <p:sp>
        <p:nvSpPr>
          <p:cNvPr id="5" name="Rectangle 48"/>
          <p:cNvSpPr>
            <a:spLocks noGrp="1"/>
          </p:cNvSpPr>
          <p:nvPr>
            <p:ph type="ftr" sz="quarter" idx="11"/>
          </p:nvPr>
        </p:nvSpPr>
        <p:spPr/>
        <p:txBody>
          <a:bodyPr/>
          <a:lstStyle>
            <a:lvl1pPr>
              <a:defRPr/>
            </a:lvl1pPr>
          </a:lstStyle>
          <a:p>
            <a:pPr>
              <a:defRPr/>
            </a:pPr>
            <a:endParaRPr/>
          </a:p>
        </p:txBody>
      </p:sp>
      <p:sp>
        <p:nvSpPr>
          <p:cNvPr id="6" name="Rectangle 49"/>
          <p:cNvSpPr>
            <a:spLocks noGrp="1"/>
          </p:cNvSpPr>
          <p:nvPr>
            <p:ph type="sldNum" sz="quarter" idx="12"/>
          </p:nvPr>
        </p:nvSpPr>
        <p:spPr/>
        <p:txBody>
          <a:bodyPr/>
          <a:lstStyle>
            <a:lvl1pPr>
              <a:defRPr/>
            </a:lvl1pPr>
          </a:lstStyle>
          <a:p>
            <a:pPr>
              <a:defRPr/>
            </a:pPr>
            <a:fld id="{39429E77-32CD-4371-B74C-B81EEBF1BCC2}" type="slidenum">
              <a:rPr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5828" y="103188"/>
            <a:ext cx="2060972" cy="59531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42913" y="103188"/>
            <a:ext cx="6063439" cy="59531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p:cNvSpPr>
            <a:spLocks noGrp="1"/>
          </p:cNvSpPr>
          <p:nvPr>
            <p:ph type="dt" sz="half" idx="10"/>
          </p:nvPr>
        </p:nvSpPr>
        <p:spPr/>
        <p:txBody>
          <a:bodyPr/>
          <a:lstStyle>
            <a:lvl1pPr>
              <a:defRPr/>
            </a:lvl1pPr>
          </a:lstStyle>
          <a:p>
            <a:pPr>
              <a:defRPr/>
            </a:pPr>
            <a:endParaRPr/>
          </a:p>
        </p:txBody>
      </p:sp>
      <p:sp>
        <p:nvSpPr>
          <p:cNvPr id="5" name="Rectangle 48"/>
          <p:cNvSpPr>
            <a:spLocks noGrp="1"/>
          </p:cNvSpPr>
          <p:nvPr>
            <p:ph type="ftr" sz="quarter" idx="11"/>
          </p:nvPr>
        </p:nvSpPr>
        <p:spPr/>
        <p:txBody>
          <a:bodyPr/>
          <a:lstStyle>
            <a:lvl1pPr>
              <a:defRPr/>
            </a:lvl1pPr>
          </a:lstStyle>
          <a:p>
            <a:pPr>
              <a:defRPr/>
            </a:pPr>
            <a:endParaRPr/>
          </a:p>
        </p:txBody>
      </p:sp>
      <p:sp>
        <p:nvSpPr>
          <p:cNvPr id="6" name="Rectangle 49"/>
          <p:cNvSpPr>
            <a:spLocks noGrp="1"/>
          </p:cNvSpPr>
          <p:nvPr>
            <p:ph type="sldNum" sz="quarter" idx="12"/>
          </p:nvPr>
        </p:nvSpPr>
        <p:spPr/>
        <p:txBody>
          <a:bodyPr/>
          <a:lstStyle>
            <a:lvl1pPr>
              <a:defRPr/>
            </a:lvl1pPr>
          </a:lstStyle>
          <a:p>
            <a:pPr>
              <a:defRPr/>
            </a:pPr>
            <a:fld id="{E29935A8-0E8C-4DA5-A39D-635F97F108D2}" type="slidenum">
              <a:rPr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2"/>
          <p:cNvSpPr>
            <a:spLocks noGrp="1"/>
          </p:cNvSpPr>
          <p:nvPr>
            <p:ph type="dt" sz="half" idx="10"/>
          </p:nvPr>
        </p:nvSpPr>
        <p:spPr/>
        <p:txBody>
          <a:bodyPr/>
          <a:lstStyle>
            <a:lvl1pPr>
              <a:defRPr/>
            </a:lvl1pPr>
          </a:lstStyle>
          <a:p>
            <a:pPr>
              <a:defRPr/>
            </a:pPr>
            <a:endParaRPr lang="zh-CN" altLang="en-US"/>
          </a:p>
        </p:txBody>
      </p:sp>
      <p:sp>
        <p:nvSpPr>
          <p:cNvPr id="5" name="Rectangle 3"/>
          <p:cNvSpPr>
            <a:spLocks noGrp="1"/>
          </p:cNvSpPr>
          <p:nvPr>
            <p:ph type="sldNum" sz="quarter" idx="11"/>
          </p:nvPr>
        </p:nvSpPr>
        <p:spPr/>
        <p:txBody>
          <a:bodyPr/>
          <a:lstStyle>
            <a:lvl1pPr>
              <a:defRPr/>
            </a:lvl1pPr>
          </a:lstStyle>
          <a:p>
            <a:pPr>
              <a:defRPr/>
            </a:pPr>
            <a:fld id="{F9E7A3FA-B53F-4844-9F89-21B511D1BBEC}" type="slidenum">
              <a:rPr altLang="en-US"/>
              <a:t>‹#›</a:t>
            </a:fld>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
          <p:cNvSpPr>
            <a:spLocks noGrp="1"/>
          </p:cNvSpPr>
          <p:nvPr>
            <p:ph type="dt" sz="half" idx="10"/>
          </p:nvPr>
        </p:nvSpPr>
        <p:spPr/>
        <p:txBody>
          <a:bodyPr/>
          <a:lstStyle>
            <a:lvl1pPr>
              <a:defRPr/>
            </a:lvl1pPr>
          </a:lstStyle>
          <a:p>
            <a:pPr>
              <a:defRPr/>
            </a:pPr>
            <a:endParaRPr lang="zh-CN" altLang="en-US"/>
          </a:p>
        </p:txBody>
      </p:sp>
      <p:sp>
        <p:nvSpPr>
          <p:cNvPr id="5" name="Rectangle 3"/>
          <p:cNvSpPr>
            <a:spLocks noGrp="1"/>
          </p:cNvSpPr>
          <p:nvPr>
            <p:ph type="sldNum" sz="quarter" idx="11"/>
          </p:nvPr>
        </p:nvSpPr>
        <p:spPr/>
        <p:txBody>
          <a:bodyPr/>
          <a:lstStyle>
            <a:lvl1pPr>
              <a:defRPr/>
            </a:lvl1pPr>
          </a:lstStyle>
          <a:p>
            <a:pPr>
              <a:defRPr/>
            </a:pPr>
            <a:fld id="{6F5C4086-76B1-42C1-969A-EF755BE1D941}" type="slidenum">
              <a:rPr altLang="en-US"/>
              <a:t>‹#›</a:t>
            </a:fld>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2"/>
          <p:cNvSpPr>
            <a:spLocks noGrp="1"/>
          </p:cNvSpPr>
          <p:nvPr>
            <p:ph type="dt" sz="half" idx="10"/>
          </p:nvPr>
        </p:nvSpPr>
        <p:spPr/>
        <p:txBody>
          <a:bodyPr/>
          <a:lstStyle>
            <a:lvl1pPr>
              <a:defRPr/>
            </a:lvl1pPr>
          </a:lstStyle>
          <a:p>
            <a:pPr>
              <a:defRPr/>
            </a:pPr>
            <a:endParaRPr lang="zh-CN" altLang="en-US"/>
          </a:p>
        </p:txBody>
      </p:sp>
      <p:sp>
        <p:nvSpPr>
          <p:cNvPr id="5" name="Rectangle 3"/>
          <p:cNvSpPr>
            <a:spLocks noGrp="1"/>
          </p:cNvSpPr>
          <p:nvPr>
            <p:ph type="sldNum" sz="quarter" idx="11"/>
          </p:nvPr>
        </p:nvSpPr>
        <p:spPr/>
        <p:txBody>
          <a:bodyPr/>
          <a:lstStyle>
            <a:lvl1pPr>
              <a:defRPr/>
            </a:lvl1pPr>
          </a:lstStyle>
          <a:p>
            <a:pPr>
              <a:defRPr/>
            </a:pPr>
            <a:fld id="{60CD70F6-C2BD-414F-80EC-64535910B177}" type="slidenum">
              <a:rPr altLang="en-US"/>
              <a:t>‹#›</a:t>
            </a:fld>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00050" y="1447800"/>
            <a:ext cx="4053507" cy="50276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19006" y="1447800"/>
            <a:ext cx="4053507" cy="50276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2"/>
          <p:cNvSpPr>
            <a:spLocks noGrp="1"/>
          </p:cNvSpPr>
          <p:nvPr>
            <p:ph type="dt" sz="half" idx="10"/>
          </p:nvPr>
        </p:nvSpPr>
        <p:spPr/>
        <p:txBody>
          <a:bodyPr/>
          <a:lstStyle>
            <a:lvl1pPr>
              <a:defRPr/>
            </a:lvl1pPr>
          </a:lstStyle>
          <a:p>
            <a:pPr>
              <a:defRPr/>
            </a:pPr>
            <a:endParaRPr lang="zh-CN" altLang="en-US"/>
          </a:p>
        </p:txBody>
      </p:sp>
      <p:sp>
        <p:nvSpPr>
          <p:cNvPr id="6" name="Rectangle 3"/>
          <p:cNvSpPr>
            <a:spLocks noGrp="1"/>
          </p:cNvSpPr>
          <p:nvPr>
            <p:ph type="sldNum" sz="quarter" idx="11"/>
          </p:nvPr>
        </p:nvSpPr>
        <p:spPr/>
        <p:txBody>
          <a:bodyPr/>
          <a:lstStyle>
            <a:lvl1pPr>
              <a:defRPr/>
            </a:lvl1pPr>
          </a:lstStyle>
          <a:p>
            <a:pPr>
              <a:defRPr/>
            </a:pPr>
            <a:fld id="{471180AA-4B93-4D70-9CE9-A5399951F0E0}" type="slidenum">
              <a:rPr altLang="en-US"/>
              <a:t>‹#›</a:t>
            </a:fld>
            <a:endParaRPr lang="zh-CN" alt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2"/>
          <p:cNvSpPr>
            <a:spLocks noGrp="1"/>
          </p:cNvSpPr>
          <p:nvPr>
            <p:ph type="dt" sz="half" idx="10"/>
          </p:nvPr>
        </p:nvSpPr>
        <p:spPr/>
        <p:txBody>
          <a:bodyPr/>
          <a:lstStyle>
            <a:lvl1pPr>
              <a:defRPr/>
            </a:lvl1pPr>
          </a:lstStyle>
          <a:p>
            <a:pPr>
              <a:defRPr/>
            </a:pPr>
            <a:endParaRPr lang="zh-CN" altLang="en-US"/>
          </a:p>
        </p:txBody>
      </p:sp>
      <p:sp>
        <p:nvSpPr>
          <p:cNvPr id="8" name="Rectangle 3"/>
          <p:cNvSpPr>
            <a:spLocks noGrp="1"/>
          </p:cNvSpPr>
          <p:nvPr>
            <p:ph type="sldNum" sz="quarter" idx="11"/>
          </p:nvPr>
        </p:nvSpPr>
        <p:spPr/>
        <p:txBody>
          <a:bodyPr/>
          <a:lstStyle>
            <a:lvl1pPr>
              <a:defRPr/>
            </a:lvl1pPr>
          </a:lstStyle>
          <a:p>
            <a:pPr>
              <a:defRPr/>
            </a:pPr>
            <a:fld id="{6FBB4815-5DCF-4FCD-A14F-F4FA407C11EE}" type="slidenum">
              <a:rPr altLang="en-US"/>
              <a:t>‹#›</a:t>
            </a:fld>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2"/>
          <p:cNvSpPr>
            <a:spLocks noGrp="1"/>
          </p:cNvSpPr>
          <p:nvPr>
            <p:ph type="dt" sz="half" idx="10"/>
          </p:nvPr>
        </p:nvSpPr>
        <p:spPr/>
        <p:txBody>
          <a:bodyPr/>
          <a:lstStyle>
            <a:lvl1pPr>
              <a:defRPr/>
            </a:lvl1pPr>
          </a:lstStyle>
          <a:p>
            <a:pPr>
              <a:defRPr/>
            </a:pPr>
            <a:endParaRPr lang="zh-CN" altLang="en-US"/>
          </a:p>
        </p:txBody>
      </p:sp>
      <p:sp>
        <p:nvSpPr>
          <p:cNvPr id="4" name="Rectangle 3"/>
          <p:cNvSpPr>
            <a:spLocks noGrp="1"/>
          </p:cNvSpPr>
          <p:nvPr>
            <p:ph type="sldNum" sz="quarter" idx="11"/>
          </p:nvPr>
        </p:nvSpPr>
        <p:spPr/>
        <p:txBody>
          <a:bodyPr/>
          <a:lstStyle>
            <a:lvl1pPr>
              <a:defRPr/>
            </a:lvl1pPr>
          </a:lstStyle>
          <a:p>
            <a:pPr>
              <a:defRPr/>
            </a:pPr>
            <a:fld id="{1DA1F07D-53FB-4AF2-A19F-D21C5A44A7DA}" type="slidenum">
              <a:rPr altLang="en-US"/>
              <a:t>‹#›</a:t>
            </a:fld>
            <a:endParaRPr lang="zh-CN" alt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p:cNvSpPr>
          <p:nvPr>
            <p:ph type="dt" sz="half" idx="10"/>
          </p:nvPr>
        </p:nvSpPr>
        <p:spPr/>
        <p:txBody>
          <a:bodyPr/>
          <a:lstStyle>
            <a:lvl1pPr>
              <a:defRPr/>
            </a:lvl1pPr>
          </a:lstStyle>
          <a:p>
            <a:pPr>
              <a:defRPr/>
            </a:pPr>
            <a:endParaRPr lang="zh-CN" altLang="en-US"/>
          </a:p>
        </p:txBody>
      </p:sp>
      <p:sp>
        <p:nvSpPr>
          <p:cNvPr id="3" name="Rectangle 3"/>
          <p:cNvSpPr>
            <a:spLocks noGrp="1"/>
          </p:cNvSpPr>
          <p:nvPr>
            <p:ph type="sldNum" sz="quarter" idx="11"/>
          </p:nvPr>
        </p:nvSpPr>
        <p:spPr/>
        <p:txBody>
          <a:bodyPr/>
          <a:lstStyle>
            <a:lvl1pPr>
              <a:defRPr/>
            </a:lvl1pPr>
          </a:lstStyle>
          <a:p>
            <a:pPr>
              <a:defRPr/>
            </a:pPr>
            <a:fld id="{9DD59C81-E9E1-47DC-9B02-1D6B1BB318B5}" type="slidenum">
              <a:rPr altLang="en-US"/>
              <a:t>‹#›</a:t>
            </a:fld>
            <a:endParaRPr lang="zh-CN" alt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2"/>
          <p:cNvSpPr>
            <a:spLocks noGrp="1"/>
          </p:cNvSpPr>
          <p:nvPr>
            <p:ph type="dt" sz="half" idx="10"/>
          </p:nvPr>
        </p:nvSpPr>
        <p:spPr/>
        <p:txBody>
          <a:bodyPr/>
          <a:lstStyle>
            <a:lvl1pPr>
              <a:defRPr/>
            </a:lvl1pPr>
          </a:lstStyle>
          <a:p>
            <a:pPr>
              <a:defRPr/>
            </a:pPr>
            <a:endParaRPr lang="zh-CN" altLang="en-US"/>
          </a:p>
        </p:txBody>
      </p:sp>
      <p:sp>
        <p:nvSpPr>
          <p:cNvPr id="6" name="Rectangle 3"/>
          <p:cNvSpPr>
            <a:spLocks noGrp="1"/>
          </p:cNvSpPr>
          <p:nvPr>
            <p:ph type="sldNum" sz="quarter" idx="11"/>
          </p:nvPr>
        </p:nvSpPr>
        <p:spPr/>
        <p:txBody>
          <a:bodyPr/>
          <a:lstStyle>
            <a:lvl1pPr>
              <a:defRPr/>
            </a:lvl1pPr>
          </a:lstStyle>
          <a:p>
            <a:pPr>
              <a:defRPr/>
            </a:pPr>
            <a:fld id="{C2B76767-9AFD-4A6C-A931-A60F9E16D408}" type="slidenum">
              <a:rPr altLang="en-US"/>
              <a:t>‹#›</a:t>
            </a:fld>
            <a:endParaRPr lang="zh-CN" alt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Futura Bk" charset="0"/>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Rectangle 2"/>
          <p:cNvSpPr>
            <a:spLocks noGrp="1"/>
          </p:cNvSpPr>
          <p:nvPr>
            <p:ph type="dt" sz="half" idx="10"/>
          </p:nvPr>
        </p:nvSpPr>
        <p:spPr/>
        <p:txBody>
          <a:bodyPr/>
          <a:lstStyle>
            <a:lvl1pPr>
              <a:defRPr/>
            </a:lvl1pPr>
          </a:lstStyle>
          <a:p>
            <a:pPr>
              <a:defRPr/>
            </a:pPr>
            <a:endParaRPr lang="zh-CN" altLang="en-US"/>
          </a:p>
        </p:txBody>
      </p:sp>
      <p:sp>
        <p:nvSpPr>
          <p:cNvPr id="6" name="Rectangle 3"/>
          <p:cNvSpPr>
            <a:spLocks noGrp="1"/>
          </p:cNvSpPr>
          <p:nvPr>
            <p:ph type="sldNum" sz="quarter" idx="11"/>
          </p:nvPr>
        </p:nvSpPr>
        <p:spPr/>
        <p:txBody>
          <a:bodyPr/>
          <a:lstStyle>
            <a:lvl1pPr>
              <a:defRPr/>
            </a:lvl1pPr>
          </a:lstStyle>
          <a:p>
            <a:pPr>
              <a:defRPr/>
            </a:pPr>
            <a:fld id="{16FF65AB-DB84-4E2D-B27A-1EFC7C0B612C}" type="slidenum">
              <a:rPr altLang="en-US"/>
              <a:t>‹#›</a:t>
            </a:fld>
            <a:endParaRPr lang="zh-CN" alt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
          <p:cNvSpPr>
            <a:spLocks noGrp="1"/>
          </p:cNvSpPr>
          <p:nvPr>
            <p:ph type="dt" sz="half" idx="10"/>
          </p:nvPr>
        </p:nvSpPr>
        <p:spPr/>
        <p:txBody>
          <a:bodyPr/>
          <a:lstStyle>
            <a:lvl1pPr>
              <a:defRPr/>
            </a:lvl1pPr>
          </a:lstStyle>
          <a:p>
            <a:pPr>
              <a:defRPr/>
            </a:pPr>
            <a:endParaRPr lang="zh-CN" altLang="en-US"/>
          </a:p>
        </p:txBody>
      </p:sp>
      <p:sp>
        <p:nvSpPr>
          <p:cNvPr id="5" name="Rectangle 3"/>
          <p:cNvSpPr>
            <a:spLocks noGrp="1"/>
          </p:cNvSpPr>
          <p:nvPr>
            <p:ph type="sldNum" sz="quarter" idx="11"/>
          </p:nvPr>
        </p:nvSpPr>
        <p:spPr/>
        <p:txBody>
          <a:bodyPr/>
          <a:lstStyle>
            <a:lvl1pPr>
              <a:defRPr/>
            </a:lvl1pPr>
          </a:lstStyle>
          <a:p>
            <a:pPr>
              <a:defRPr/>
            </a:pPr>
            <a:fld id="{307FAEB1-5415-4467-AD40-3AA1D08A4886}" type="slidenum">
              <a:rPr altLang="en-US"/>
              <a:t>‹#›</a:t>
            </a:fld>
            <a:endParaRPr lang="zh-CN" alt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4397" y="114300"/>
            <a:ext cx="2068116" cy="63611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00050" y="114300"/>
            <a:ext cx="6084456" cy="63611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
          <p:cNvSpPr>
            <a:spLocks noGrp="1"/>
          </p:cNvSpPr>
          <p:nvPr>
            <p:ph type="dt" sz="half" idx="10"/>
          </p:nvPr>
        </p:nvSpPr>
        <p:spPr/>
        <p:txBody>
          <a:bodyPr/>
          <a:lstStyle>
            <a:lvl1pPr>
              <a:defRPr/>
            </a:lvl1pPr>
          </a:lstStyle>
          <a:p>
            <a:pPr>
              <a:defRPr/>
            </a:pPr>
            <a:endParaRPr lang="zh-CN" altLang="en-US"/>
          </a:p>
        </p:txBody>
      </p:sp>
      <p:sp>
        <p:nvSpPr>
          <p:cNvPr id="5" name="Rectangle 3"/>
          <p:cNvSpPr>
            <a:spLocks noGrp="1"/>
          </p:cNvSpPr>
          <p:nvPr>
            <p:ph type="sldNum" sz="quarter" idx="11"/>
          </p:nvPr>
        </p:nvSpPr>
        <p:spPr/>
        <p:txBody>
          <a:bodyPr/>
          <a:lstStyle>
            <a:lvl1pPr>
              <a:defRPr/>
            </a:lvl1pPr>
          </a:lstStyle>
          <a:p>
            <a:pPr>
              <a:defRPr/>
            </a:pPr>
            <a:fld id="{6DBE6B9B-428C-4DC5-A459-5BCC57F5236D}" type="slidenum">
              <a:rPr altLang="en-US"/>
              <a:t>‹#›</a:t>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3074" name="Group 2"/>
          <p:cNvGrpSpPr/>
          <p:nvPr/>
        </p:nvGrpSpPr>
        <p:grpSpPr bwMode="auto">
          <a:xfrm>
            <a:off x="-7938" y="0"/>
            <a:ext cx="2833688" cy="6856413"/>
            <a:chOff x="0" y="0"/>
            <a:chExt cx="1785" cy="4319"/>
          </a:xfrm>
        </p:grpSpPr>
        <p:sp>
          <p:nvSpPr>
            <p:cNvPr id="3080" name="Freeform 3"/>
            <p:cNvSpPr>
              <a:spLocks noChangeArrowheads="1"/>
            </p:cNvSpPr>
            <p:nvPr/>
          </p:nvSpPr>
          <p:spPr bwMode="auto">
            <a:xfrm>
              <a:off x="0"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rgbClr val="F2DFFD">
                <a:alpha val="50195"/>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081" name="Group 4"/>
            <p:cNvGrpSpPr/>
            <p:nvPr/>
          </p:nvGrpSpPr>
          <p:grpSpPr bwMode="auto">
            <a:xfrm rot="14964908" flipH="1">
              <a:off x="109" y="2441"/>
              <a:ext cx="452" cy="444"/>
              <a:chOff x="0" y="0"/>
              <a:chExt cx="129" cy="157"/>
            </a:xfrm>
          </p:grpSpPr>
          <p:sp>
            <p:nvSpPr>
              <p:cNvPr id="3119" name="Freeform 5"/>
              <p:cNvSpPr>
                <a:spLocks noChangeArrowheads="1"/>
              </p:cNvSpPr>
              <p:nvPr/>
            </p:nvSpPr>
            <p:spPr bwMode="auto">
              <a:xfrm>
                <a:off x="0" y="0"/>
                <a:ext cx="41" cy="59"/>
              </a:xfrm>
              <a:custGeom>
                <a:avLst/>
                <a:gdLst>
                  <a:gd name="T0" fmla="*/ 5 w 83"/>
                  <a:gd name="T1" fmla="*/ 2 h 117"/>
                  <a:gd name="T2" fmla="*/ 1 w 83"/>
                  <a:gd name="T3" fmla="*/ 0 h 117"/>
                  <a:gd name="T4" fmla="*/ 0 w 83"/>
                  <a:gd name="T5" fmla="*/ 8 h 117"/>
                  <a:gd name="T6" fmla="*/ 5 w 83"/>
                  <a:gd name="T7" fmla="*/ 2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20" name="Freeform 6"/>
              <p:cNvSpPr>
                <a:spLocks noChangeArrowheads="1"/>
              </p:cNvSpPr>
              <p:nvPr/>
            </p:nvSpPr>
            <p:spPr bwMode="auto">
              <a:xfrm>
                <a:off x="59" y="28"/>
                <a:ext cx="70" cy="49"/>
              </a:xfrm>
              <a:custGeom>
                <a:avLst/>
                <a:gdLst>
                  <a:gd name="T0" fmla="*/ 0 w 140"/>
                  <a:gd name="T1" fmla="*/ 7 h 98"/>
                  <a:gd name="T2" fmla="*/ 8 w 140"/>
                  <a:gd name="T3" fmla="*/ 0 h 98"/>
                  <a:gd name="T4" fmla="*/ 9 w 140"/>
                  <a:gd name="T5" fmla="*/ 4 h 98"/>
                  <a:gd name="T6" fmla="*/ 0 w 140"/>
                  <a:gd name="T7" fmla="*/ 7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21" name="Freeform 7"/>
              <p:cNvSpPr>
                <a:spLocks noChangeArrowheads="1"/>
              </p:cNvSpPr>
              <p:nvPr/>
            </p:nvSpPr>
            <p:spPr bwMode="auto">
              <a:xfrm>
                <a:off x="45" y="132"/>
                <a:ext cx="73" cy="25"/>
              </a:xfrm>
              <a:custGeom>
                <a:avLst/>
                <a:gdLst>
                  <a:gd name="T0" fmla="*/ 0 w 145"/>
                  <a:gd name="T1" fmla="*/ 1 h 49"/>
                  <a:gd name="T2" fmla="*/ 10 w 145"/>
                  <a:gd name="T3" fmla="*/ 0 h 49"/>
                  <a:gd name="T4" fmla="*/ 9 w 145"/>
                  <a:gd name="T5" fmla="*/ 4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3082" name="Freeform 8"/>
            <p:cNvSpPr>
              <a:spLocks noChangeArrowheads="1"/>
            </p:cNvSpPr>
            <p:nvPr/>
          </p:nvSpPr>
          <p:spPr bwMode="auto">
            <a:xfrm>
              <a:off x="95"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rgbClr val="EBF7FF">
                <a:alpha val="50195"/>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083" name="Group 9"/>
            <p:cNvGrpSpPr/>
            <p:nvPr/>
          </p:nvGrpSpPr>
          <p:grpSpPr bwMode="auto">
            <a:xfrm rot="416244">
              <a:off x="14" y="1746"/>
              <a:ext cx="1771" cy="1741"/>
              <a:chOff x="0" y="0"/>
              <a:chExt cx="902" cy="833"/>
            </a:xfrm>
          </p:grpSpPr>
          <p:sp>
            <p:nvSpPr>
              <p:cNvPr id="3110" name="Freeform 10"/>
              <p:cNvSpPr>
                <a:spLocks noChangeArrowheads="1"/>
              </p:cNvSpPr>
              <p:nvPr/>
            </p:nvSpPr>
            <p:spPr bwMode="auto">
              <a:xfrm rot="373332" flipH="1">
                <a:off x="84" y="0"/>
                <a:ext cx="313" cy="303"/>
              </a:xfrm>
              <a:custGeom>
                <a:avLst/>
                <a:gdLst>
                  <a:gd name="T0" fmla="*/ 198 w 217"/>
                  <a:gd name="T1" fmla="*/ 910 h 210"/>
                  <a:gd name="T2" fmla="*/ 159 w 217"/>
                  <a:gd name="T3" fmla="*/ 860 h 210"/>
                  <a:gd name="T4" fmla="*/ 114 w 217"/>
                  <a:gd name="T5" fmla="*/ 785 h 210"/>
                  <a:gd name="T6" fmla="*/ 66 w 217"/>
                  <a:gd name="T7" fmla="*/ 687 h 210"/>
                  <a:gd name="T8" fmla="*/ 20 w 217"/>
                  <a:gd name="T9" fmla="*/ 584 h 210"/>
                  <a:gd name="T10" fmla="*/ 0 w 217"/>
                  <a:gd name="T11" fmla="*/ 473 h 210"/>
                  <a:gd name="T12" fmla="*/ 1 w 217"/>
                  <a:gd name="T13" fmla="*/ 354 h 210"/>
                  <a:gd name="T14" fmla="*/ 39 w 217"/>
                  <a:gd name="T15" fmla="*/ 245 h 210"/>
                  <a:gd name="T16" fmla="*/ 117 w 217"/>
                  <a:gd name="T17" fmla="*/ 154 h 210"/>
                  <a:gd name="T18" fmla="*/ 196 w 217"/>
                  <a:gd name="T19" fmla="*/ 95 h 210"/>
                  <a:gd name="T20" fmla="*/ 260 w 217"/>
                  <a:gd name="T21" fmla="*/ 52 h 210"/>
                  <a:gd name="T22" fmla="*/ 312 w 217"/>
                  <a:gd name="T23" fmla="*/ 29 h 210"/>
                  <a:gd name="T24" fmla="*/ 352 w 217"/>
                  <a:gd name="T25" fmla="*/ 20 h 210"/>
                  <a:gd name="T26" fmla="*/ 381 w 217"/>
                  <a:gd name="T27" fmla="*/ 20 h 210"/>
                  <a:gd name="T28" fmla="*/ 450 w 217"/>
                  <a:gd name="T29" fmla="*/ 0 h 210"/>
                  <a:gd name="T30" fmla="*/ 639 w 217"/>
                  <a:gd name="T31" fmla="*/ 36 h 210"/>
                  <a:gd name="T32" fmla="*/ 692 w 217"/>
                  <a:gd name="T33" fmla="*/ 52 h 210"/>
                  <a:gd name="T34" fmla="*/ 744 w 217"/>
                  <a:gd name="T35" fmla="*/ 66 h 210"/>
                  <a:gd name="T36" fmla="*/ 789 w 217"/>
                  <a:gd name="T37" fmla="*/ 81 h 210"/>
                  <a:gd name="T38" fmla="*/ 822 w 217"/>
                  <a:gd name="T39" fmla="*/ 100 h 210"/>
                  <a:gd name="T40" fmla="*/ 860 w 217"/>
                  <a:gd name="T41" fmla="*/ 117 h 210"/>
                  <a:gd name="T42" fmla="*/ 889 w 217"/>
                  <a:gd name="T43" fmla="*/ 137 h 210"/>
                  <a:gd name="T44" fmla="*/ 912 w 217"/>
                  <a:gd name="T45" fmla="*/ 164 h 210"/>
                  <a:gd name="T46" fmla="*/ 939 w 217"/>
                  <a:gd name="T47" fmla="*/ 196 h 210"/>
                  <a:gd name="T48" fmla="*/ 889 w 217"/>
                  <a:gd name="T49" fmla="*/ 175 h 210"/>
                  <a:gd name="T50" fmla="*/ 841 w 217"/>
                  <a:gd name="T51" fmla="*/ 156 h 210"/>
                  <a:gd name="T52" fmla="*/ 793 w 217"/>
                  <a:gd name="T53" fmla="*/ 144 h 210"/>
                  <a:gd name="T54" fmla="*/ 744 w 217"/>
                  <a:gd name="T55" fmla="*/ 128 h 210"/>
                  <a:gd name="T56" fmla="*/ 705 w 217"/>
                  <a:gd name="T57" fmla="*/ 117 h 210"/>
                  <a:gd name="T58" fmla="*/ 664 w 217"/>
                  <a:gd name="T59" fmla="*/ 114 h 210"/>
                  <a:gd name="T60" fmla="*/ 617 w 217"/>
                  <a:gd name="T61" fmla="*/ 107 h 210"/>
                  <a:gd name="T62" fmla="*/ 578 w 217"/>
                  <a:gd name="T63" fmla="*/ 107 h 210"/>
                  <a:gd name="T64" fmla="*/ 541 w 217"/>
                  <a:gd name="T65" fmla="*/ 107 h 210"/>
                  <a:gd name="T66" fmla="*/ 502 w 217"/>
                  <a:gd name="T67" fmla="*/ 108 h 210"/>
                  <a:gd name="T68" fmla="*/ 462 w 217"/>
                  <a:gd name="T69" fmla="*/ 117 h 210"/>
                  <a:gd name="T70" fmla="*/ 428 w 217"/>
                  <a:gd name="T71" fmla="*/ 127 h 210"/>
                  <a:gd name="T72" fmla="*/ 394 w 217"/>
                  <a:gd name="T73" fmla="*/ 144 h 210"/>
                  <a:gd name="T74" fmla="*/ 353 w 217"/>
                  <a:gd name="T75" fmla="*/ 156 h 210"/>
                  <a:gd name="T76" fmla="*/ 320 w 217"/>
                  <a:gd name="T77" fmla="*/ 177 h 210"/>
                  <a:gd name="T78" fmla="*/ 286 w 217"/>
                  <a:gd name="T79" fmla="*/ 198 h 210"/>
                  <a:gd name="T80" fmla="*/ 225 w 217"/>
                  <a:gd name="T81" fmla="*/ 264 h 210"/>
                  <a:gd name="T82" fmla="*/ 183 w 217"/>
                  <a:gd name="T83" fmla="*/ 346 h 210"/>
                  <a:gd name="T84" fmla="*/ 159 w 217"/>
                  <a:gd name="T85" fmla="*/ 447 h 210"/>
                  <a:gd name="T86" fmla="*/ 150 w 217"/>
                  <a:gd name="T87" fmla="*/ 547 h 210"/>
                  <a:gd name="T88" fmla="*/ 150 w 217"/>
                  <a:gd name="T89" fmla="*/ 657 h 210"/>
                  <a:gd name="T90" fmla="*/ 164 w 217"/>
                  <a:gd name="T91" fmla="*/ 753 h 210"/>
                  <a:gd name="T92" fmla="*/ 177 w 217"/>
                  <a:gd name="T93" fmla="*/ 841 h 210"/>
                  <a:gd name="T94" fmla="*/ 198 w 217"/>
                  <a:gd name="T95" fmla="*/ 910 h 2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11" name="Freeform 11"/>
              <p:cNvSpPr>
                <a:spLocks noChangeArrowheads="1"/>
              </p:cNvSpPr>
              <p:nvPr/>
            </p:nvSpPr>
            <p:spPr bwMode="auto">
              <a:xfrm rot="373332" flipH="1">
                <a:off x="0" y="56"/>
                <a:ext cx="262" cy="308"/>
              </a:xfrm>
              <a:custGeom>
                <a:avLst/>
                <a:gdLst>
                  <a:gd name="T0" fmla="*/ 468 w 182"/>
                  <a:gd name="T1" fmla="*/ 0 h 213"/>
                  <a:gd name="T2" fmla="*/ 481 w 182"/>
                  <a:gd name="T3" fmla="*/ 9 h 213"/>
                  <a:gd name="T4" fmla="*/ 508 w 182"/>
                  <a:gd name="T5" fmla="*/ 36 h 213"/>
                  <a:gd name="T6" fmla="*/ 546 w 182"/>
                  <a:gd name="T7" fmla="*/ 80 h 213"/>
                  <a:gd name="T8" fmla="*/ 589 w 182"/>
                  <a:gd name="T9" fmla="*/ 145 h 213"/>
                  <a:gd name="T10" fmla="*/ 623 w 182"/>
                  <a:gd name="T11" fmla="*/ 226 h 213"/>
                  <a:gd name="T12" fmla="*/ 645 w 182"/>
                  <a:gd name="T13" fmla="*/ 333 h 213"/>
                  <a:gd name="T14" fmla="*/ 645 w 182"/>
                  <a:gd name="T15" fmla="*/ 460 h 213"/>
                  <a:gd name="T16" fmla="*/ 618 w 182"/>
                  <a:gd name="T17" fmla="*/ 609 h 213"/>
                  <a:gd name="T18" fmla="*/ 603 w 182"/>
                  <a:gd name="T19" fmla="*/ 651 h 213"/>
                  <a:gd name="T20" fmla="*/ 584 w 182"/>
                  <a:gd name="T21" fmla="*/ 685 h 213"/>
                  <a:gd name="T22" fmla="*/ 564 w 182"/>
                  <a:gd name="T23" fmla="*/ 723 h 213"/>
                  <a:gd name="T24" fmla="*/ 537 w 182"/>
                  <a:gd name="T25" fmla="*/ 756 h 213"/>
                  <a:gd name="T26" fmla="*/ 501 w 182"/>
                  <a:gd name="T27" fmla="*/ 787 h 213"/>
                  <a:gd name="T28" fmla="*/ 471 w 182"/>
                  <a:gd name="T29" fmla="*/ 811 h 213"/>
                  <a:gd name="T30" fmla="*/ 439 w 182"/>
                  <a:gd name="T31" fmla="*/ 834 h 213"/>
                  <a:gd name="T32" fmla="*/ 394 w 182"/>
                  <a:gd name="T33" fmla="*/ 853 h 213"/>
                  <a:gd name="T34" fmla="*/ 353 w 182"/>
                  <a:gd name="T35" fmla="*/ 862 h 213"/>
                  <a:gd name="T36" fmla="*/ 311 w 182"/>
                  <a:gd name="T37" fmla="*/ 873 h 213"/>
                  <a:gd name="T38" fmla="*/ 263 w 182"/>
                  <a:gd name="T39" fmla="*/ 881 h 213"/>
                  <a:gd name="T40" fmla="*/ 212 w 182"/>
                  <a:gd name="T41" fmla="*/ 881 h 213"/>
                  <a:gd name="T42" fmla="*/ 157 w 182"/>
                  <a:gd name="T43" fmla="*/ 873 h 213"/>
                  <a:gd name="T44" fmla="*/ 108 w 182"/>
                  <a:gd name="T45" fmla="*/ 862 h 213"/>
                  <a:gd name="T46" fmla="*/ 50 w 182"/>
                  <a:gd name="T47" fmla="*/ 843 h 213"/>
                  <a:gd name="T48" fmla="*/ 0 w 182"/>
                  <a:gd name="T49" fmla="*/ 821 h 213"/>
                  <a:gd name="T50" fmla="*/ 48 w 182"/>
                  <a:gd name="T51" fmla="*/ 853 h 213"/>
                  <a:gd name="T52" fmla="*/ 95 w 182"/>
                  <a:gd name="T53" fmla="*/ 873 h 213"/>
                  <a:gd name="T54" fmla="*/ 143 w 182"/>
                  <a:gd name="T55" fmla="*/ 895 h 213"/>
                  <a:gd name="T56" fmla="*/ 184 w 182"/>
                  <a:gd name="T57" fmla="*/ 910 h 213"/>
                  <a:gd name="T58" fmla="*/ 226 w 182"/>
                  <a:gd name="T59" fmla="*/ 923 h 213"/>
                  <a:gd name="T60" fmla="*/ 272 w 182"/>
                  <a:gd name="T61" fmla="*/ 928 h 213"/>
                  <a:gd name="T62" fmla="*/ 312 w 182"/>
                  <a:gd name="T63" fmla="*/ 930 h 213"/>
                  <a:gd name="T64" fmla="*/ 354 w 182"/>
                  <a:gd name="T65" fmla="*/ 930 h 213"/>
                  <a:gd name="T66" fmla="*/ 392 w 182"/>
                  <a:gd name="T67" fmla="*/ 928 h 213"/>
                  <a:gd name="T68" fmla="*/ 429 w 182"/>
                  <a:gd name="T69" fmla="*/ 920 h 213"/>
                  <a:gd name="T70" fmla="*/ 462 w 182"/>
                  <a:gd name="T71" fmla="*/ 910 h 213"/>
                  <a:gd name="T72" fmla="*/ 497 w 182"/>
                  <a:gd name="T73" fmla="*/ 901 h 213"/>
                  <a:gd name="T74" fmla="*/ 528 w 182"/>
                  <a:gd name="T75" fmla="*/ 889 h 213"/>
                  <a:gd name="T76" fmla="*/ 557 w 182"/>
                  <a:gd name="T77" fmla="*/ 870 h 213"/>
                  <a:gd name="T78" fmla="*/ 584 w 182"/>
                  <a:gd name="T79" fmla="*/ 853 h 213"/>
                  <a:gd name="T80" fmla="*/ 609 w 182"/>
                  <a:gd name="T81" fmla="*/ 834 h 213"/>
                  <a:gd name="T82" fmla="*/ 678 w 182"/>
                  <a:gd name="T83" fmla="*/ 768 h 213"/>
                  <a:gd name="T84" fmla="*/ 726 w 182"/>
                  <a:gd name="T85" fmla="*/ 704 h 213"/>
                  <a:gd name="T86" fmla="*/ 754 w 182"/>
                  <a:gd name="T87" fmla="*/ 629 h 213"/>
                  <a:gd name="T88" fmla="*/ 769 w 182"/>
                  <a:gd name="T89" fmla="*/ 561 h 213"/>
                  <a:gd name="T90" fmla="*/ 779 w 182"/>
                  <a:gd name="T91" fmla="*/ 487 h 213"/>
                  <a:gd name="T92" fmla="*/ 779 w 182"/>
                  <a:gd name="T93" fmla="*/ 414 h 213"/>
                  <a:gd name="T94" fmla="*/ 782 w 182"/>
                  <a:gd name="T95" fmla="*/ 346 h 213"/>
                  <a:gd name="T96" fmla="*/ 741 w 182"/>
                  <a:gd name="T97" fmla="*/ 202 h 213"/>
                  <a:gd name="T98" fmla="*/ 671 w 182"/>
                  <a:gd name="T99" fmla="*/ 90 h 213"/>
                  <a:gd name="T100" fmla="*/ 646 w 182"/>
                  <a:gd name="T101" fmla="*/ 80 h 213"/>
                  <a:gd name="T102" fmla="*/ 632 w 182"/>
                  <a:gd name="T103" fmla="*/ 67 h 213"/>
                  <a:gd name="T104" fmla="*/ 609 w 182"/>
                  <a:gd name="T105" fmla="*/ 56 h 213"/>
                  <a:gd name="T106" fmla="*/ 593 w 182"/>
                  <a:gd name="T107" fmla="*/ 48 h 213"/>
                  <a:gd name="T108" fmla="*/ 567 w 182"/>
                  <a:gd name="T109" fmla="*/ 39 h 213"/>
                  <a:gd name="T110" fmla="*/ 541 w 182"/>
                  <a:gd name="T111" fmla="*/ 27 h 213"/>
                  <a:gd name="T112" fmla="*/ 510 w 182"/>
                  <a:gd name="T113" fmla="*/ 13 h 213"/>
                  <a:gd name="T114" fmla="*/ 468 w 182"/>
                  <a:gd name="T115" fmla="*/ 0 h 2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12" name="Freeform 12"/>
              <p:cNvSpPr>
                <a:spLocks noChangeArrowheads="1"/>
              </p:cNvSpPr>
              <p:nvPr/>
            </p:nvSpPr>
            <p:spPr bwMode="auto">
              <a:xfrm rot="373332" flipH="1">
                <a:off x="80" y="120"/>
                <a:ext cx="93" cy="156"/>
              </a:xfrm>
              <a:custGeom>
                <a:avLst/>
                <a:gdLst>
                  <a:gd name="T0" fmla="*/ 26 w 128"/>
                  <a:gd name="T1" fmla="*/ 0 h 217"/>
                  <a:gd name="T2" fmla="*/ 29 w 128"/>
                  <a:gd name="T3" fmla="*/ 2 h 217"/>
                  <a:gd name="T4" fmla="*/ 32 w 128"/>
                  <a:gd name="T5" fmla="*/ 7 h 217"/>
                  <a:gd name="T6" fmla="*/ 34 w 128"/>
                  <a:gd name="T7" fmla="*/ 14 h 217"/>
                  <a:gd name="T8" fmla="*/ 36 w 128"/>
                  <a:gd name="T9" fmla="*/ 21 h 217"/>
                  <a:gd name="T10" fmla="*/ 36 w 128"/>
                  <a:gd name="T11" fmla="*/ 30 h 217"/>
                  <a:gd name="T12" fmla="*/ 32 w 128"/>
                  <a:gd name="T13" fmla="*/ 39 h 217"/>
                  <a:gd name="T14" fmla="*/ 26 w 128"/>
                  <a:gd name="T15" fmla="*/ 48 h 217"/>
                  <a:gd name="T16" fmla="*/ 17 w 128"/>
                  <a:gd name="T17" fmla="*/ 58 h 217"/>
                  <a:gd name="T18" fmla="*/ 14 w 128"/>
                  <a:gd name="T19" fmla="*/ 57 h 217"/>
                  <a:gd name="T20" fmla="*/ 11 w 128"/>
                  <a:gd name="T21" fmla="*/ 56 h 217"/>
                  <a:gd name="T22" fmla="*/ 7 w 128"/>
                  <a:gd name="T23" fmla="*/ 55 h 217"/>
                  <a:gd name="T24" fmla="*/ 5 w 128"/>
                  <a:gd name="T25" fmla="*/ 54 h 217"/>
                  <a:gd name="T26" fmla="*/ 2 w 128"/>
                  <a:gd name="T27" fmla="*/ 52 h 217"/>
                  <a:gd name="T28" fmla="*/ 1 w 128"/>
                  <a:gd name="T29" fmla="*/ 50 h 217"/>
                  <a:gd name="T30" fmla="*/ 0 w 128"/>
                  <a:gd name="T31" fmla="*/ 49 h 217"/>
                  <a:gd name="T32" fmla="*/ 1 w 128"/>
                  <a:gd name="T33" fmla="*/ 47 h 217"/>
                  <a:gd name="T34" fmla="*/ 4 w 128"/>
                  <a:gd name="T35" fmla="*/ 45 h 217"/>
                  <a:gd name="T36" fmla="*/ 8 w 128"/>
                  <a:gd name="T37" fmla="*/ 43 h 217"/>
                  <a:gd name="T38" fmla="*/ 12 w 128"/>
                  <a:gd name="T39" fmla="*/ 40 h 217"/>
                  <a:gd name="T40" fmla="*/ 17 w 128"/>
                  <a:gd name="T41" fmla="*/ 36 h 217"/>
                  <a:gd name="T42" fmla="*/ 22 w 128"/>
                  <a:gd name="T43" fmla="*/ 30 h 217"/>
                  <a:gd name="T44" fmla="*/ 25 w 128"/>
                  <a:gd name="T45" fmla="*/ 22 h 217"/>
                  <a:gd name="T46" fmla="*/ 27 w 128"/>
                  <a:gd name="T47" fmla="*/ 12 h 217"/>
                  <a:gd name="T48" fmla="*/ 26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13" name="Freeform 13"/>
              <p:cNvSpPr>
                <a:spLocks noChangeArrowheads="1"/>
              </p:cNvSpPr>
              <p:nvPr/>
            </p:nvSpPr>
            <p:spPr bwMode="auto">
              <a:xfrm rot="373332" flipH="1">
                <a:off x="272" y="323"/>
                <a:ext cx="85" cy="93"/>
              </a:xfrm>
              <a:custGeom>
                <a:avLst/>
                <a:gdLst>
                  <a:gd name="T0" fmla="*/ 20 w 117"/>
                  <a:gd name="T1" fmla="*/ 0 h 132"/>
                  <a:gd name="T2" fmla="*/ 0 w 117"/>
                  <a:gd name="T3" fmla="*/ 6 h 132"/>
                  <a:gd name="T4" fmla="*/ 1 w 117"/>
                  <a:gd name="T5" fmla="*/ 6 h 132"/>
                  <a:gd name="T6" fmla="*/ 4 w 117"/>
                  <a:gd name="T7" fmla="*/ 7 h 132"/>
                  <a:gd name="T8" fmla="*/ 8 w 117"/>
                  <a:gd name="T9" fmla="*/ 9 h 132"/>
                  <a:gd name="T10" fmla="*/ 12 w 117"/>
                  <a:gd name="T11" fmla="*/ 11 h 132"/>
                  <a:gd name="T12" fmla="*/ 18 w 117"/>
                  <a:gd name="T13" fmla="*/ 16 h 132"/>
                  <a:gd name="T14" fmla="*/ 23 w 117"/>
                  <a:gd name="T15" fmla="*/ 19 h 132"/>
                  <a:gd name="T16" fmla="*/ 28 w 117"/>
                  <a:gd name="T17" fmla="*/ 25 h 132"/>
                  <a:gd name="T18" fmla="*/ 32 w 117"/>
                  <a:gd name="T19" fmla="*/ 33 h 132"/>
                  <a:gd name="T20" fmla="*/ 33 w 117"/>
                  <a:gd name="T21" fmla="*/ 30 h 132"/>
                  <a:gd name="T22" fmla="*/ 32 w 117"/>
                  <a:gd name="T23" fmla="*/ 26 h 132"/>
                  <a:gd name="T24" fmla="*/ 30 w 117"/>
                  <a:gd name="T25" fmla="*/ 22 h 132"/>
                  <a:gd name="T26" fmla="*/ 28 w 117"/>
                  <a:gd name="T27" fmla="*/ 18 h 132"/>
                  <a:gd name="T28" fmla="*/ 25 w 117"/>
                  <a:gd name="T29" fmla="*/ 14 h 132"/>
                  <a:gd name="T30" fmla="*/ 22 w 117"/>
                  <a:gd name="T31" fmla="*/ 11 h 132"/>
                  <a:gd name="T32" fmla="*/ 19 w 117"/>
                  <a:gd name="T33" fmla="*/ 9 h 132"/>
                  <a:gd name="T34" fmla="*/ 17 w 117"/>
                  <a:gd name="T35" fmla="*/ 8 h 132"/>
                  <a:gd name="T36" fmla="*/ 19 w 117"/>
                  <a:gd name="T37" fmla="*/ 7 h 132"/>
                  <a:gd name="T38" fmla="*/ 22 w 117"/>
                  <a:gd name="T39" fmla="*/ 7 h 132"/>
                  <a:gd name="T40" fmla="*/ 25 w 117"/>
                  <a:gd name="T41" fmla="*/ 6 h 132"/>
                  <a:gd name="T42" fmla="*/ 28 w 117"/>
                  <a:gd name="T43" fmla="*/ 6 h 132"/>
                  <a:gd name="T44" fmla="*/ 29 w 117"/>
                  <a:gd name="T45" fmla="*/ 6 h 132"/>
                  <a:gd name="T46" fmla="*/ 30 w 117"/>
                  <a:gd name="T47" fmla="*/ 6 h 132"/>
                  <a:gd name="T48" fmla="*/ 32 w 117"/>
                  <a:gd name="T49" fmla="*/ 6 h 132"/>
                  <a:gd name="T50" fmla="*/ 32 w 117"/>
                  <a:gd name="T51" fmla="*/ 6 h 132"/>
                  <a:gd name="T52" fmla="*/ 20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14" name="Freeform 14"/>
              <p:cNvSpPr>
                <a:spLocks noChangeArrowheads="1"/>
              </p:cNvSpPr>
              <p:nvPr/>
            </p:nvSpPr>
            <p:spPr bwMode="auto">
              <a:xfrm rot="373332" flipH="1">
                <a:off x="248" y="348"/>
                <a:ext cx="21" cy="55"/>
              </a:xfrm>
              <a:custGeom>
                <a:avLst/>
                <a:gdLst>
                  <a:gd name="T0" fmla="*/ 8 w 29"/>
                  <a:gd name="T1" fmla="*/ 0 h 77"/>
                  <a:gd name="T2" fmla="*/ 7 w 29"/>
                  <a:gd name="T3" fmla="*/ 0 h 77"/>
                  <a:gd name="T4" fmla="*/ 5 w 29"/>
                  <a:gd name="T5" fmla="*/ 1 h 77"/>
                  <a:gd name="T6" fmla="*/ 3 w 29"/>
                  <a:gd name="T7" fmla="*/ 2 h 77"/>
                  <a:gd name="T8" fmla="*/ 1 w 29"/>
                  <a:gd name="T9" fmla="*/ 5 h 77"/>
                  <a:gd name="T10" fmla="*/ 1 w 29"/>
                  <a:gd name="T11" fmla="*/ 8 h 77"/>
                  <a:gd name="T12" fmla="*/ 0 w 29"/>
                  <a:gd name="T13" fmla="*/ 11 h 77"/>
                  <a:gd name="T14" fmla="*/ 1 w 29"/>
                  <a:gd name="T15" fmla="*/ 16 h 77"/>
                  <a:gd name="T16" fmla="*/ 3 w 29"/>
                  <a:gd name="T17" fmla="*/ 20 h 77"/>
                  <a:gd name="T18" fmla="*/ 4 w 29"/>
                  <a:gd name="T19" fmla="*/ 14 h 77"/>
                  <a:gd name="T20" fmla="*/ 5 w 29"/>
                  <a:gd name="T21" fmla="*/ 10 h 77"/>
                  <a:gd name="T22" fmla="*/ 7 w 29"/>
                  <a:gd name="T23" fmla="*/ 6 h 77"/>
                  <a:gd name="T24" fmla="*/ 8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115" name="Group 15"/>
              <p:cNvGrpSpPr/>
              <p:nvPr/>
            </p:nvGrpSpPr>
            <p:grpSpPr bwMode="auto">
              <a:xfrm rot="10886446" flipH="1">
                <a:off x="294" y="464"/>
                <a:ext cx="608" cy="369"/>
                <a:chOff x="0" y="0"/>
                <a:chExt cx="608" cy="369"/>
              </a:xfrm>
            </p:grpSpPr>
            <p:sp>
              <p:nvSpPr>
                <p:cNvPr id="3116" name="Freeform 16"/>
                <p:cNvSpPr>
                  <a:spLocks noChangeArrowheads="1"/>
                </p:cNvSpPr>
                <p:nvPr/>
              </p:nvSpPr>
              <p:spPr bwMode="auto">
                <a:xfrm rot="4200092">
                  <a:off x="121" y="102"/>
                  <a:ext cx="143" cy="390"/>
                </a:xfrm>
                <a:custGeom>
                  <a:avLst/>
                  <a:gdLst>
                    <a:gd name="T0" fmla="*/ 3 w 207"/>
                    <a:gd name="T1" fmla="*/ 10 h 564"/>
                    <a:gd name="T2" fmla="*/ 1 w 207"/>
                    <a:gd name="T3" fmla="*/ 17 h 564"/>
                    <a:gd name="T4" fmla="*/ 1 w 207"/>
                    <a:gd name="T5" fmla="*/ 23 h 564"/>
                    <a:gd name="T6" fmla="*/ 0 w 207"/>
                    <a:gd name="T7" fmla="*/ 28 h 564"/>
                    <a:gd name="T8" fmla="*/ 0 w 207"/>
                    <a:gd name="T9" fmla="*/ 35 h 564"/>
                    <a:gd name="T10" fmla="*/ 1 w 207"/>
                    <a:gd name="T11" fmla="*/ 41 h 564"/>
                    <a:gd name="T12" fmla="*/ 1 w 207"/>
                    <a:gd name="T13" fmla="*/ 48 h 564"/>
                    <a:gd name="T14" fmla="*/ 4 w 207"/>
                    <a:gd name="T15" fmla="*/ 57 h 564"/>
                    <a:gd name="T16" fmla="*/ 7 w 207"/>
                    <a:gd name="T17" fmla="*/ 66 h 564"/>
                    <a:gd name="T18" fmla="*/ 10 w 207"/>
                    <a:gd name="T19" fmla="*/ 75 h 564"/>
                    <a:gd name="T20" fmla="*/ 14 w 207"/>
                    <a:gd name="T21" fmla="*/ 83 h 564"/>
                    <a:gd name="T22" fmla="*/ 19 w 207"/>
                    <a:gd name="T23" fmla="*/ 93 h 564"/>
                    <a:gd name="T24" fmla="*/ 24 w 207"/>
                    <a:gd name="T25" fmla="*/ 102 h 564"/>
                    <a:gd name="T26" fmla="*/ 30 w 207"/>
                    <a:gd name="T27" fmla="*/ 111 h 564"/>
                    <a:gd name="T28" fmla="*/ 36 w 207"/>
                    <a:gd name="T29" fmla="*/ 118 h 564"/>
                    <a:gd name="T30" fmla="*/ 41 w 207"/>
                    <a:gd name="T31" fmla="*/ 124 h 564"/>
                    <a:gd name="T32" fmla="*/ 47 w 207"/>
                    <a:gd name="T33" fmla="*/ 129 h 564"/>
                    <a:gd name="T34" fmla="*/ 37 w 207"/>
                    <a:gd name="T35" fmla="*/ 114 h 564"/>
                    <a:gd name="T36" fmla="*/ 29 w 207"/>
                    <a:gd name="T37" fmla="*/ 102 h 564"/>
                    <a:gd name="T38" fmla="*/ 23 w 207"/>
                    <a:gd name="T39" fmla="*/ 93 h 564"/>
                    <a:gd name="T40" fmla="*/ 19 w 207"/>
                    <a:gd name="T41" fmla="*/ 84 h 564"/>
                    <a:gd name="T42" fmla="*/ 17 w 207"/>
                    <a:gd name="T43" fmla="*/ 77 h 564"/>
                    <a:gd name="T44" fmla="*/ 15 w 207"/>
                    <a:gd name="T45" fmla="*/ 71 h 564"/>
                    <a:gd name="T46" fmla="*/ 15 w 207"/>
                    <a:gd name="T47" fmla="*/ 65 h 564"/>
                    <a:gd name="T48" fmla="*/ 13 w 207"/>
                    <a:gd name="T49" fmla="*/ 59 h 564"/>
                    <a:gd name="T50" fmla="*/ 10 w 207"/>
                    <a:gd name="T51" fmla="*/ 47 h 564"/>
                    <a:gd name="T52" fmla="*/ 9 w 207"/>
                    <a:gd name="T53" fmla="*/ 32 h 564"/>
                    <a:gd name="T54" fmla="*/ 10 w 207"/>
                    <a:gd name="T55" fmla="*/ 16 h 564"/>
                    <a:gd name="T56" fmla="*/ 12 w 207"/>
                    <a:gd name="T57" fmla="*/ 0 h 564"/>
                    <a:gd name="T58" fmla="*/ 3 w 207"/>
                    <a:gd name="T59" fmla="*/ 10 h 5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17" name="Freeform 17"/>
                <p:cNvSpPr>
                  <a:spLocks noChangeArrowheads="1"/>
                </p:cNvSpPr>
                <p:nvPr/>
              </p:nvSpPr>
              <p:spPr bwMode="auto">
                <a:xfrm rot="4200092">
                  <a:off x="488" y="56"/>
                  <a:ext cx="33" cy="160"/>
                </a:xfrm>
                <a:custGeom>
                  <a:avLst/>
                  <a:gdLst>
                    <a:gd name="T0" fmla="*/ 0 w 47"/>
                    <a:gd name="T1" fmla="*/ 4 h 232"/>
                    <a:gd name="T2" fmla="*/ 4 w 47"/>
                    <a:gd name="T3" fmla="*/ 12 h 232"/>
                    <a:gd name="T4" fmla="*/ 6 w 47"/>
                    <a:gd name="T5" fmla="*/ 23 h 232"/>
                    <a:gd name="T6" fmla="*/ 6 w 47"/>
                    <a:gd name="T7" fmla="*/ 36 h 232"/>
                    <a:gd name="T8" fmla="*/ 4 w 47"/>
                    <a:gd name="T9" fmla="*/ 52 h 232"/>
                    <a:gd name="T10" fmla="*/ 11 w 47"/>
                    <a:gd name="T11" fmla="*/ 49 h 232"/>
                    <a:gd name="T12" fmla="*/ 11 w 47"/>
                    <a:gd name="T13" fmla="*/ 41 h 232"/>
                    <a:gd name="T14" fmla="*/ 11 w 47"/>
                    <a:gd name="T15" fmla="*/ 32 h 232"/>
                    <a:gd name="T16" fmla="*/ 11 w 47"/>
                    <a:gd name="T17" fmla="*/ 23 h 232"/>
                    <a:gd name="T18" fmla="*/ 10 w 47"/>
                    <a:gd name="T19" fmla="*/ 16 h 232"/>
                    <a:gd name="T20" fmla="*/ 9 w 47"/>
                    <a:gd name="T21" fmla="*/ 12 h 232"/>
                    <a:gd name="T22" fmla="*/ 7 w 47"/>
                    <a:gd name="T23" fmla="*/ 8 h 232"/>
                    <a:gd name="T24" fmla="*/ 6 w 47"/>
                    <a:gd name="T25" fmla="*/ 4 h 232"/>
                    <a:gd name="T26" fmla="*/ 3 w 47"/>
                    <a:gd name="T27" fmla="*/ 0 h 232"/>
                    <a:gd name="T28" fmla="*/ 0 w 47"/>
                    <a:gd name="T29" fmla="*/ 4 h 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18" name="Freeform 18"/>
                <p:cNvSpPr>
                  <a:spLocks noChangeArrowheads="1"/>
                </p:cNvSpPr>
                <p:nvPr/>
              </p:nvSpPr>
              <p:spPr bwMode="auto">
                <a:xfrm rot="4200092">
                  <a:off x="564" y="14"/>
                  <a:ext cx="60" cy="27"/>
                </a:xfrm>
                <a:custGeom>
                  <a:avLst/>
                  <a:gdLst>
                    <a:gd name="T0" fmla="*/ 19 w 87"/>
                    <a:gd name="T1" fmla="*/ 5 h 40"/>
                    <a:gd name="T2" fmla="*/ 18 w 87"/>
                    <a:gd name="T3" fmla="*/ 3 h 40"/>
                    <a:gd name="T4" fmla="*/ 15 w 87"/>
                    <a:gd name="T5" fmla="*/ 2 h 40"/>
                    <a:gd name="T6" fmla="*/ 13 w 87"/>
                    <a:gd name="T7" fmla="*/ 1 h 40"/>
                    <a:gd name="T8" fmla="*/ 10 w 87"/>
                    <a:gd name="T9" fmla="*/ 1 h 40"/>
                    <a:gd name="T10" fmla="*/ 8 w 87"/>
                    <a:gd name="T11" fmla="*/ 1 h 40"/>
                    <a:gd name="T12" fmla="*/ 6 w 87"/>
                    <a:gd name="T13" fmla="*/ 1 h 40"/>
                    <a:gd name="T14" fmla="*/ 3 w 87"/>
                    <a:gd name="T15" fmla="*/ 0 h 40"/>
                    <a:gd name="T16" fmla="*/ 0 w 87"/>
                    <a:gd name="T17" fmla="*/ 1 h 40"/>
                    <a:gd name="T18" fmla="*/ 1 w 87"/>
                    <a:gd name="T19" fmla="*/ 1 h 40"/>
                    <a:gd name="T20" fmla="*/ 3 w 87"/>
                    <a:gd name="T21" fmla="*/ 2 h 40"/>
                    <a:gd name="T22" fmla="*/ 5 w 87"/>
                    <a:gd name="T23" fmla="*/ 3 h 40"/>
                    <a:gd name="T24" fmla="*/ 8 w 87"/>
                    <a:gd name="T25" fmla="*/ 3 h 40"/>
                    <a:gd name="T26" fmla="*/ 10 w 87"/>
                    <a:gd name="T27" fmla="*/ 5 h 40"/>
                    <a:gd name="T28" fmla="*/ 12 w 87"/>
                    <a:gd name="T29" fmla="*/ 5 h 40"/>
                    <a:gd name="T30" fmla="*/ 14 w 87"/>
                    <a:gd name="T31" fmla="*/ 7 h 40"/>
                    <a:gd name="T32" fmla="*/ 17 w 87"/>
                    <a:gd name="T33" fmla="*/ 8 h 40"/>
                    <a:gd name="T34" fmla="*/ 19 w 87"/>
                    <a:gd name="T35" fmla="*/ 5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3084" name="Group 19"/>
            <p:cNvGrpSpPr/>
            <p:nvPr/>
          </p:nvGrpSpPr>
          <p:grpSpPr bwMode="auto">
            <a:xfrm rot="6248562">
              <a:off x="348" y="3854"/>
              <a:ext cx="392" cy="424"/>
              <a:chOff x="0" y="0"/>
              <a:chExt cx="129" cy="157"/>
            </a:xfrm>
          </p:grpSpPr>
          <p:sp>
            <p:nvSpPr>
              <p:cNvPr id="3107" name="Freeform 20"/>
              <p:cNvSpPr>
                <a:spLocks noChangeArrowheads="1"/>
              </p:cNvSpPr>
              <p:nvPr/>
            </p:nvSpPr>
            <p:spPr bwMode="auto">
              <a:xfrm>
                <a:off x="0" y="0"/>
                <a:ext cx="41" cy="59"/>
              </a:xfrm>
              <a:custGeom>
                <a:avLst/>
                <a:gdLst>
                  <a:gd name="T0" fmla="*/ 5 w 83"/>
                  <a:gd name="T1" fmla="*/ 2 h 117"/>
                  <a:gd name="T2" fmla="*/ 1 w 83"/>
                  <a:gd name="T3" fmla="*/ 0 h 117"/>
                  <a:gd name="T4" fmla="*/ 0 w 83"/>
                  <a:gd name="T5" fmla="*/ 8 h 117"/>
                  <a:gd name="T6" fmla="*/ 5 w 83"/>
                  <a:gd name="T7" fmla="*/ 2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08" name="Freeform 21"/>
              <p:cNvSpPr>
                <a:spLocks noChangeArrowheads="1"/>
              </p:cNvSpPr>
              <p:nvPr/>
            </p:nvSpPr>
            <p:spPr bwMode="auto">
              <a:xfrm>
                <a:off x="59" y="28"/>
                <a:ext cx="70" cy="49"/>
              </a:xfrm>
              <a:custGeom>
                <a:avLst/>
                <a:gdLst>
                  <a:gd name="T0" fmla="*/ 0 w 140"/>
                  <a:gd name="T1" fmla="*/ 7 h 98"/>
                  <a:gd name="T2" fmla="*/ 8 w 140"/>
                  <a:gd name="T3" fmla="*/ 0 h 98"/>
                  <a:gd name="T4" fmla="*/ 9 w 140"/>
                  <a:gd name="T5" fmla="*/ 4 h 98"/>
                  <a:gd name="T6" fmla="*/ 0 w 140"/>
                  <a:gd name="T7" fmla="*/ 7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09" name="Freeform 22"/>
              <p:cNvSpPr>
                <a:spLocks noChangeArrowheads="1"/>
              </p:cNvSpPr>
              <p:nvPr/>
            </p:nvSpPr>
            <p:spPr bwMode="auto">
              <a:xfrm>
                <a:off x="45" y="132"/>
                <a:ext cx="73" cy="25"/>
              </a:xfrm>
              <a:custGeom>
                <a:avLst/>
                <a:gdLst>
                  <a:gd name="T0" fmla="*/ 0 w 145"/>
                  <a:gd name="T1" fmla="*/ 1 h 49"/>
                  <a:gd name="T2" fmla="*/ 10 w 145"/>
                  <a:gd name="T3" fmla="*/ 0 h 49"/>
                  <a:gd name="T4" fmla="*/ 9 w 145"/>
                  <a:gd name="T5" fmla="*/ 4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085" name="Group 23"/>
            <p:cNvGrpSpPr/>
            <p:nvPr/>
          </p:nvGrpSpPr>
          <p:grpSpPr bwMode="auto">
            <a:xfrm rot="5003157">
              <a:off x="254" y="1102"/>
              <a:ext cx="412" cy="500"/>
              <a:chOff x="0" y="0"/>
              <a:chExt cx="129" cy="157"/>
            </a:xfrm>
          </p:grpSpPr>
          <p:sp>
            <p:nvSpPr>
              <p:cNvPr id="3104" name="Freeform 24"/>
              <p:cNvSpPr>
                <a:spLocks noChangeArrowheads="1"/>
              </p:cNvSpPr>
              <p:nvPr/>
            </p:nvSpPr>
            <p:spPr bwMode="auto">
              <a:xfrm>
                <a:off x="0" y="0"/>
                <a:ext cx="41" cy="59"/>
              </a:xfrm>
              <a:custGeom>
                <a:avLst/>
                <a:gdLst>
                  <a:gd name="T0" fmla="*/ 5 w 83"/>
                  <a:gd name="T1" fmla="*/ 2 h 117"/>
                  <a:gd name="T2" fmla="*/ 1 w 83"/>
                  <a:gd name="T3" fmla="*/ 0 h 117"/>
                  <a:gd name="T4" fmla="*/ 0 w 83"/>
                  <a:gd name="T5" fmla="*/ 8 h 117"/>
                  <a:gd name="T6" fmla="*/ 5 w 83"/>
                  <a:gd name="T7" fmla="*/ 2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05" name="Freeform 25"/>
              <p:cNvSpPr>
                <a:spLocks noChangeArrowheads="1"/>
              </p:cNvSpPr>
              <p:nvPr/>
            </p:nvSpPr>
            <p:spPr bwMode="auto">
              <a:xfrm>
                <a:off x="59" y="28"/>
                <a:ext cx="70" cy="49"/>
              </a:xfrm>
              <a:custGeom>
                <a:avLst/>
                <a:gdLst>
                  <a:gd name="T0" fmla="*/ 0 w 140"/>
                  <a:gd name="T1" fmla="*/ 7 h 98"/>
                  <a:gd name="T2" fmla="*/ 8 w 140"/>
                  <a:gd name="T3" fmla="*/ 0 h 98"/>
                  <a:gd name="T4" fmla="*/ 9 w 140"/>
                  <a:gd name="T5" fmla="*/ 4 h 98"/>
                  <a:gd name="T6" fmla="*/ 0 w 140"/>
                  <a:gd name="T7" fmla="*/ 7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06" name="Freeform 26"/>
              <p:cNvSpPr>
                <a:spLocks noChangeArrowheads="1"/>
              </p:cNvSpPr>
              <p:nvPr/>
            </p:nvSpPr>
            <p:spPr bwMode="auto">
              <a:xfrm>
                <a:off x="45" y="132"/>
                <a:ext cx="73" cy="25"/>
              </a:xfrm>
              <a:custGeom>
                <a:avLst/>
                <a:gdLst>
                  <a:gd name="T0" fmla="*/ 0 w 145"/>
                  <a:gd name="T1" fmla="*/ 1 h 49"/>
                  <a:gd name="T2" fmla="*/ 10 w 145"/>
                  <a:gd name="T3" fmla="*/ 0 h 49"/>
                  <a:gd name="T4" fmla="*/ 9 w 145"/>
                  <a:gd name="T5" fmla="*/ 4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086" name="Group 27"/>
            <p:cNvGrpSpPr/>
            <p:nvPr/>
          </p:nvGrpSpPr>
          <p:grpSpPr bwMode="auto">
            <a:xfrm>
              <a:off x="820" y="0"/>
              <a:ext cx="345" cy="367"/>
              <a:chOff x="0" y="0"/>
              <a:chExt cx="129" cy="157"/>
            </a:xfrm>
          </p:grpSpPr>
          <p:sp>
            <p:nvSpPr>
              <p:cNvPr id="3101" name="Freeform 28"/>
              <p:cNvSpPr>
                <a:spLocks noChangeArrowheads="1"/>
              </p:cNvSpPr>
              <p:nvPr/>
            </p:nvSpPr>
            <p:spPr bwMode="auto">
              <a:xfrm>
                <a:off x="0" y="0"/>
                <a:ext cx="41" cy="59"/>
              </a:xfrm>
              <a:custGeom>
                <a:avLst/>
                <a:gdLst>
                  <a:gd name="T0" fmla="*/ 5 w 83"/>
                  <a:gd name="T1" fmla="*/ 2 h 117"/>
                  <a:gd name="T2" fmla="*/ 1 w 83"/>
                  <a:gd name="T3" fmla="*/ 0 h 117"/>
                  <a:gd name="T4" fmla="*/ 0 w 83"/>
                  <a:gd name="T5" fmla="*/ 8 h 117"/>
                  <a:gd name="T6" fmla="*/ 5 w 83"/>
                  <a:gd name="T7" fmla="*/ 2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02" name="Freeform 29"/>
              <p:cNvSpPr>
                <a:spLocks noChangeArrowheads="1"/>
              </p:cNvSpPr>
              <p:nvPr/>
            </p:nvSpPr>
            <p:spPr bwMode="auto">
              <a:xfrm>
                <a:off x="59" y="28"/>
                <a:ext cx="70" cy="49"/>
              </a:xfrm>
              <a:custGeom>
                <a:avLst/>
                <a:gdLst>
                  <a:gd name="T0" fmla="*/ 0 w 140"/>
                  <a:gd name="T1" fmla="*/ 7 h 98"/>
                  <a:gd name="T2" fmla="*/ 8 w 140"/>
                  <a:gd name="T3" fmla="*/ 0 h 98"/>
                  <a:gd name="T4" fmla="*/ 9 w 140"/>
                  <a:gd name="T5" fmla="*/ 4 h 98"/>
                  <a:gd name="T6" fmla="*/ 0 w 140"/>
                  <a:gd name="T7" fmla="*/ 7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03" name="Freeform 30"/>
              <p:cNvSpPr>
                <a:spLocks noChangeArrowheads="1"/>
              </p:cNvSpPr>
              <p:nvPr/>
            </p:nvSpPr>
            <p:spPr bwMode="auto">
              <a:xfrm>
                <a:off x="45" y="132"/>
                <a:ext cx="73" cy="25"/>
              </a:xfrm>
              <a:custGeom>
                <a:avLst/>
                <a:gdLst>
                  <a:gd name="T0" fmla="*/ 0 w 145"/>
                  <a:gd name="T1" fmla="*/ 1 h 49"/>
                  <a:gd name="T2" fmla="*/ 10 w 145"/>
                  <a:gd name="T3" fmla="*/ 0 h 49"/>
                  <a:gd name="T4" fmla="*/ 9 w 145"/>
                  <a:gd name="T5" fmla="*/ 4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3087" name="Freeform 31"/>
            <p:cNvSpPr>
              <a:spLocks noChangeArrowheads="1"/>
            </p:cNvSpPr>
            <p:nvPr/>
          </p:nvSpPr>
          <p:spPr bwMode="auto">
            <a:xfrm>
              <a:off x="92"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rgbClr val="EDFAD2">
                <a:alpha val="50195"/>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88" name="Freeform 32"/>
            <p:cNvSpPr>
              <a:spLocks noChangeArrowheads="1"/>
            </p:cNvSpPr>
            <p:nvPr/>
          </p:nvSpPr>
          <p:spPr bwMode="auto">
            <a:xfrm rot="828663">
              <a:off x="247" y="3404"/>
              <a:ext cx="132" cy="167"/>
            </a:xfrm>
            <a:custGeom>
              <a:avLst/>
              <a:gdLst>
                <a:gd name="T0" fmla="*/ 0 w 109"/>
                <a:gd name="T1" fmla="*/ 0 h 156"/>
                <a:gd name="T2" fmla="*/ 10 w 109"/>
                <a:gd name="T3" fmla="*/ 1 h 156"/>
                <a:gd name="T4" fmla="*/ 40 w 109"/>
                <a:gd name="T5" fmla="*/ 5 h 156"/>
                <a:gd name="T6" fmla="*/ 79 w 109"/>
                <a:gd name="T7" fmla="*/ 16 h 156"/>
                <a:gd name="T8" fmla="*/ 125 w 109"/>
                <a:gd name="T9" fmla="*/ 32 h 156"/>
                <a:gd name="T10" fmla="*/ 167 w 109"/>
                <a:gd name="T11" fmla="*/ 58 h 156"/>
                <a:gd name="T12" fmla="*/ 206 w 109"/>
                <a:gd name="T13" fmla="*/ 93 h 156"/>
                <a:gd name="T14" fmla="*/ 230 w 109"/>
                <a:gd name="T15" fmla="*/ 142 h 156"/>
                <a:gd name="T16" fmla="*/ 235 w 109"/>
                <a:gd name="T17" fmla="*/ 206 h 156"/>
                <a:gd name="T18" fmla="*/ 225 w 109"/>
                <a:gd name="T19" fmla="*/ 206 h 156"/>
                <a:gd name="T20" fmla="*/ 213 w 109"/>
                <a:gd name="T21" fmla="*/ 206 h 156"/>
                <a:gd name="T22" fmla="*/ 201 w 109"/>
                <a:gd name="T23" fmla="*/ 206 h 156"/>
                <a:gd name="T24" fmla="*/ 186 w 109"/>
                <a:gd name="T25" fmla="*/ 202 h 156"/>
                <a:gd name="T26" fmla="*/ 174 w 109"/>
                <a:gd name="T27" fmla="*/ 201 h 156"/>
                <a:gd name="T28" fmla="*/ 160 w 109"/>
                <a:gd name="T29" fmla="*/ 197 h 156"/>
                <a:gd name="T30" fmla="*/ 142 w 109"/>
                <a:gd name="T31" fmla="*/ 191 h 156"/>
                <a:gd name="T32" fmla="*/ 125 w 109"/>
                <a:gd name="T33" fmla="*/ 183 h 156"/>
                <a:gd name="T34" fmla="*/ 114 w 109"/>
                <a:gd name="T35" fmla="*/ 166 h 156"/>
                <a:gd name="T36" fmla="*/ 114 w 109"/>
                <a:gd name="T37" fmla="*/ 146 h 156"/>
                <a:gd name="T38" fmla="*/ 120 w 109"/>
                <a:gd name="T39" fmla="*/ 126 h 156"/>
                <a:gd name="T40" fmla="*/ 126 w 109"/>
                <a:gd name="T41" fmla="*/ 105 h 156"/>
                <a:gd name="T42" fmla="*/ 120 w 109"/>
                <a:gd name="T43" fmla="*/ 81 h 156"/>
                <a:gd name="T44" fmla="*/ 103 w 109"/>
                <a:gd name="T45" fmla="*/ 56 h 156"/>
                <a:gd name="T46" fmla="*/ 68 w 109"/>
                <a:gd name="T47" fmla="*/ 31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89" name="Freeform 33"/>
            <p:cNvSpPr>
              <a:spLocks noChangeArrowheads="1"/>
            </p:cNvSpPr>
            <p:nvPr/>
          </p:nvSpPr>
          <p:spPr bwMode="auto">
            <a:xfrm rot="828663">
              <a:off x="271" y="3592"/>
              <a:ext cx="66" cy="43"/>
            </a:xfrm>
            <a:custGeom>
              <a:avLst/>
              <a:gdLst>
                <a:gd name="T0" fmla="*/ 0 w 54"/>
                <a:gd name="T1" fmla="*/ 0 h 40"/>
                <a:gd name="T2" fmla="*/ 1 w 54"/>
                <a:gd name="T3" fmla="*/ 1 h 40"/>
                <a:gd name="T4" fmla="*/ 13 w 54"/>
                <a:gd name="T5" fmla="*/ 3 h 40"/>
                <a:gd name="T6" fmla="*/ 29 w 54"/>
                <a:gd name="T7" fmla="*/ 12 h 40"/>
                <a:gd name="T8" fmla="*/ 48 w 54"/>
                <a:gd name="T9" fmla="*/ 16 h 40"/>
                <a:gd name="T10" fmla="*/ 65 w 54"/>
                <a:gd name="T11" fmla="*/ 19 h 40"/>
                <a:gd name="T12" fmla="*/ 83 w 54"/>
                <a:gd name="T13" fmla="*/ 22 h 40"/>
                <a:gd name="T14" fmla="*/ 101 w 54"/>
                <a:gd name="T15" fmla="*/ 24 h 40"/>
                <a:gd name="T16" fmla="*/ 121 w 54"/>
                <a:gd name="T17" fmla="*/ 20 h 40"/>
                <a:gd name="T18" fmla="*/ 119 w 54"/>
                <a:gd name="T19" fmla="*/ 33 h 40"/>
                <a:gd name="T20" fmla="*/ 112 w 54"/>
                <a:gd name="T21" fmla="*/ 44 h 40"/>
                <a:gd name="T22" fmla="*/ 99 w 54"/>
                <a:gd name="T23" fmla="*/ 51 h 40"/>
                <a:gd name="T24" fmla="*/ 82 w 54"/>
                <a:gd name="T25" fmla="*/ 53 h 40"/>
                <a:gd name="T26" fmla="*/ 62 w 54"/>
                <a:gd name="T27" fmla="*/ 52 h 40"/>
                <a:gd name="T28" fmla="*/ 42 w 54"/>
                <a:gd name="T29" fmla="*/ 43 h 40"/>
                <a:gd name="T30" fmla="*/ 22 w 54"/>
                <a:gd name="T31" fmla="*/ 28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0" name="Freeform 34"/>
            <p:cNvSpPr>
              <a:spLocks noChangeArrowheads="1"/>
            </p:cNvSpPr>
            <p:nvPr/>
          </p:nvSpPr>
          <p:spPr bwMode="auto">
            <a:xfrm>
              <a:off x="16"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1" name="Freeform 35"/>
            <p:cNvSpPr>
              <a:spLocks noChangeArrowheads="1"/>
            </p:cNvSpPr>
            <p:nvPr/>
          </p:nvSpPr>
          <p:spPr bwMode="auto">
            <a:xfrm>
              <a:off x="5"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2" name="Freeform 36"/>
            <p:cNvSpPr>
              <a:spLocks noChangeArrowheads="1"/>
            </p:cNvSpPr>
            <p:nvPr/>
          </p:nvSpPr>
          <p:spPr bwMode="auto">
            <a:xfrm>
              <a:off x="5"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3" name="Freeform 37"/>
            <p:cNvSpPr>
              <a:spLocks noChangeArrowheads="1"/>
            </p:cNvSpPr>
            <p:nvPr/>
          </p:nvSpPr>
          <p:spPr bwMode="auto">
            <a:xfrm>
              <a:off x="5"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4" name="Freeform 38"/>
            <p:cNvSpPr>
              <a:spLocks noChangeArrowheads="1"/>
            </p:cNvSpPr>
            <p:nvPr/>
          </p:nvSpPr>
          <p:spPr bwMode="auto">
            <a:xfrm rot="1584153">
              <a:off x="25" y="410"/>
              <a:ext cx="344" cy="245"/>
            </a:xfrm>
            <a:custGeom>
              <a:avLst/>
              <a:gdLst>
                <a:gd name="T0" fmla="*/ 0 w 257"/>
                <a:gd name="T1" fmla="*/ 0 h 237"/>
                <a:gd name="T2" fmla="*/ 0 w 257"/>
                <a:gd name="T3" fmla="*/ 29 h 237"/>
                <a:gd name="T4" fmla="*/ 9 w 257"/>
                <a:gd name="T5" fmla="*/ 58 h 237"/>
                <a:gd name="T6" fmla="*/ 20 w 257"/>
                <a:gd name="T7" fmla="*/ 87 h 237"/>
                <a:gd name="T8" fmla="*/ 36 w 257"/>
                <a:gd name="T9" fmla="*/ 112 h 237"/>
                <a:gd name="T10" fmla="*/ 58 w 257"/>
                <a:gd name="T11" fmla="*/ 135 h 237"/>
                <a:gd name="T12" fmla="*/ 86 w 257"/>
                <a:gd name="T13" fmla="*/ 161 h 237"/>
                <a:gd name="T14" fmla="*/ 122 w 257"/>
                <a:gd name="T15" fmla="*/ 184 h 237"/>
                <a:gd name="T16" fmla="*/ 163 w 257"/>
                <a:gd name="T17" fmla="*/ 203 h 237"/>
                <a:gd name="T18" fmla="*/ 216 w 257"/>
                <a:gd name="T19" fmla="*/ 222 h 237"/>
                <a:gd name="T20" fmla="*/ 276 w 257"/>
                <a:gd name="T21" fmla="*/ 237 h 237"/>
                <a:gd name="T22" fmla="*/ 340 w 257"/>
                <a:gd name="T23" fmla="*/ 250 h 237"/>
                <a:gd name="T24" fmla="*/ 419 w 257"/>
                <a:gd name="T25" fmla="*/ 261 h 237"/>
                <a:gd name="T26" fmla="*/ 505 w 257"/>
                <a:gd name="T27" fmla="*/ 267 h 237"/>
                <a:gd name="T28" fmla="*/ 604 w 257"/>
                <a:gd name="T29" fmla="*/ 271 h 237"/>
                <a:gd name="T30" fmla="*/ 705 w 257"/>
                <a:gd name="T31" fmla="*/ 270 h 237"/>
                <a:gd name="T32" fmla="*/ 825 w 257"/>
                <a:gd name="T33" fmla="*/ 265 h 237"/>
                <a:gd name="T34" fmla="*/ 720 w 257"/>
                <a:gd name="T35" fmla="*/ 259 h 237"/>
                <a:gd name="T36" fmla="*/ 625 w 257"/>
                <a:gd name="T37" fmla="*/ 251 h 237"/>
                <a:gd name="T38" fmla="*/ 546 w 257"/>
                <a:gd name="T39" fmla="*/ 242 h 237"/>
                <a:gd name="T40" fmla="*/ 475 w 257"/>
                <a:gd name="T41" fmla="*/ 233 h 237"/>
                <a:gd name="T42" fmla="*/ 411 w 257"/>
                <a:gd name="T43" fmla="*/ 221 h 237"/>
                <a:gd name="T44" fmla="*/ 360 w 257"/>
                <a:gd name="T45" fmla="*/ 208 h 237"/>
                <a:gd name="T46" fmla="*/ 312 w 257"/>
                <a:gd name="T47" fmla="*/ 193 h 237"/>
                <a:gd name="T48" fmla="*/ 269 w 257"/>
                <a:gd name="T49" fmla="*/ 177 h 237"/>
                <a:gd name="T50" fmla="*/ 229 w 257"/>
                <a:gd name="T51" fmla="*/ 161 h 237"/>
                <a:gd name="T52" fmla="*/ 197 w 257"/>
                <a:gd name="T53" fmla="*/ 142 h 237"/>
                <a:gd name="T54" fmla="*/ 169 w 257"/>
                <a:gd name="T55" fmla="*/ 123 h 237"/>
                <a:gd name="T56" fmla="*/ 139 w 257"/>
                <a:gd name="T57" fmla="*/ 100 h 237"/>
                <a:gd name="T58" fmla="*/ 106 w 257"/>
                <a:gd name="T59" fmla="*/ 78 h 237"/>
                <a:gd name="T60" fmla="*/ 74 w 257"/>
                <a:gd name="T61" fmla="*/ 55 h 237"/>
                <a:gd name="T62" fmla="*/ 37 w 257"/>
                <a:gd name="T63" fmla="*/ 28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5" name="Freeform 39"/>
            <p:cNvSpPr>
              <a:spLocks noChangeArrowheads="1"/>
            </p:cNvSpPr>
            <p:nvPr/>
          </p:nvSpPr>
          <p:spPr bwMode="auto">
            <a:xfrm rot="1584153">
              <a:off x="247" y="756"/>
              <a:ext cx="167" cy="115"/>
            </a:xfrm>
            <a:custGeom>
              <a:avLst/>
              <a:gdLst>
                <a:gd name="T0" fmla="*/ 255 w 124"/>
                <a:gd name="T1" fmla="*/ 0 h 110"/>
                <a:gd name="T2" fmla="*/ 408 w 124"/>
                <a:gd name="T3" fmla="*/ 129 h 110"/>
                <a:gd name="T4" fmla="*/ 396 w 124"/>
                <a:gd name="T5" fmla="*/ 128 h 110"/>
                <a:gd name="T6" fmla="*/ 352 w 124"/>
                <a:gd name="T7" fmla="*/ 125 h 110"/>
                <a:gd name="T8" fmla="*/ 294 w 124"/>
                <a:gd name="T9" fmla="*/ 121 h 110"/>
                <a:gd name="T10" fmla="*/ 225 w 124"/>
                <a:gd name="T11" fmla="*/ 119 h 110"/>
                <a:gd name="T12" fmla="*/ 148 w 124"/>
                <a:gd name="T13" fmla="*/ 116 h 110"/>
                <a:gd name="T14" fmla="*/ 84 w 124"/>
                <a:gd name="T15" fmla="*/ 117 h 110"/>
                <a:gd name="T16" fmla="*/ 30 w 124"/>
                <a:gd name="T17" fmla="*/ 122 h 110"/>
                <a:gd name="T18" fmla="*/ 0 w 124"/>
                <a:gd name="T19" fmla="*/ 131 h 110"/>
                <a:gd name="T20" fmla="*/ 12 w 124"/>
                <a:gd name="T21" fmla="*/ 117 h 110"/>
                <a:gd name="T22" fmla="*/ 27 w 124"/>
                <a:gd name="T23" fmla="*/ 106 h 110"/>
                <a:gd name="T24" fmla="*/ 54 w 124"/>
                <a:gd name="T25" fmla="*/ 98 h 110"/>
                <a:gd name="T26" fmla="*/ 84 w 124"/>
                <a:gd name="T27" fmla="*/ 91 h 110"/>
                <a:gd name="T28" fmla="*/ 119 w 124"/>
                <a:gd name="T29" fmla="*/ 86 h 110"/>
                <a:gd name="T30" fmla="*/ 154 w 124"/>
                <a:gd name="T31" fmla="*/ 85 h 110"/>
                <a:gd name="T32" fmla="*/ 193 w 124"/>
                <a:gd name="T33" fmla="*/ 85 h 110"/>
                <a:gd name="T34" fmla="*/ 237 w 124"/>
                <a:gd name="T35" fmla="*/ 89 h 110"/>
                <a:gd name="T36" fmla="*/ 240 w 124"/>
                <a:gd name="T37" fmla="*/ 85 h 110"/>
                <a:gd name="T38" fmla="*/ 230 w 124"/>
                <a:gd name="T39" fmla="*/ 68 h 110"/>
                <a:gd name="T40" fmla="*/ 220 w 124"/>
                <a:gd name="T41" fmla="*/ 46 h 110"/>
                <a:gd name="T42" fmla="*/ 215 w 124"/>
                <a:gd name="T43" fmla="*/ 35 h 110"/>
                <a:gd name="T44" fmla="*/ 207 w 124"/>
                <a:gd name="T45" fmla="*/ 35 h 110"/>
                <a:gd name="T46" fmla="*/ 199 w 124"/>
                <a:gd name="T47" fmla="*/ 33 h 110"/>
                <a:gd name="T48" fmla="*/ 193 w 124"/>
                <a:gd name="T49" fmla="*/ 30 h 110"/>
                <a:gd name="T50" fmla="*/ 189 w 124"/>
                <a:gd name="T51" fmla="*/ 27 h 110"/>
                <a:gd name="T52" fmla="*/ 189 w 124"/>
                <a:gd name="T53" fmla="*/ 23 h 110"/>
                <a:gd name="T54" fmla="*/ 193 w 124"/>
                <a:gd name="T55" fmla="*/ 18 h 110"/>
                <a:gd name="T56" fmla="*/ 218 w 124"/>
                <a:gd name="T57" fmla="*/ 8 h 110"/>
                <a:gd name="T58" fmla="*/ 255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6" name="Freeform 40"/>
            <p:cNvSpPr>
              <a:spLocks noChangeArrowheads="1"/>
            </p:cNvSpPr>
            <p:nvPr/>
          </p:nvSpPr>
          <p:spPr bwMode="auto">
            <a:xfrm rot="1584153">
              <a:off x="579" y="286"/>
              <a:ext cx="147" cy="160"/>
            </a:xfrm>
            <a:custGeom>
              <a:avLst/>
              <a:gdLst>
                <a:gd name="T0" fmla="*/ 0 w 109"/>
                <a:gd name="T1" fmla="*/ 0 h 156"/>
                <a:gd name="T2" fmla="*/ 16 w 109"/>
                <a:gd name="T3" fmla="*/ 1 h 156"/>
                <a:gd name="T4" fmla="*/ 58 w 109"/>
                <a:gd name="T5" fmla="*/ 5 h 156"/>
                <a:gd name="T6" fmla="*/ 121 w 109"/>
                <a:gd name="T7" fmla="*/ 12 h 156"/>
                <a:gd name="T8" fmla="*/ 192 w 109"/>
                <a:gd name="T9" fmla="*/ 28 h 156"/>
                <a:gd name="T10" fmla="*/ 259 w 109"/>
                <a:gd name="T11" fmla="*/ 48 h 156"/>
                <a:gd name="T12" fmla="*/ 317 w 109"/>
                <a:gd name="T13" fmla="*/ 79 h 156"/>
                <a:gd name="T14" fmla="*/ 353 w 109"/>
                <a:gd name="T15" fmla="*/ 120 h 156"/>
                <a:gd name="T16" fmla="*/ 360 w 109"/>
                <a:gd name="T17" fmla="*/ 172 h 156"/>
                <a:gd name="T18" fmla="*/ 349 w 109"/>
                <a:gd name="T19" fmla="*/ 172 h 156"/>
                <a:gd name="T20" fmla="*/ 329 w 109"/>
                <a:gd name="T21" fmla="*/ 172 h 156"/>
                <a:gd name="T22" fmla="*/ 307 w 109"/>
                <a:gd name="T23" fmla="*/ 172 h 156"/>
                <a:gd name="T24" fmla="*/ 287 w 109"/>
                <a:gd name="T25" fmla="*/ 170 h 156"/>
                <a:gd name="T26" fmla="*/ 267 w 109"/>
                <a:gd name="T27" fmla="*/ 169 h 156"/>
                <a:gd name="T28" fmla="*/ 245 w 109"/>
                <a:gd name="T29" fmla="*/ 166 h 156"/>
                <a:gd name="T30" fmla="*/ 218 w 109"/>
                <a:gd name="T31" fmla="*/ 161 h 156"/>
                <a:gd name="T32" fmla="*/ 192 w 109"/>
                <a:gd name="T33" fmla="*/ 155 h 156"/>
                <a:gd name="T34" fmla="*/ 174 w 109"/>
                <a:gd name="T35" fmla="*/ 138 h 156"/>
                <a:gd name="T36" fmla="*/ 174 w 109"/>
                <a:gd name="T37" fmla="*/ 123 h 156"/>
                <a:gd name="T38" fmla="*/ 186 w 109"/>
                <a:gd name="T39" fmla="*/ 107 h 156"/>
                <a:gd name="T40" fmla="*/ 197 w 109"/>
                <a:gd name="T41" fmla="*/ 88 h 156"/>
                <a:gd name="T42" fmla="*/ 186 w 109"/>
                <a:gd name="T43" fmla="*/ 70 h 156"/>
                <a:gd name="T44" fmla="*/ 160 w 109"/>
                <a:gd name="T45" fmla="*/ 47 h 156"/>
                <a:gd name="T46" fmla="*/ 104 w 109"/>
                <a:gd name="T47" fmla="*/ 27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7" name="Freeform 41"/>
            <p:cNvSpPr>
              <a:spLocks noChangeArrowheads="1"/>
            </p:cNvSpPr>
            <p:nvPr/>
          </p:nvSpPr>
          <p:spPr bwMode="auto">
            <a:xfrm rot="1584153">
              <a:off x="241" y="721"/>
              <a:ext cx="62" cy="97"/>
            </a:xfrm>
            <a:custGeom>
              <a:avLst/>
              <a:gdLst>
                <a:gd name="T0" fmla="*/ 104 w 46"/>
                <a:gd name="T1" fmla="*/ 0 h 94"/>
                <a:gd name="T2" fmla="*/ 66 w 46"/>
                <a:gd name="T3" fmla="*/ 42 h 94"/>
                <a:gd name="T4" fmla="*/ 49 w 46"/>
                <a:gd name="T5" fmla="*/ 70 h 94"/>
                <a:gd name="T6" fmla="*/ 36 w 46"/>
                <a:gd name="T7" fmla="*/ 91 h 94"/>
                <a:gd name="T8" fmla="*/ 0 w 46"/>
                <a:gd name="T9" fmla="*/ 106 h 94"/>
                <a:gd name="T10" fmla="*/ 40 w 46"/>
                <a:gd name="T11" fmla="*/ 100 h 94"/>
                <a:gd name="T12" fmla="*/ 77 w 46"/>
                <a:gd name="T13" fmla="*/ 92 h 94"/>
                <a:gd name="T14" fmla="*/ 105 w 46"/>
                <a:gd name="T15" fmla="*/ 77 h 94"/>
                <a:gd name="T16" fmla="*/ 132 w 46"/>
                <a:gd name="T17" fmla="*/ 65 h 94"/>
                <a:gd name="T18" fmla="*/ 150 w 46"/>
                <a:gd name="T19" fmla="*/ 49 h 94"/>
                <a:gd name="T20" fmla="*/ 152 w 46"/>
                <a:gd name="T21" fmla="*/ 34 h 94"/>
                <a:gd name="T22" fmla="*/ 140 w 46"/>
                <a:gd name="T23" fmla="*/ 15 h 94"/>
                <a:gd name="T24" fmla="*/ 104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8" name="Freeform 42"/>
            <p:cNvSpPr>
              <a:spLocks noChangeArrowheads="1"/>
            </p:cNvSpPr>
            <p:nvPr/>
          </p:nvSpPr>
          <p:spPr bwMode="auto">
            <a:xfrm rot="1584153">
              <a:off x="590" y="466"/>
              <a:ext cx="72" cy="41"/>
            </a:xfrm>
            <a:custGeom>
              <a:avLst/>
              <a:gdLst>
                <a:gd name="T0" fmla="*/ 0 w 54"/>
                <a:gd name="T1" fmla="*/ 0 h 40"/>
                <a:gd name="T2" fmla="*/ 1 w 54"/>
                <a:gd name="T3" fmla="*/ 1 h 40"/>
                <a:gd name="T4" fmla="*/ 20 w 54"/>
                <a:gd name="T5" fmla="*/ 3 h 40"/>
                <a:gd name="T6" fmla="*/ 41 w 54"/>
                <a:gd name="T7" fmla="*/ 8 h 40"/>
                <a:gd name="T8" fmla="*/ 65 w 54"/>
                <a:gd name="T9" fmla="*/ 12 h 40"/>
                <a:gd name="T10" fmla="*/ 92 w 54"/>
                <a:gd name="T11" fmla="*/ 15 h 40"/>
                <a:gd name="T12" fmla="*/ 121 w 54"/>
                <a:gd name="T13" fmla="*/ 17 h 40"/>
                <a:gd name="T14" fmla="*/ 144 w 54"/>
                <a:gd name="T15" fmla="*/ 18 h 40"/>
                <a:gd name="T16" fmla="*/ 171 w 54"/>
                <a:gd name="T17" fmla="*/ 16 h 40"/>
                <a:gd name="T18" fmla="*/ 169 w 54"/>
                <a:gd name="T19" fmla="*/ 29 h 40"/>
                <a:gd name="T20" fmla="*/ 159 w 54"/>
                <a:gd name="T21" fmla="*/ 37 h 40"/>
                <a:gd name="T22" fmla="*/ 140 w 54"/>
                <a:gd name="T23" fmla="*/ 42 h 40"/>
                <a:gd name="T24" fmla="*/ 116 w 54"/>
                <a:gd name="T25" fmla="*/ 44 h 40"/>
                <a:gd name="T26" fmla="*/ 87 w 54"/>
                <a:gd name="T27" fmla="*/ 43 h 40"/>
                <a:gd name="T28" fmla="*/ 59 w 54"/>
                <a:gd name="T29" fmla="*/ 36 h 40"/>
                <a:gd name="T30" fmla="*/ 31 w 54"/>
                <a:gd name="T31" fmla="*/ 24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99" name="Freeform 43"/>
            <p:cNvSpPr>
              <a:spLocks noChangeArrowheads="1"/>
            </p:cNvSpPr>
            <p:nvPr/>
          </p:nvSpPr>
          <p:spPr bwMode="auto">
            <a:xfrm>
              <a:off x="5"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00" name="Freeform 44"/>
            <p:cNvSpPr>
              <a:spLocks noChangeArrowheads="1"/>
            </p:cNvSpPr>
            <p:nvPr/>
          </p:nvSpPr>
          <p:spPr bwMode="auto">
            <a:xfrm rot="1584153">
              <a:off x="61" y="84"/>
              <a:ext cx="804" cy="686"/>
            </a:xfrm>
            <a:custGeom>
              <a:avLst/>
              <a:gdLst>
                <a:gd name="T0" fmla="*/ 54 w 596"/>
                <a:gd name="T1" fmla="*/ 416 h 666"/>
                <a:gd name="T2" fmla="*/ 20 w 596"/>
                <a:gd name="T3" fmla="*/ 384 h 666"/>
                <a:gd name="T4" fmla="*/ 0 w 596"/>
                <a:gd name="T5" fmla="*/ 325 h 666"/>
                <a:gd name="T6" fmla="*/ 12 w 596"/>
                <a:gd name="T7" fmla="*/ 250 h 666"/>
                <a:gd name="T8" fmla="*/ 84 w 596"/>
                <a:gd name="T9" fmla="*/ 171 h 666"/>
                <a:gd name="T10" fmla="*/ 228 w 596"/>
                <a:gd name="T11" fmla="*/ 96 h 666"/>
                <a:gd name="T12" fmla="*/ 471 w 596"/>
                <a:gd name="T13" fmla="*/ 35 h 666"/>
                <a:gd name="T14" fmla="*/ 817 w 596"/>
                <a:gd name="T15" fmla="*/ 2 h 666"/>
                <a:gd name="T16" fmla="*/ 1260 w 596"/>
                <a:gd name="T17" fmla="*/ 9 h 666"/>
                <a:gd name="T18" fmla="*/ 1603 w 596"/>
                <a:gd name="T19" fmla="*/ 76 h 666"/>
                <a:gd name="T20" fmla="*/ 1835 w 596"/>
                <a:gd name="T21" fmla="*/ 185 h 666"/>
                <a:gd name="T22" fmla="*/ 1956 w 596"/>
                <a:gd name="T23" fmla="*/ 320 h 666"/>
                <a:gd name="T24" fmla="*/ 1971 w 596"/>
                <a:gd name="T25" fmla="*/ 460 h 666"/>
                <a:gd name="T26" fmla="*/ 1876 w 596"/>
                <a:gd name="T27" fmla="*/ 591 h 666"/>
                <a:gd name="T28" fmla="*/ 1679 w 596"/>
                <a:gd name="T29" fmla="*/ 692 h 666"/>
                <a:gd name="T30" fmla="*/ 1381 w 596"/>
                <a:gd name="T31" fmla="*/ 747 h 666"/>
                <a:gd name="T32" fmla="*/ 1288 w 596"/>
                <a:gd name="T33" fmla="*/ 742 h 666"/>
                <a:gd name="T34" fmla="*/ 1461 w 596"/>
                <a:gd name="T35" fmla="*/ 695 h 666"/>
                <a:gd name="T36" fmla="*/ 1596 w 596"/>
                <a:gd name="T37" fmla="*/ 612 h 666"/>
                <a:gd name="T38" fmla="*/ 1688 w 596"/>
                <a:gd name="T39" fmla="*/ 511 h 666"/>
                <a:gd name="T40" fmla="*/ 1721 w 596"/>
                <a:gd name="T41" fmla="*/ 400 h 666"/>
                <a:gd name="T42" fmla="*/ 1701 w 596"/>
                <a:gd name="T43" fmla="*/ 290 h 666"/>
                <a:gd name="T44" fmla="*/ 1605 w 596"/>
                <a:gd name="T45" fmla="*/ 196 h 666"/>
                <a:gd name="T46" fmla="*/ 1434 w 596"/>
                <a:gd name="T47" fmla="*/ 126 h 666"/>
                <a:gd name="T48" fmla="*/ 1130 w 596"/>
                <a:gd name="T49" fmla="*/ 83 h 666"/>
                <a:gd name="T50" fmla="*/ 815 w 596"/>
                <a:gd name="T51" fmla="*/ 69 h 666"/>
                <a:gd name="T52" fmla="*/ 577 w 596"/>
                <a:gd name="T53" fmla="*/ 79 h 666"/>
                <a:gd name="T54" fmla="*/ 401 w 596"/>
                <a:gd name="T55" fmla="*/ 113 h 666"/>
                <a:gd name="T56" fmla="*/ 277 w 596"/>
                <a:gd name="T57" fmla="*/ 168 h 666"/>
                <a:gd name="T58" fmla="*/ 189 w 596"/>
                <a:gd name="T59" fmla="*/ 232 h 666"/>
                <a:gd name="T60" fmla="*/ 132 w 596"/>
                <a:gd name="T61" fmla="*/ 306 h 666"/>
                <a:gd name="T62" fmla="*/ 93 w 596"/>
                <a:gd name="T63" fmla="*/ 381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3075" name="Rectangle 45"/>
          <p:cNvSpPr>
            <a:spLocks noGrp="1" noChangeArrowheads="1"/>
          </p:cNvSpPr>
          <p:nvPr>
            <p:ph type="title" idx="4294967295"/>
          </p:nvPr>
        </p:nvSpPr>
        <p:spPr bwMode="auto">
          <a:xfrm>
            <a:off x="442913" y="103188"/>
            <a:ext cx="8243887"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sym typeface="Verdana" panose="020B0604030504040204" pitchFamily="34" charset="0"/>
              </a:rPr>
              <a:t>单击此处编辑母版标题样式</a:t>
            </a:r>
          </a:p>
        </p:txBody>
      </p:sp>
      <p:sp>
        <p:nvSpPr>
          <p:cNvPr id="3076" name="Rectangle 46"/>
          <p:cNvSpPr>
            <a:spLocks noGrp="1" noChangeArrowheads="1"/>
          </p:cNvSpPr>
          <p:nvPr>
            <p:ph type="body" idx="9"/>
          </p:nvPr>
        </p:nvSpPr>
        <p:spPr bwMode="auto">
          <a:xfrm>
            <a:off x="457200" y="1600200"/>
            <a:ext cx="82296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sym typeface="Verdana" panose="020B0604030504040204" pitchFamily="34" charset="0"/>
              </a:rPr>
              <a:t>单击此处编辑母版文本样式</a:t>
            </a:r>
          </a:p>
          <a:p>
            <a:pPr lvl="1"/>
            <a:r>
              <a:rPr lang="zh-CN" altLang="en-US">
                <a:sym typeface="Verdana" panose="020B0604030504040204" pitchFamily="34" charset="0"/>
              </a:rPr>
              <a:t>第二级</a:t>
            </a:r>
          </a:p>
          <a:p>
            <a:pPr lvl="2"/>
            <a:r>
              <a:rPr lang="zh-CN" altLang="en-US">
                <a:sym typeface="Verdana" panose="020B0604030504040204" pitchFamily="34" charset="0"/>
              </a:rPr>
              <a:t>第三级</a:t>
            </a:r>
          </a:p>
          <a:p>
            <a:pPr lvl="3"/>
            <a:r>
              <a:rPr lang="zh-CN" altLang="en-US">
                <a:sym typeface="Verdana" panose="020B0604030504040204" pitchFamily="34" charset="0"/>
              </a:rPr>
              <a:t>第四级</a:t>
            </a:r>
          </a:p>
          <a:p>
            <a:pPr lvl="4"/>
            <a:r>
              <a:rPr lang="zh-CN" altLang="en-US">
                <a:sym typeface="Verdana" panose="020B0604030504040204" pitchFamily="34" charset="0"/>
              </a:rPr>
              <a:t>第五级</a:t>
            </a:r>
          </a:p>
        </p:txBody>
      </p:sp>
      <p:sp>
        <p:nvSpPr>
          <p:cNvPr id="1071" name="Rectangle 47"/>
          <p:cNvSpPr>
            <a:spLocks noGrp="1"/>
          </p:cNvSpPr>
          <p:nvPr>
            <p:ph type="dt" sz="half" idx="2"/>
          </p:nvPr>
        </p:nvSpPr>
        <p:spPr>
          <a:xfrm>
            <a:off x="457200" y="6243638"/>
            <a:ext cx="2133600" cy="457200"/>
          </a:xfrm>
          <a:prstGeom prst="rect">
            <a:avLst/>
          </a:prstGeom>
          <a:noFill/>
          <a:ln w="9525">
            <a:noFill/>
          </a:ln>
        </p:spPr>
        <p:txBody>
          <a:bodyPr vert="horz" wrap="square" anchor="t"/>
          <a:lstStyle>
            <a:lvl1pPr algn="l" eaLnBrk="1" hangingPunct="1">
              <a:buFont typeface="Arial" panose="020B0604020202020204" pitchFamily="34" charset="0"/>
              <a:buNone/>
              <a:defRPr sz="1400" b="0" noProof="1">
                <a:solidFill>
                  <a:srgbClr val="006699"/>
                </a:solidFill>
                <a:latin typeface="Verdana" panose="020B0604030504040204" pitchFamily="34" charset="0"/>
                <a:ea typeface="宋体" panose="02010600030101010101" pitchFamily="2" charset="-122"/>
                <a:sym typeface="Verdana" panose="020B0604030504040204" pitchFamily="34" charset="0"/>
              </a:defRPr>
            </a:lvl1pPr>
          </a:lstStyle>
          <a:p>
            <a:pPr>
              <a:defRPr/>
            </a:pPr>
            <a:endParaRPr/>
          </a:p>
        </p:txBody>
      </p:sp>
      <p:sp>
        <p:nvSpPr>
          <p:cNvPr id="1072" name="Rectangle 48"/>
          <p:cNvSpPr>
            <a:spLocks noGrp="1"/>
          </p:cNvSpPr>
          <p:nvPr>
            <p:ph type="ftr" sz="quarter" idx="3"/>
          </p:nvPr>
        </p:nvSpPr>
        <p:spPr>
          <a:xfrm>
            <a:off x="3124200" y="6248400"/>
            <a:ext cx="2895600" cy="457200"/>
          </a:xfrm>
          <a:prstGeom prst="rect">
            <a:avLst/>
          </a:prstGeom>
          <a:noFill/>
          <a:ln w="9525">
            <a:noFill/>
          </a:ln>
        </p:spPr>
        <p:txBody>
          <a:bodyPr vert="horz" wrap="square" anchor="t"/>
          <a:lstStyle>
            <a:lvl1pPr algn="ctr" eaLnBrk="1" hangingPunct="1">
              <a:buFont typeface="Arial" panose="020B0604020202020204" pitchFamily="34" charset="0"/>
              <a:buNone/>
              <a:defRPr sz="1400" b="0" noProof="1">
                <a:solidFill>
                  <a:srgbClr val="006699"/>
                </a:solidFill>
                <a:latin typeface="Verdana" panose="020B0604030504040204" pitchFamily="34" charset="0"/>
                <a:ea typeface="宋体" panose="02010600030101010101" pitchFamily="2" charset="-122"/>
                <a:sym typeface="Verdana" panose="020B0604030504040204" pitchFamily="34" charset="0"/>
              </a:defRPr>
            </a:lvl1pPr>
          </a:lstStyle>
          <a:p>
            <a:pPr>
              <a:defRPr/>
            </a:pPr>
            <a:endParaRPr/>
          </a:p>
        </p:txBody>
      </p:sp>
      <p:sp>
        <p:nvSpPr>
          <p:cNvPr id="1073" name="Rectangle 49"/>
          <p:cNvSpPr>
            <a:spLocks noGrp="1"/>
          </p:cNvSpPr>
          <p:nvPr>
            <p:ph type="sldNum" sz="quarter" idx="4"/>
          </p:nvPr>
        </p:nvSpPr>
        <p:spPr>
          <a:xfrm>
            <a:off x="6553200" y="6243638"/>
            <a:ext cx="2133600" cy="457200"/>
          </a:xfrm>
          <a:prstGeom prst="rect">
            <a:avLst/>
          </a:prstGeom>
          <a:noFill/>
          <a:ln w="9525">
            <a:noFill/>
          </a:ln>
        </p:spPr>
        <p:txBody>
          <a:bodyPr vert="horz" wrap="square" lIns="91440" tIns="45720" rIns="91440" bIns="45720" numCol="1" anchor="t" anchorCtr="0" compatLnSpc="1"/>
          <a:lstStyle>
            <a:lvl1pPr algn="r" eaLnBrk="1" hangingPunct="1">
              <a:buFont typeface="Arial" panose="020B0604020202020204" pitchFamily="34" charset="0"/>
              <a:buNone/>
              <a:defRPr sz="1400" noProof="1" smtClean="0">
                <a:solidFill>
                  <a:srgbClr val="006699"/>
                </a:solidFill>
                <a:latin typeface="Verdana" panose="020B0604030504040204" pitchFamily="34" charset="0"/>
                <a:sym typeface="Verdana" panose="020B0604030504040204" pitchFamily="34" charset="0"/>
              </a:defRPr>
            </a:lvl1pPr>
          </a:lstStyle>
          <a:p>
            <a:pPr>
              <a:defRPr/>
            </a:pPr>
            <a:fld id="{E41DC000-EEDF-45A4-958E-653144822780}" type="slidenum">
              <a:rPr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lnSpc>
          <a:spcPct val="90000"/>
        </a:lnSpc>
        <a:spcBef>
          <a:spcPct val="0"/>
        </a:spcBef>
        <a:spcAft>
          <a:spcPct val="0"/>
        </a:spcAft>
        <a:buFont typeface="Arial" panose="020B0604020202020204" pitchFamily="34" charset="0"/>
        <a:defRPr sz="4400" kern="1200">
          <a:solidFill>
            <a:schemeClr val="tx2"/>
          </a:solidFill>
          <a:latin typeface="+mj-lt"/>
          <a:ea typeface="+mj-ea"/>
          <a:cs typeface="+mj-cs"/>
          <a:sym typeface="Verdana" panose="020B0604030504040204" pitchFamily="34" charset="0"/>
        </a:defRPr>
      </a:lvl1pPr>
      <a:lvl2pPr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2pPr>
      <a:lvl3pPr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3pPr>
      <a:lvl4pPr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4pPr>
      <a:lvl5pPr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5pPr>
      <a:lvl6pPr marL="457200"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6pPr>
      <a:lvl7pPr marL="914400"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7pPr>
      <a:lvl8pPr marL="1371600"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8pPr>
      <a:lvl9pPr marL="1828800" algn="ctr" rtl="0" eaLnBrk="0" fontAlgn="base" hangingPunct="0">
        <a:lnSpc>
          <a:spcPct val="90000"/>
        </a:lnSpc>
        <a:spcBef>
          <a:spcPct val="0"/>
        </a:spcBef>
        <a:spcAft>
          <a:spcPct val="0"/>
        </a:spcAft>
        <a:buFont typeface="Arial" panose="020B0604020202020204" pitchFamily="34" charset="0"/>
        <a:defRPr sz="4400">
          <a:solidFill>
            <a:schemeClr val="tx2"/>
          </a:solidFill>
          <a:latin typeface="Verdana" panose="020B0604030504040204" pitchFamily="34" charset="0"/>
          <a:ea typeface="宋体" panose="02010600030101010101" pitchFamily="2" charset="-122"/>
          <a:sym typeface="Verdana" panose="020B0604030504040204"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Verdana" panose="020B0604030504040204" pitchFamily="34" charset="0"/>
        </a:defRPr>
      </a:lvl1pPr>
      <a:lvl2pPr marL="742950" lvl="1" indent="-285750" algn="l" defTabSz="0" rtl="0" eaLnBrk="0" fontAlgn="base" hangingPunct="0">
        <a:spcBef>
          <a:spcPct val="20000"/>
        </a:spcBef>
        <a:spcAft>
          <a:spcPct val="0"/>
        </a:spcAft>
        <a:buFont typeface="Arial" panose="020B0604020202020204" pitchFamily="34" charset="0"/>
        <a:buChar char="–"/>
        <a:defRPr sz="28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2pPr>
      <a:lvl3pPr marL="1143000" lvl="2" indent="-228600" algn="l" defTabSz="0" rtl="0" eaLnBrk="0" fontAlgn="base" hangingPunct="0">
        <a:spcBef>
          <a:spcPct val="20000"/>
        </a:spcBef>
        <a:spcAft>
          <a:spcPct val="0"/>
        </a:spcAft>
        <a:buFont typeface="Arial" panose="020B0604020202020204" pitchFamily="34" charset="0"/>
        <a:buChar char="•"/>
        <a:defRPr sz="24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3pPr>
      <a:lvl4pPr marL="1600200" lvl="3" indent="-228600" algn="l" defTabSz="0" rtl="0" eaLnBrk="0" fontAlgn="base" hangingPunct="0">
        <a:spcBef>
          <a:spcPct val="20000"/>
        </a:spcBef>
        <a:spcAft>
          <a:spcPct val="0"/>
        </a:spcAft>
        <a:buFont typeface="Arial" panose="020B0604020202020204" pitchFamily="34" charset="0"/>
        <a:buChar char="–"/>
        <a:defRPr sz="20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4pPr>
      <a:lvl5pPr marL="2057400" lvl="4" indent="-228600" algn="l" defTabSz="0" rtl="0" eaLnBrk="0" fontAlgn="base" hangingPunct="0">
        <a:spcBef>
          <a:spcPct val="20000"/>
        </a:spcBef>
        <a:spcAft>
          <a:spcPct val="0"/>
        </a:spcAft>
        <a:buFont typeface="Arial" panose="020B0604020202020204" pitchFamily="34" charset="0"/>
        <a:buChar char="»"/>
        <a:defRPr sz="20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5pPr>
      <a:lvl6pPr marL="2514600" lvl="5"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6pPr>
      <a:lvl7pPr marL="2971800" lvl="6"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7pPr>
      <a:lvl8pPr marL="3429000" lvl="7"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8pPr>
      <a:lvl9pPr marL="3886200" lvl="8"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cs typeface="+mn-cs"/>
          <a:sym typeface="Verdana" panose="020B0604030504040204" pitchFamily="34" charset="0"/>
        </a:defRPr>
      </a:lvl9pPr>
    </p:bodyStyle>
    <p:otherStyle>
      <a:lvl1pPr lvl="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1pPr>
      <a:lvl2pPr marL="457200" lvl="1"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dt" sz="half" idx="2"/>
          </p:nvPr>
        </p:nvSpPr>
        <p:spPr>
          <a:xfrm>
            <a:off x="593725" y="6629400"/>
            <a:ext cx="1463675" cy="219075"/>
          </a:xfrm>
          <a:prstGeom prst="rect">
            <a:avLst/>
          </a:prstGeom>
          <a:noFill/>
          <a:ln w="9525">
            <a:noFill/>
          </a:ln>
        </p:spPr>
        <p:txBody>
          <a:bodyPr vert="horz" wrap="square" anchor="b"/>
          <a:lstStyle>
            <a:lvl1pPr eaLnBrk="0" hangingPunct="0">
              <a:buFont typeface="Arial" panose="020B0604020202020204" pitchFamily="34" charset="0"/>
              <a:buNone/>
              <a:defRPr sz="900" noProof="1">
                <a:solidFill>
                  <a:srgbClr val="848589"/>
                </a:solidFill>
                <a:latin typeface="Futura Bk" charset="0"/>
                <a:sym typeface="Futura Bk" charset="0"/>
              </a:defRPr>
            </a:lvl1pPr>
          </a:lstStyle>
          <a:p>
            <a:pPr>
              <a:defRPr/>
            </a:pPr>
            <a:endParaRPr lang="zh-CN" altLang="en-US"/>
          </a:p>
        </p:txBody>
      </p:sp>
      <p:sp>
        <p:nvSpPr>
          <p:cNvPr id="2051" name="Rectangle 3"/>
          <p:cNvSpPr>
            <a:spLocks noGrp="1"/>
          </p:cNvSpPr>
          <p:nvPr>
            <p:ph type="sldNum" sz="quarter" idx="4"/>
          </p:nvPr>
        </p:nvSpPr>
        <p:spPr>
          <a:xfrm>
            <a:off x="8229600" y="6629400"/>
            <a:ext cx="762000" cy="219075"/>
          </a:xfrm>
          <a:prstGeom prst="rect">
            <a:avLst/>
          </a:prstGeom>
          <a:noFill/>
          <a:ln w="9525">
            <a:noFill/>
          </a:ln>
        </p:spPr>
        <p:txBody>
          <a:bodyPr vert="horz" wrap="square" lIns="91440" tIns="45720" rIns="91440" bIns="45720" numCol="1" anchor="b" anchorCtr="0" compatLnSpc="1"/>
          <a:lstStyle>
            <a:lvl1pPr algn="r">
              <a:buFont typeface="Arial" panose="020B0604020202020204" pitchFamily="34" charset="0"/>
              <a:buNone/>
              <a:defRPr sz="900" noProof="1" smtClean="0">
                <a:solidFill>
                  <a:srgbClr val="848589"/>
                </a:solidFill>
                <a:latin typeface="Futura Bk" charset="0"/>
                <a:sym typeface="Futura Bk" charset="0"/>
              </a:defRPr>
            </a:lvl1pPr>
          </a:lstStyle>
          <a:p>
            <a:pPr>
              <a:defRPr/>
            </a:pPr>
            <a:fld id="{812F5EB7-C17C-4E3C-865F-BFA3EFE2EABA}" type="slidenum">
              <a:rPr altLang="en-US"/>
              <a:t>‹#›</a:t>
            </a:fld>
            <a:endParaRPr lang="zh-CN" altLang="en-US"/>
          </a:p>
        </p:txBody>
      </p:sp>
      <p:sp>
        <p:nvSpPr>
          <p:cNvPr id="2052" name="Rectangle 4"/>
          <p:cNvSpPr>
            <a:spLocks noChangeArrowheads="1"/>
          </p:cNvSpPr>
          <p:nvPr/>
        </p:nvSpPr>
        <p:spPr bwMode="auto">
          <a:xfrm>
            <a:off x="0" y="1171575"/>
            <a:ext cx="257175" cy="5686425"/>
          </a:xfrm>
          <a:prstGeom prst="rect">
            <a:avLst/>
          </a:prstGeom>
          <a:solidFill>
            <a:srgbClr val="0071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defRPr/>
            </a:pPr>
            <a:endParaRPr lang="zh-CN" altLang="zh-CN" sz="3600">
              <a:solidFill>
                <a:srgbClr val="000000"/>
              </a:solidFill>
              <a:latin typeface="Futura Bk" charset="0"/>
              <a:sym typeface="Futura Bk" charset="0"/>
            </a:endParaRPr>
          </a:p>
        </p:txBody>
      </p:sp>
      <p:sp>
        <p:nvSpPr>
          <p:cNvPr id="2053" name="Rectangle 5"/>
          <p:cNvSpPr>
            <a:spLocks noChangeArrowheads="1"/>
          </p:cNvSpPr>
          <p:nvPr/>
        </p:nvSpPr>
        <p:spPr bwMode="auto">
          <a:xfrm>
            <a:off x="0" y="0"/>
            <a:ext cx="257175" cy="1114425"/>
          </a:xfrm>
          <a:prstGeom prst="rect">
            <a:avLst/>
          </a:prstGeom>
          <a:solidFill>
            <a:srgbClr val="0071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defRPr/>
            </a:pPr>
            <a:endParaRPr lang="zh-CN" altLang="zh-CN" sz="3600">
              <a:solidFill>
                <a:srgbClr val="000000"/>
              </a:solidFill>
              <a:latin typeface="Futura Bk" charset="0"/>
              <a:sym typeface="Futura Bk" charset="0"/>
            </a:endParaRPr>
          </a:p>
        </p:txBody>
      </p:sp>
      <p:sp>
        <p:nvSpPr>
          <p:cNvPr id="4102" name="Rectangle 6"/>
          <p:cNvSpPr>
            <a:spLocks noGrp="1" noChangeArrowheads="1"/>
          </p:cNvSpPr>
          <p:nvPr>
            <p:ph type="title" idx="4294967295"/>
          </p:nvPr>
        </p:nvSpPr>
        <p:spPr bwMode="auto">
          <a:xfrm>
            <a:off x="428625" y="114300"/>
            <a:ext cx="76295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zh-CN">
                <a:sym typeface="Futura Bk" charset="0"/>
              </a:rPr>
              <a:t>Click to edit Master title style</a:t>
            </a:r>
          </a:p>
        </p:txBody>
      </p:sp>
      <p:sp>
        <p:nvSpPr>
          <p:cNvPr id="4103" name="Rectangle 7"/>
          <p:cNvSpPr>
            <a:spLocks noGrp="1" noChangeArrowheads="1"/>
          </p:cNvSpPr>
          <p:nvPr>
            <p:ph type="body" idx="9"/>
          </p:nvPr>
        </p:nvSpPr>
        <p:spPr bwMode="auto">
          <a:xfrm>
            <a:off x="400050" y="1447800"/>
            <a:ext cx="8272463"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sym typeface="Futura Bk" charset="0"/>
              </a:rPr>
              <a:t>Click to edit Master text styles</a:t>
            </a:r>
          </a:p>
          <a:p>
            <a:pPr lvl="1"/>
            <a:r>
              <a:rPr lang="en-US" altLang="zh-CN">
                <a:sym typeface="Futura Bk" charset="0"/>
              </a:rPr>
              <a:t>Second level</a:t>
            </a:r>
          </a:p>
          <a:p>
            <a:pPr lvl="2"/>
            <a:r>
              <a:rPr lang="en-US" altLang="zh-CN">
                <a:sym typeface="Futura Bk" charset="0"/>
              </a:rPr>
              <a:t>Third level</a:t>
            </a:r>
          </a:p>
          <a:p>
            <a:pPr lvl="3"/>
            <a:r>
              <a:rPr lang="en-US" altLang="zh-CN">
                <a:sym typeface="Futura Bk" charset="0"/>
              </a:rPr>
              <a:t>Fourth level</a:t>
            </a:r>
          </a:p>
          <a:p>
            <a:pPr lvl="4"/>
            <a:r>
              <a:rPr lang="en-US" altLang="zh-CN">
                <a:sym typeface="Futura Bk" charset="0"/>
              </a:rPr>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0" fontAlgn="base" hangingPunct="0">
        <a:lnSpc>
          <a:spcPct val="90000"/>
        </a:lnSpc>
        <a:spcBef>
          <a:spcPct val="0"/>
        </a:spcBef>
        <a:spcAft>
          <a:spcPct val="0"/>
        </a:spcAft>
        <a:buFont typeface="Arial" panose="020B0604020202020204" pitchFamily="34" charset="0"/>
        <a:defRPr sz="3600" kern="1200">
          <a:solidFill>
            <a:schemeClr val="tx2"/>
          </a:solidFill>
          <a:latin typeface="+mj-lt"/>
          <a:ea typeface="+mj-ea"/>
          <a:cs typeface="+mj-cs"/>
          <a:sym typeface="Futura Bk" charset="0"/>
        </a:defRPr>
      </a:lvl1pPr>
      <a:lvl2pPr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2pPr>
      <a:lvl3pPr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3pPr>
      <a:lvl4pPr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4pPr>
      <a:lvl5pPr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5pPr>
      <a:lvl6pPr marL="457200"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6pPr>
      <a:lvl7pPr marL="914400"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7pPr>
      <a:lvl8pPr marL="1371600"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8pPr>
      <a:lvl9pPr marL="1828800" algn="l" rtl="0" eaLnBrk="0" fontAlgn="base" hangingPunct="0">
        <a:lnSpc>
          <a:spcPct val="90000"/>
        </a:lnSpc>
        <a:spcBef>
          <a:spcPct val="0"/>
        </a:spcBef>
        <a:spcAft>
          <a:spcPct val="0"/>
        </a:spcAft>
        <a:buFont typeface="Arial" panose="020B0604020202020204" pitchFamily="34" charset="0"/>
        <a:defRPr sz="3600">
          <a:solidFill>
            <a:schemeClr val="tx2"/>
          </a:solidFill>
          <a:latin typeface="Futura Bk" charset="0"/>
          <a:ea typeface="宋体" panose="02010600030101010101" pitchFamily="2" charset="-122"/>
          <a:sym typeface="Futura Bk" charset="0"/>
        </a:defRPr>
      </a:lvl9pPr>
    </p:titleStyle>
    <p:bodyStyle>
      <a:lvl1pPr marL="228600" indent="-228600" algn="l" defTabSz="0" rtl="0" eaLnBrk="0" fontAlgn="base" hangingPunct="0">
        <a:lnSpc>
          <a:spcPct val="90000"/>
        </a:lnSpc>
        <a:spcBef>
          <a:spcPct val="30000"/>
        </a:spcBef>
        <a:spcAft>
          <a:spcPct val="10000"/>
        </a:spcAft>
        <a:buClr>
          <a:srgbClr val="B2B3B5"/>
        </a:buClr>
        <a:buSzPct val="75000"/>
        <a:buFont typeface="Arial" panose="020B0604020202020204" pitchFamily="34" charset="0"/>
        <a:buChar char="•"/>
        <a:defRPr sz="2800" kern="1200">
          <a:solidFill>
            <a:schemeClr val="tx1"/>
          </a:solidFill>
          <a:latin typeface="+mn-lt"/>
          <a:ea typeface="+mn-ea"/>
          <a:cs typeface="+mn-cs"/>
          <a:sym typeface="Futura Bk" charset="0"/>
        </a:defRPr>
      </a:lvl1pPr>
      <a:lvl2pPr marL="571500" lvl="1" indent="-228600" algn="l" defTabSz="0" rtl="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400" kern="1200">
          <a:solidFill>
            <a:schemeClr val="tx1"/>
          </a:solidFill>
          <a:latin typeface="Futura Bk" charset="0"/>
          <a:ea typeface="宋体" panose="02010600030101010101" pitchFamily="2" charset="-122"/>
          <a:cs typeface="+mn-cs"/>
          <a:sym typeface="Futura Bk" charset="0"/>
        </a:defRPr>
      </a:lvl2pPr>
      <a:lvl3pPr marL="914400" lvl="2" indent="-228600" algn="l" defTabSz="0" rtl="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kern="1200">
          <a:solidFill>
            <a:schemeClr val="tx1"/>
          </a:solidFill>
          <a:latin typeface="Futura Bk" charset="0"/>
          <a:ea typeface="宋体" panose="02010600030101010101" pitchFamily="2" charset="-122"/>
          <a:cs typeface="+mn-cs"/>
          <a:sym typeface="Futura Bk" charset="0"/>
        </a:defRPr>
      </a:lvl3pPr>
      <a:lvl4pPr marL="1257300" lvl="3" indent="-228600" algn="l" defTabSz="0" rtl="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kern="1200">
          <a:solidFill>
            <a:schemeClr val="tx1"/>
          </a:solidFill>
          <a:latin typeface="Futura Bk" charset="0"/>
          <a:ea typeface="宋体" panose="02010600030101010101" pitchFamily="2" charset="-122"/>
          <a:cs typeface="+mn-cs"/>
          <a:sym typeface="Futura Bk" charset="0"/>
        </a:defRPr>
      </a:lvl4pPr>
      <a:lvl5pPr marL="1600200" lvl="4" indent="-228600" algn="l" defTabSz="0" rtl="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kern="1200">
          <a:solidFill>
            <a:schemeClr val="tx1"/>
          </a:solidFill>
          <a:latin typeface="Futura Bk" charset="0"/>
          <a:ea typeface="宋体" panose="02010600030101010101" pitchFamily="2" charset="-122"/>
          <a:cs typeface="+mn-cs"/>
          <a:sym typeface="Futura Bk" charset="0"/>
        </a:defRPr>
      </a:lvl5pPr>
      <a:lvl6pPr marL="2514600" lvl="5" indent="-228600" algn="l" defTabSz="0" eaLnBrk="0" fontAlgn="base" latinLnBrk="0" hangingPunct="0">
        <a:lnSpc>
          <a:spcPct val="90000"/>
        </a:lnSpc>
        <a:spcBef>
          <a:spcPct val="10000"/>
        </a:spcBef>
        <a:spcAft>
          <a:spcPct val="10000"/>
        </a:spcAft>
        <a:buClr>
          <a:srgbClr val="B2B3B5"/>
        </a:buClr>
        <a:buSzPct val="75000"/>
        <a:buFont typeface="Arial" panose="020B0604020202020204" pitchFamily="34" charset="0"/>
        <a:buChar char="•"/>
        <a:defRPr sz="2000" kern="1200">
          <a:solidFill>
            <a:schemeClr val="tx1"/>
          </a:solidFill>
          <a:latin typeface="Futura Bk" charset="0"/>
          <a:ea typeface="宋体" panose="02010600030101010101" pitchFamily="2" charset="-122"/>
          <a:cs typeface="+mn-cs"/>
          <a:sym typeface="Futura Bk" charset="0"/>
        </a:defRPr>
      </a:lvl6pPr>
      <a:lvl7pPr marL="2971800" lvl="6" indent="-228600" algn="l" defTabSz="0" eaLnBrk="0" fontAlgn="base" latinLnBrk="0" hangingPunct="0">
        <a:lnSpc>
          <a:spcPct val="90000"/>
        </a:lnSpc>
        <a:spcBef>
          <a:spcPct val="10000"/>
        </a:spcBef>
        <a:spcAft>
          <a:spcPct val="10000"/>
        </a:spcAft>
        <a:buClr>
          <a:srgbClr val="B2B3B5"/>
        </a:buClr>
        <a:buSzPct val="75000"/>
        <a:buFont typeface="Arial" panose="020B0604020202020204" pitchFamily="34" charset="0"/>
        <a:buChar char="•"/>
        <a:defRPr sz="2000" kern="1200">
          <a:solidFill>
            <a:schemeClr val="tx1"/>
          </a:solidFill>
          <a:latin typeface="Futura Bk" charset="0"/>
          <a:ea typeface="宋体" panose="02010600030101010101" pitchFamily="2" charset="-122"/>
          <a:cs typeface="+mn-cs"/>
          <a:sym typeface="Futura Bk" charset="0"/>
        </a:defRPr>
      </a:lvl7pPr>
      <a:lvl8pPr marL="3429000" lvl="7" indent="-228600" algn="l" defTabSz="0" eaLnBrk="0" fontAlgn="base" latinLnBrk="0" hangingPunct="0">
        <a:lnSpc>
          <a:spcPct val="90000"/>
        </a:lnSpc>
        <a:spcBef>
          <a:spcPct val="10000"/>
        </a:spcBef>
        <a:spcAft>
          <a:spcPct val="10000"/>
        </a:spcAft>
        <a:buClr>
          <a:srgbClr val="B2B3B5"/>
        </a:buClr>
        <a:buSzPct val="75000"/>
        <a:buFont typeface="Arial" panose="020B0604020202020204" pitchFamily="34" charset="0"/>
        <a:buChar char="•"/>
        <a:defRPr sz="2000" kern="1200">
          <a:solidFill>
            <a:schemeClr val="tx1"/>
          </a:solidFill>
          <a:latin typeface="Futura Bk" charset="0"/>
          <a:ea typeface="宋体" panose="02010600030101010101" pitchFamily="2" charset="-122"/>
          <a:cs typeface="+mn-cs"/>
          <a:sym typeface="Futura Bk" charset="0"/>
        </a:defRPr>
      </a:lvl8pPr>
      <a:lvl9pPr marL="3886200" lvl="8" indent="-228600" algn="l" defTabSz="0" eaLnBrk="0" fontAlgn="base" latinLnBrk="0" hangingPunct="0">
        <a:lnSpc>
          <a:spcPct val="90000"/>
        </a:lnSpc>
        <a:spcBef>
          <a:spcPct val="10000"/>
        </a:spcBef>
        <a:spcAft>
          <a:spcPct val="10000"/>
        </a:spcAft>
        <a:buClr>
          <a:srgbClr val="B2B3B5"/>
        </a:buClr>
        <a:buSzPct val="75000"/>
        <a:buFont typeface="Arial" panose="020B0604020202020204" pitchFamily="34" charset="0"/>
        <a:buChar char="•"/>
        <a:defRPr sz="2000" kern="1200">
          <a:solidFill>
            <a:schemeClr val="tx1"/>
          </a:solidFill>
          <a:latin typeface="Futura Bk" charset="0"/>
          <a:ea typeface="宋体" panose="02010600030101010101" pitchFamily="2" charset="-122"/>
          <a:cs typeface="+mn-cs"/>
          <a:sym typeface="Futura Bk" charset="0"/>
        </a:defRPr>
      </a:lvl9pPr>
    </p:bodyStyle>
    <p:otherStyle>
      <a:lvl1pPr lvl="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1pPr>
      <a:lvl2pPr marL="457200" lvl="1"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fontAlgn="base">
        <a:lnSpc>
          <a:spcPct val="100000"/>
        </a:lnSpc>
        <a:spcBef>
          <a:spcPct val="0"/>
        </a:spcBef>
        <a:spcAft>
          <a:spcPct val="0"/>
        </a:spcAft>
        <a:buFont typeface="Arial" panose="020B0604020202020204" pitchFamily="34" charset="0"/>
        <a:defRPr sz="1800" kern="1200" baseline="0">
          <a:solidFill>
            <a:schemeClr val="tx1"/>
          </a:solidFill>
          <a:latin typeface="Calibri" panose="020F050202020403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mailto:hustfyb@hust.edu.cn"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34.xml"/><Relationship Id="rId7" Type="http://schemas.openxmlformats.org/officeDocument/2006/relationships/slide" Target="slide5.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62.xml"/><Relationship Id="rId5" Type="http://schemas.openxmlformats.org/officeDocument/2006/relationships/slide" Target="slide54.xml"/><Relationship Id="rId4" Type="http://schemas.openxmlformats.org/officeDocument/2006/relationships/slide" Target="slide48.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oleObject" Target="../embeddings/oleObject1.bin"/><Relationship Id="rId4" Type="http://schemas.openxmlformats.org/officeDocument/2006/relationships/audio" Target="../media/audio1.wav"/></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10" Type="http://schemas.openxmlformats.org/officeDocument/2006/relationships/image" Target="../media/image14.jpeg"/><Relationship Id="rId4" Type="http://schemas.openxmlformats.org/officeDocument/2006/relationships/image" Target="../media/image8.jpeg"/><Relationship Id="rId9"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20.xml"/><Relationship Id="rId1" Type="http://schemas.openxmlformats.org/officeDocument/2006/relationships/slideLayout" Target="../slideLayouts/slideLayout1.xml"/><Relationship Id="rId4" Type="http://schemas.openxmlformats.org/officeDocument/2006/relationships/slide" Target="slide2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slide" Target="slide51.xml"/><Relationship Id="rId5" Type="http://schemas.openxmlformats.org/officeDocument/2006/relationships/slide" Target="slide20.xml"/><Relationship Id="rId4" Type="http://schemas.openxmlformats.org/officeDocument/2006/relationships/slide" Target="slide4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1.xml"/><Relationship Id="rId4" Type="http://schemas.openxmlformats.org/officeDocument/2006/relationships/image" Target="NUL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image" Target="../media/image29.jpeg"/><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8" Type="http://schemas.openxmlformats.org/officeDocument/2006/relationships/image" Target="../media/image38.jpeg"/><Relationship Id="rId13" Type="http://schemas.openxmlformats.org/officeDocument/2006/relationships/image" Target="../media/image42.png"/><Relationship Id="rId3" Type="http://schemas.openxmlformats.org/officeDocument/2006/relationships/hyperlink" Target="http://www8.ccidnet.com/DIY/apply/2001/06/06/68_6160.html" TargetMode="External"/><Relationship Id="rId7" Type="http://schemas.openxmlformats.org/officeDocument/2006/relationships/hyperlink" Target="http://www.yesky.com/Hardware/72653559404953600/20030305/1655305.shtml" TargetMode="External"/><Relationship Id="rId12" Type="http://schemas.openxmlformats.org/officeDocument/2006/relationships/image" Target="../media/image41.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0.png"/><Relationship Id="rId5" Type="http://schemas.openxmlformats.org/officeDocument/2006/relationships/hyperlink" Target="http://www.cxdz.com/jp_sb_5.htm" TargetMode="External"/><Relationship Id="rId10" Type="http://schemas.openxmlformats.org/officeDocument/2006/relationships/image" Target="../media/image39.png"/><Relationship Id="rId4" Type="http://schemas.openxmlformats.org/officeDocument/2006/relationships/image" Target="../media/image36.jpeg"/><Relationship Id="rId9" Type="http://schemas.openxmlformats.org/officeDocument/2006/relationships/hyperlink" Target="http://www.fuxun.net/" TargetMode="External"/><Relationship Id="rId14" Type="http://schemas.openxmlformats.org/officeDocument/2006/relationships/image" Target="../media/image43.jpeg"/></Relationships>
</file>

<file path=ppt/slides/_rels/slide3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1.xml"/><Relationship Id="rId4" Type="http://schemas.openxmlformats.org/officeDocument/2006/relationships/image" Target="../media/image4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9.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50.wmf"/></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slide" Target="slide2.xml"/><Relationship Id="rId7" Type="http://schemas.openxmlformats.org/officeDocument/2006/relationships/audio" Target="../media/audio2.wav"/><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slide" Target="slide21.xml"/><Relationship Id="rId5" Type="http://schemas.openxmlformats.org/officeDocument/2006/relationships/slide" Target="slide3.xml"/><Relationship Id="rId10" Type="http://schemas.openxmlformats.org/officeDocument/2006/relationships/slide" Target="slide55.xml"/><Relationship Id="rId4" Type="http://schemas.openxmlformats.org/officeDocument/2006/relationships/slide" Target="slide62.xml"/><Relationship Id="rId9" Type="http://schemas.openxmlformats.org/officeDocument/2006/relationships/slide" Target="slide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slide" Target="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slide" Target="slide3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56.png"/><Relationship Id="rId5" Type="http://schemas.openxmlformats.org/officeDocument/2006/relationships/oleObject" Target="../embeddings/oleObject5.bin"/><Relationship Id="rId4" Type="http://schemas.openxmlformats.org/officeDocument/2006/relationships/image" Target="../media/image55.png"/></Relationships>
</file>

<file path=ppt/slides/_rels/slide66.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60.wmf"/><Relationship Id="rId5" Type="http://schemas.openxmlformats.org/officeDocument/2006/relationships/image" Target="../media/image59.GIF"/><Relationship Id="rId4" Type="http://schemas.openxmlformats.org/officeDocument/2006/relationships/image" Target="NULL"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61.GIF"/><Relationship Id="rId1" Type="http://schemas.openxmlformats.org/officeDocument/2006/relationships/slideLayout" Target="../slideLayouts/slideLayout7.xml"/><Relationship Id="rId5" Type="http://schemas.openxmlformats.org/officeDocument/2006/relationships/image" Target="../media/image63.wmf"/><Relationship Id="rId4" Type="http://schemas.openxmlformats.org/officeDocument/2006/relationships/image" Target="../media/image62.GI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bwMode="auto">
      <p:bgPr>
        <a:solidFill>
          <a:schemeClr val="tx1"/>
        </a:solidFill>
        <a:effectLst/>
      </p:bgPr>
    </p:bg>
    <p:spTree>
      <p:nvGrpSpPr>
        <p:cNvPr id="1" name=""/>
        <p:cNvGrpSpPr/>
        <p:nvPr/>
      </p:nvGrpSpPr>
      <p:grpSpPr>
        <a:xfrm>
          <a:off x="0" y="0"/>
          <a:ext cx="0" cy="0"/>
          <a:chOff x="0" y="0"/>
          <a:chExt cx="0" cy="0"/>
        </a:xfrm>
      </p:grpSpPr>
      <p:pic>
        <p:nvPicPr>
          <p:cNvPr id="5122" name="Picture 2" descr="G233203032003"/>
          <p:cNvPicPr>
            <a:picLocks noChangeAspect="1" noChangeArrowheads="1"/>
          </p:cNvPicPr>
          <p:nvPr/>
        </p:nvPicPr>
        <p:blipFill>
          <a:blip r:embed="rId4">
            <a:extLst>
              <a:ext uri="{28A0092B-C50C-407E-A947-70E740481C1C}">
                <a14:useLocalDpi xmlns:a14="http://schemas.microsoft.com/office/drawing/2010/main" val="0"/>
              </a:ext>
            </a:extLst>
          </a:blip>
          <a:srcRect l="32758" r="4535"/>
          <a:stretch>
            <a:fillRect/>
          </a:stretch>
        </p:blipFill>
        <p:spPr bwMode="auto">
          <a:xfrm>
            <a:off x="6410325" y="0"/>
            <a:ext cx="27336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2"/>
          <p:cNvSpPr>
            <a:spLocks noGrp="1" noChangeArrowheads="1"/>
          </p:cNvSpPr>
          <p:nvPr>
            <p:ph type="ctrTitle"/>
          </p:nvPr>
        </p:nvSpPr>
        <p:spPr>
          <a:xfrm>
            <a:off x="276225" y="2913063"/>
            <a:ext cx="5651500" cy="690562"/>
          </a:xfrm>
        </p:spPr>
        <p:txBody>
          <a:bodyPr/>
          <a:lstStyle/>
          <a:p>
            <a:pPr eaLnBrk="1" hangingPunct="1"/>
            <a:r>
              <a:rPr lang="zh-CN" altLang="en-US" sz="3600" b="1">
                <a:solidFill>
                  <a:schemeClr val="tx1"/>
                </a:solidFill>
                <a:latin typeface="Futura Lt" pitchFamily="2" charset="0"/>
                <a:sym typeface="Futura Lt" pitchFamily="2" charset="0"/>
              </a:rPr>
              <a:t>大学计算机基础</a:t>
            </a:r>
            <a:r>
              <a:rPr lang="zh-CN" altLang="en-US" sz="3600">
                <a:solidFill>
                  <a:schemeClr val="tx1"/>
                </a:solidFill>
                <a:latin typeface="Futura Lt" pitchFamily="2" charset="0"/>
                <a:sym typeface="Futura Lt" pitchFamily="2" charset="0"/>
              </a:rPr>
              <a:t> </a:t>
            </a:r>
            <a:endParaRPr lang="zh-CN" altLang="en-US" sz="3600">
              <a:solidFill>
                <a:schemeClr val="tx1"/>
              </a:solidFill>
              <a:latin typeface="Futura Hv" pitchFamily="2" charset="0"/>
              <a:ea typeface="黑体" panose="02010609060101010101" pitchFamily="49" charset="-122"/>
              <a:sym typeface="Futura Hv" pitchFamily="2" charset="0"/>
            </a:endParaRPr>
          </a:p>
        </p:txBody>
      </p:sp>
      <p:sp>
        <p:nvSpPr>
          <p:cNvPr id="5124" name="Rectangle 7"/>
          <p:cNvSpPr>
            <a:spLocks noGrp="1" noChangeArrowheads="1"/>
          </p:cNvSpPr>
          <p:nvPr>
            <p:ph type="subTitle" idx="1"/>
          </p:nvPr>
        </p:nvSpPr>
        <p:spPr>
          <a:xfrm>
            <a:off x="433388" y="5372100"/>
            <a:ext cx="4570412" cy="914400"/>
          </a:xfrm>
        </p:spPr>
        <p:txBody>
          <a:bodyPr/>
          <a:lstStyle/>
          <a:p>
            <a:pPr algn="l" eaLnBrk="1" hangingPunct="1">
              <a:lnSpc>
                <a:spcPct val="100000"/>
              </a:lnSpc>
              <a:spcBef>
                <a:spcPct val="10000"/>
              </a:spcBef>
            </a:pPr>
            <a:endParaRPr lang="zh-CN" altLang="zh-CN" sz="2000">
              <a:solidFill>
                <a:srgbClr val="000000"/>
              </a:solidFill>
              <a:latin typeface="Futura Hv" pitchFamily="2" charset="0"/>
              <a:sym typeface="Futura Hv" pitchFamily="2" charset="0"/>
            </a:endParaRPr>
          </a:p>
        </p:txBody>
      </p:sp>
      <p:sp>
        <p:nvSpPr>
          <p:cNvPr id="5125" name="Rectangle 8"/>
          <p:cNvSpPr>
            <a:spLocks noChangeArrowheads="1"/>
          </p:cNvSpPr>
          <p:nvPr/>
        </p:nvSpPr>
        <p:spPr bwMode="auto">
          <a:xfrm>
            <a:off x="0" y="0"/>
            <a:ext cx="6429375" cy="6858000"/>
          </a:xfrm>
          <a:prstGeom prst="rect">
            <a:avLst/>
          </a:prstGeom>
          <a:solidFill>
            <a:schemeClr val="accent1"/>
          </a:solidFill>
          <a:ln w="9525">
            <a:solidFill>
              <a:srgbClr val="0071B5"/>
            </a:solidFill>
            <a:miter lim="800000"/>
          </a:ln>
        </p:spPr>
        <p:txBody>
          <a:bodyPr wrap="none" anchor="ctr"/>
          <a:lstStyle>
            <a:lvl1pPr>
              <a:lnSpc>
                <a:spcPct val="90000"/>
              </a:lnSpc>
              <a:spcBef>
                <a:spcPct val="30000"/>
              </a:spcBef>
              <a:spcAft>
                <a:spcPct val="10000"/>
              </a:spcAft>
              <a:buClr>
                <a:srgbClr val="B2B3B5"/>
              </a:buClr>
              <a:buSzPct val="75000"/>
              <a:buFont typeface="Arial" panose="020B0604020202020204" pitchFamily="34" charset="0"/>
              <a:buChar char="•"/>
              <a:defRPr sz="2800">
                <a:solidFill>
                  <a:schemeClr val="tx1"/>
                </a:solidFill>
                <a:latin typeface="Futura Bk" charset="0"/>
                <a:ea typeface="宋体" panose="02010600030101010101" pitchFamily="2" charset="-122"/>
                <a:sym typeface="Futura Bk" charset="0"/>
              </a:defRPr>
            </a:lvl1pPr>
            <a:lvl2pPr marL="742950" indent="-285750">
              <a:lnSpc>
                <a:spcPct val="90000"/>
              </a:lnSpc>
              <a:spcBef>
                <a:spcPct val="10000"/>
              </a:spcBef>
              <a:spcAft>
                <a:spcPct val="10000"/>
              </a:spcAft>
              <a:buClr>
                <a:srgbClr val="B2B3B5"/>
              </a:buClr>
              <a:buSzPct val="75000"/>
              <a:buFont typeface="Arial" panose="020B0604020202020204" pitchFamily="34" charset="0"/>
              <a:buChar char="−"/>
              <a:defRPr sz="2400">
                <a:solidFill>
                  <a:schemeClr val="tx1"/>
                </a:solidFill>
                <a:latin typeface="Futura Bk" charset="0"/>
                <a:ea typeface="宋体" panose="02010600030101010101" pitchFamily="2" charset="-122"/>
                <a:sym typeface="Futura Bk" charset="0"/>
              </a:defRPr>
            </a:lvl2pPr>
            <a:lvl3pPr marL="11430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3pPr>
            <a:lvl4pPr marL="16002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4pPr>
            <a:lvl5pPr marL="20574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5pPr>
            <a:lvl6pPr marL="25146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6pPr>
            <a:lvl7pPr marL="29718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7pPr>
            <a:lvl8pPr marL="34290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8pPr>
            <a:lvl9pPr marL="38862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5400" b="1">
              <a:solidFill>
                <a:srgbClr val="FFFFFF"/>
              </a:solidFill>
              <a:ea typeface="华文楷体" panose="02010600040101010101" pitchFamily="2" charset="-122"/>
            </a:endParaRPr>
          </a:p>
        </p:txBody>
      </p:sp>
      <p:sp>
        <p:nvSpPr>
          <p:cNvPr id="5126" name="Rectangle 10"/>
          <p:cNvSpPr>
            <a:spLocks noChangeArrowheads="1"/>
          </p:cNvSpPr>
          <p:nvPr/>
        </p:nvSpPr>
        <p:spPr bwMode="auto">
          <a:xfrm>
            <a:off x="1098562" y="1756684"/>
            <a:ext cx="4232249"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0000"/>
              </a:spcBef>
              <a:spcAft>
                <a:spcPct val="10000"/>
              </a:spcAft>
              <a:buClr>
                <a:srgbClr val="B2B3B5"/>
              </a:buClr>
              <a:buSzPct val="75000"/>
              <a:buFont typeface="Arial" panose="020B0604020202020204" pitchFamily="34" charset="0"/>
              <a:buChar char="•"/>
              <a:defRPr sz="2800">
                <a:solidFill>
                  <a:schemeClr val="tx1"/>
                </a:solidFill>
                <a:latin typeface="Futura Bk" charset="0"/>
                <a:ea typeface="宋体" panose="02010600030101010101" pitchFamily="2" charset="-122"/>
                <a:sym typeface="Futura Bk" charset="0"/>
              </a:defRPr>
            </a:lvl1pPr>
            <a:lvl2pPr marL="742950" indent="-285750">
              <a:lnSpc>
                <a:spcPct val="90000"/>
              </a:lnSpc>
              <a:spcBef>
                <a:spcPct val="10000"/>
              </a:spcBef>
              <a:spcAft>
                <a:spcPct val="10000"/>
              </a:spcAft>
              <a:buClr>
                <a:srgbClr val="B2B3B5"/>
              </a:buClr>
              <a:buSzPct val="75000"/>
              <a:buFont typeface="Arial" panose="020B0604020202020204" pitchFamily="34" charset="0"/>
              <a:buChar char="−"/>
              <a:defRPr sz="2400">
                <a:solidFill>
                  <a:schemeClr val="tx1"/>
                </a:solidFill>
                <a:latin typeface="Futura Bk" charset="0"/>
                <a:ea typeface="宋体" panose="02010600030101010101" pitchFamily="2" charset="-122"/>
                <a:sym typeface="Futura Bk" charset="0"/>
              </a:defRPr>
            </a:lvl2pPr>
            <a:lvl3pPr marL="11430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3pPr>
            <a:lvl4pPr marL="16002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4pPr>
            <a:lvl5pPr marL="20574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5pPr>
            <a:lvl6pPr marL="25146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6pPr>
            <a:lvl7pPr marL="29718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7pPr>
            <a:lvl8pPr marL="34290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8pPr>
            <a:lvl9pPr marL="38862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9pPr>
          </a:lstStyle>
          <a:p>
            <a:pPr eaLnBrk="1" hangingPunct="1">
              <a:lnSpc>
                <a:spcPct val="100000"/>
              </a:lnSpc>
              <a:spcBef>
                <a:spcPct val="0"/>
              </a:spcBef>
              <a:spcAft>
                <a:spcPct val="0"/>
              </a:spcAft>
              <a:buClrTx/>
              <a:buSzTx/>
              <a:buFont typeface="Arial" panose="020B0604020202020204" pitchFamily="34" charset="0"/>
              <a:buNone/>
            </a:pPr>
            <a:r>
              <a:rPr lang="zh-CN" altLang="en-US" sz="6300" b="1" dirty="0">
                <a:solidFill>
                  <a:srgbClr val="FFFFFF"/>
                </a:solidFill>
                <a:ea typeface="华文楷体" panose="02010600040101010101" pitchFamily="2" charset="-122"/>
              </a:rPr>
              <a:t>新生实践课</a:t>
            </a:r>
            <a:endParaRPr lang="zh-CN" altLang="en-US" sz="1800" dirty="0">
              <a:latin typeface="Calibri" panose="020F0502020204030204" pitchFamily="34" charset="0"/>
            </a:endParaRPr>
          </a:p>
        </p:txBody>
      </p:sp>
      <p:sp>
        <p:nvSpPr>
          <p:cNvPr id="5127" name="Text Box 11"/>
          <p:cNvSpPr>
            <a:spLocks noChangeArrowheads="1"/>
          </p:cNvSpPr>
          <p:nvPr/>
        </p:nvSpPr>
        <p:spPr bwMode="auto">
          <a:xfrm>
            <a:off x="1433513" y="4910138"/>
            <a:ext cx="3570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0000"/>
              </a:spcBef>
              <a:spcAft>
                <a:spcPct val="10000"/>
              </a:spcAft>
              <a:buClr>
                <a:srgbClr val="B2B3B5"/>
              </a:buClr>
              <a:buSzPct val="75000"/>
              <a:buFont typeface="Arial" panose="020B0604020202020204" pitchFamily="34" charset="0"/>
              <a:buChar char="•"/>
              <a:defRPr sz="2800">
                <a:solidFill>
                  <a:schemeClr val="tx1"/>
                </a:solidFill>
                <a:latin typeface="Futura Bk" charset="0"/>
                <a:ea typeface="宋体" panose="02010600030101010101" pitchFamily="2" charset="-122"/>
                <a:sym typeface="Futura Bk" charset="0"/>
              </a:defRPr>
            </a:lvl1pPr>
            <a:lvl2pPr marL="742950" indent="-285750">
              <a:lnSpc>
                <a:spcPct val="90000"/>
              </a:lnSpc>
              <a:spcBef>
                <a:spcPct val="10000"/>
              </a:spcBef>
              <a:spcAft>
                <a:spcPct val="10000"/>
              </a:spcAft>
              <a:buClr>
                <a:srgbClr val="B2B3B5"/>
              </a:buClr>
              <a:buSzPct val="75000"/>
              <a:buFont typeface="Arial" panose="020B0604020202020204" pitchFamily="34" charset="0"/>
              <a:buChar char="−"/>
              <a:defRPr sz="2400">
                <a:solidFill>
                  <a:schemeClr val="tx1"/>
                </a:solidFill>
                <a:latin typeface="Futura Bk" charset="0"/>
                <a:ea typeface="宋体" panose="02010600030101010101" pitchFamily="2" charset="-122"/>
                <a:sym typeface="Futura Bk" charset="0"/>
              </a:defRPr>
            </a:lvl2pPr>
            <a:lvl3pPr marL="11430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3pPr>
            <a:lvl4pPr marL="16002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4pPr>
            <a:lvl5pPr marL="2057400" indent="-22860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5pPr>
            <a:lvl6pPr marL="25146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6pPr>
            <a:lvl7pPr marL="29718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7pPr>
            <a:lvl8pPr marL="34290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8pPr>
            <a:lvl9pPr marL="3886200" indent="-228600" eaLnBrk="0" fontAlgn="base" hangingPunct="0">
              <a:lnSpc>
                <a:spcPct val="90000"/>
              </a:lnSpc>
              <a:spcBef>
                <a:spcPct val="10000"/>
              </a:spcBef>
              <a:spcAft>
                <a:spcPct val="10000"/>
              </a:spcAft>
              <a:buClr>
                <a:srgbClr val="B2B3B5"/>
              </a:buClr>
              <a:buSzPct val="75000"/>
              <a:buFont typeface="Arial" panose="020B0604020202020204" pitchFamily="34" charset="0"/>
              <a:buChar char="•"/>
              <a:defRPr sz="2000">
                <a:solidFill>
                  <a:schemeClr val="tx1"/>
                </a:solidFill>
                <a:latin typeface="Futura Bk" charset="0"/>
                <a:ea typeface="宋体" panose="02010600030101010101" pitchFamily="2" charset="-122"/>
                <a:sym typeface="Futura Bk" charset="0"/>
              </a:defRPr>
            </a:lvl9pPr>
          </a:lstStyle>
          <a:p>
            <a:pPr eaLnBrk="1" hangingPunct="1">
              <a:lnSpc>
                <a:spcPct val="100000"/>
              </a:lnSpc>
              <a:spcBef>
                <a:spcPct val="0"/>
              </a:spcBef>
              <a:spcAft>
                <a:spcPct val="0"/>
              </a:spcAft>
              <a:buClrTx/>
              <a:buSzTx/>
              <a:buFont typeface="Arial" panose="020B0604020202020204" pitchFamily="34" charset="0"/>
              <a:buNone/>
            </a:pPr>
            <a:r>
              <a:rPr lang="zh-CN" altLang="en-US" sz="2400" b="1">
                <a:solidFill>
                  <a:srgbClr val="000000"/>
                </a:solidFill>
                <a:ea typeface="华文新魏" panose="02010800040101010101" pitchFamily="2" charset="-122"/>
              </a:rPr>
              <a:t>华中科技大学计算机学院</a:t>
            </a:r>
            <a:endParaRPr lang="zh-CN" altLang="en-US" sz="1800">
              <a:latin typeface="Calibri" panose="020F0502020204030204" pitchFamily="34" charset="0"/>
            </a:endParaRPr>
          </a:p>
        </p:txBody>
      </p:sp>
    </p:spTree>
  </p:cSld>
  <p:clrMapOvr>
    <a:overrideClrMapping bg1="lt1" tx1="dk1" bg2="lt2" tx2="dk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39750" y="260350"/>
            <a:ext cx="8001000" cy="720725"/>
          </a:xfrm>
        </p:spPr>
        <p:txBody>
          <a:bodyPr lIns="92075" tIns="46038" rIns="92075" bIns="46038" anchor="ctr"/>
          <a:lstStyle/>
          <a:p>
            <a:r>
              <a:rPr lang="zh-CN" altLang="en-US" sz="4400" dirty="0">
                <a:latin typeface="华文行楷" panose="02010800040101010101" pitchFamily="2" charset="-122"/>
                <a:ea typeface="华文行楷" panose="02010800040101010101" pitchFamily="2" charset="-122"/>
                <a:sym typeface="华文行楷" panose="02010800040101010101" pitchFamily="2" charset="-122"/>
              </a:rPr>
              <a:t>课程教学目标</a:t>
            </a:r>
            <a:endParaRPr lang="zh-CN" altLang="en-US" sz="4400" dirty="0"/>
          </a:p>
        </p:txBody>
      </p:sp>
      <p:sp>
        <p:nvSpPr>
          <p:cNvPr id="7171" name="内容占位符 2"/>
          <p:cNvSpPr txBox="1"/>
          <p:nvPr/>
        </p:nvSpPr>
        <p:spPr bwMode="auto">
          <a:xfrm>
            <a:off x="0" y="1412875"/>
            <a:ext cx="9144000" cy="273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342900" indent="-285750" defTabSz="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685800" indent="-228600" defTabSz="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028700" indent="-228600" defTabSz="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1371600" indent="-228600" defTabSz="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18288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2860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27432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2004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buFont typeface="Wingdings" panose="05000000000000000000" pitchFamily="2" charset="2"/>
              <a:buChar char="u"/>
            </a:pPr>
            <a:r>
              <a:rPr lang="zh-CN" altLang="zh-CN" sz="2600" b="1" dirty="0"/>
              <a:t>了解冯诺依曼结构</a:t>
            </a:r>
            <a:r>
              <a:rPr lang="zh-CN" altLang="en-US" sz="2600" b="1" dirty="0"/>
              <a:t>，</a:t>
            </a:r>
            <a:r>
              <a:rPr lang="zh-CN" altLang="zh-CN" sz="2600" b="1" dirty="0"/>
              <a:t>了解计算机系统的组成</a:t>
            </a:r>
            <a:endParaRPr lang="en-US" altLang="zh-CN" sz="2600" b="1" dirty="0"/>
          </a:p>
          <a:p>
            <a:pPr>
              <a:buFont typeface="Wingdings" panose="05000000000000000000" pitchFamily="2" charset="2"/>
              <a:buChar char="u"/>
            </a:pPr>
            <a:r>
              <a:rPr lang="zh-CN" altLang="en-US" sz="2600" b="1" dirty="0"/>
              <a:t>熟悉</a:t>
            </a:r>
            <a:r>
              <a:rPr lang="en-US" altLang="zh-CN" sz="2600" b="1" dirty="0"/>
              <a:t>Windows</a:t>
            </a:r>
            <a:r>
              <a:rPr lang="zh-CN" altLang="zh-CN" sz="2600" b="1" dirty="0"/>
              <a:t>、</a:t>
            </a:r>
            <a:r>
              <a:rPr lang="en-US" altLang="zh-CN" sz="2600" b="1" dirty="0"/>
              <a:t>Office</a:t>
            </a:r>
            <a:r>
              <a:rPr lang="zh-CN" altLang="en-US" sz="2600" b="1" dirty="0"/>
              <a:t>系列软件</a:t>
            </a:r>
            <a:r>
              <a:rPr lang="zh-CN" altLang="zh-CN" sz="2600" b="1" dirty="0"/>
              <a:t>、</a:t>
            </a:r>
            <a:r>
              <a:rPr lang="en-US" altLang="zh-CN" sz="2600" b="1" dirty="0"/>
              <a:t>Latex</a:t>
            </a:r>
            <a:r>
              <a:rPr lang="zh-CN" altLang="en-US" sz="2600" b="1" dirty="0"/>
              <a:t>、</a:t>
            </a:r>
            <a:r>
              <a:rPr lang="en-US" altLang="zh-CN" sz="2600" b="1" dirty="0"/>
              <a:t>Python</a:t>
            </a:r>
            <a:r>
              <a:rPr lang="zh-CN" altLang="en-US" sz="2600" b="1" dirty="0"/>
              <a:t>、</a:t>
            </a:r>
            <a:r>
              <a:rPr lang="en-US" altLang="zh-CN" sz="2600" b="1" dirty="0"/>
              <a:t>Photoshop </a:t>
            </a:r>
            <a:r>
              <a:rPr lang="zh-CN" altLang="en-US" sz="2600" b="1" dirty="0"/>
              <a:t>、</a:t>
            </a:r>
            <a:r>
              <a:rPr lang="en-US" altLang="zh-CN" sz="2600" b="1" dirty="0" err="1"/>
              <a:t>Git</a:t>
            </a:r>
            <a:r>
              <a:rPr lang="zh-CN" altLang="en-US" sz="2600" b="1" dirty="0"/>
              <a:t>、</a:t>
            </a:r>
            <a:r>
              <a:rPr lang="en-US" altLang="zh-CN" sz="2600" b="1" dirty="0" err="1"/>
              <a:t>DreamWeaver</a:t>
            </a:r>
            <a:r>
              <a:rPr lang="zh-CN" altLang="zh-CN" sz="2600" b="1" dirty="0"/>
              <a:t>等常用软件的使用方法，为</a:t>
            </a:r>
            <a:r>
              <a:rPr lang="zh-CN" altLang="en-US" sz="2600" b="1" dirty="0"/>
              <a:t>本科阶段</a:t>
            </a:r>
            <a:r>
              <a:rPr lang="zh-CN" altLang="zh-CN" sz="2600" b="1" dirty="0"/>
              <a:t>的</a:t>
            </a:r>
            <a:r>
              <a:rPr lang="zh-CN" altLang="en-US" sz="2600" b="1" dirty="0"/>
              <a:t>学习</a:t>
            </a:r>
            <a:r>
              <a:rPr lang="zh-CN" altLang="zh-CN" sz="2600" b="1" dirty="0"/>
              <a:t>打基础</a:t>
            </a:r>
            <a:endParaRPr lang="en-US" altLang="zh-CN" sz="2600" b="1" dirty="0"/>
          </a:p>
          <a:p>
            <a:pPr>
              <a:buFont typeface="Wingdings" panose="05000000000000000000" pitchFamily="2" charset="2"/>
              <a:buChar char="u"/>
            </a:pPr>
            <a:r>
              <a:rPr lang="zh-CN" altLang="en-US" sz="2600" b="1" dirty="0"/>
              <a:t>通过</a:t>
            </a:r>
            <a:r>
              <a:rPr lang="zh-CN" altLang="zh-CN" sz="2600" b="1" dirty="0"/>
              <a:t>课程</a:t>
            </a:r>
            <a:r>
              <a:rPr lang="zh-CN" altLang="en-US" sz="2600" b="1" dirty="0"/>
              <a:t>大型</a:t>
            </a:r>
            <a:r>
              <a:rPr lang="zh-CN" altLang="zh-CN" sz="2600" b="1" dirty="0"/>
              <a:t>作业，熟悉</a:t>
            </a:r>
            <a:r>
              <a:rPr lang="zh-CN" altLang="en-US" sz="2600" b="1" dirty="0"/>
              <a:t>系统</a:t>
            </a:r>
            <a:r>
              <a:rPr lang="zh-CN" altLang="zh-CN" sz="2600" b="1" dirty="0"/>
              <a:t>设计方法，提升工程实践能力、团队协作精神、交流与沟通能力</a:t>
            </a:r>
            <a:r>
              <a:rPr lang="zh-CN" altLang="en-US" sz="2600" b="1" dirty="0"/>
              <a:t>、自主学习能力</a:t>
            </a:r>
            <a:endParaRPr lang="en-US" altLang="zh-CN" sz="2600" b="1" dirty="0"/>
          </a:p>
        </p:txBody>
      </p:sp>
      <p:sp>
        <p:nvSpPr>
          <p:cNvPr id="6" name="标题 3"/>
          <p:cNvSpPr txBox="1">
            <a:spLocks noChangeArrowheads="1"/>
          </p:cNvSpPr>
          <p:nvPr/>
        </p:nvSpPr>
        <p:spPr bwMode="auto">
          <a:xfrm>
            <a:off x="542925" y="5229225"/>
            <a:ext cx="7772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spAutoFit/>
          </a:bodyPr>
          <a:lstStyle>
            <a:lvl1pPr algn="r" rtl="0" eaLnBrk="0" fontAlgn="base" hangingPunct="0">
              <a:spcBef>
                <a:spcPct val="20000"/>
              </a:spcBef>
              <a:spcAft>
                <a:spcPct val="0"/>
              </a:spcAft>
              <a:buClr>
                <a:schemeClr val="tx2"/>
              </a:buClr>
              <a:buChar char="•"/>
              <a:defRPr kumimoji="1" sz="3200" i="1">
                <a:solidFill>
                  <a:schemeClr val="tx1"/>
                </a:solidFill>
                <a:latin typeface="Times New Roman" panose="02020603050405020304" pitchFamily="18" charset="0"/>
                <a:ea typeface="宋体" panose="02010600030101010101" pitchFamily="2" charset="-122"/>
                <a:cs typeface="+mj-cs"/>
              </a:defRPr>
            </a:lvl1pPr>
            <a:lvl2pPr marL="742950" indent="-285750" algn="r" rtl="0" eaLnBrk="0" fontAlgn="base" hangingPunct="0">
              <a:spcBef>
                <a:spcPct val="20000"/>
              </a:spcBef>
              <a:spcAft>
                <a:spcPct val="0"/>
              </a:spcAft>
              <a:buClr>
                <a:schemeClr val="tx2"/>
              </a:buClr>
              <a:buChar char="–"/>
              <a:defRPr kumimoji="1" sz="2800" i="1">
                <a:solidFill>
                  <a:schemeClr val="tx1"/>
                </a:solidFill>
                <a:latin typeface="Times New Roman" panose="02020603050405020304" pitchFamily="18" charset="0"/>
                <a:ea typeface="宋体" panose="02010600030101010101" pitchFamily="2" charset="-122"/>
              </a:defRPr>
            </a:lvl2pPr>
            <a:lvl3pPr marL="1143000" indent="-228600" algn="r" rtl="0" eaLnBrk="0" fontAlgn="base" hangingPunct="0">
              <a:spcBef>
                <a:spcPct val="20000"/>
              </a:spcBef>
              <a:spcAft>
                <a:spcPct val="0"/>
              </a:spcAft>
              <a:buClr>
                <a:schemeClr val="tx2"/>
              </a:buClr>
              <a:buChar char="•"/>
              <a:defRPr kumimoji="1" sz="2400" i="1">
                <a:solidFill>
                  <a:schemeClr val="tx1"/>
                </a:solidFill>
                <a:latin typeface="Times New Roman" panose="02020603050405020304" pitchFamily="18" charset="0"/>
                <a:ea typeface="宋体" panose="02010600030101010101" pitchFamily="2" charset="-122"/>
              </a:defRPr>
            </a:lvl3pPr>
            <a:lvl4pPr marL="1600200" indent="-228600" algn="r" rtl="0" eaLnBrk="0" fontAlgn="base" hangingPunct="0">
              <a:spcBef>
                <a:spcPct val="20000"/>
              </a:spcBef>
              <a:spcAft>
                <a:spcPct val="0"/>
              </a:spcAft>
              <a:buClr>
                <a:schemeClr val="tx2"/>
              </a:buClr>
              <a:buChar char="–"/>
              <a:defRPr kumimoji="1" sz="2000" i="1">
                <a:solidFill>
                  <a:schemeClr val="tx1"/>
                </a:solidFill>
                <a:latin typeface="Times New Roman" panose="02020603050405020304" pitchFamily="18" charset="0"/>
                <a:ea typeface="宋体" panose="02010600030101010101" pitchFamily="2" charset="-122"/>
              </a:defRPr>
            </a:lvl4pPr>
            <a:lvl5pPr marL="2057400" indent="-228600" algn="r" rtl="0" eaLnBrk="0" fontAlgn="base" hangingPunct="0">
              <a:spcBef>
                <a:spcPct val="20000"/>
              </a:spcBef>
              <a:spcAft>
                <a:spcPct val="0"/>
              </a:spcAft>
              <a:buClr>
                <a:schemeClr val="tx2"/>
              </a:buClr>
              <a:buChar char="•"/>
              <a:defRPr kumimoji="1" sz="2000" i="1">
                <a:solidFill>
                  <a:schemeClr val="tx1"/>
                </a:solidFill>
                <a:latin typeface="Times New Roman" panose="02020603050405020304" pitchFamily="18" charset="0"/>
                <a:ea typeface="宋体" panose="02010600030101010101" pitchFamily="2" charset="-122"/>
              </a:defRPr>
            </a:lvl5pPr>
            <a:lvl6pPr marL="2514600" indent="-228600" algn="r" rtl="0" eaLnBrk="0" fontAlgn="base" hangingPunct="0">
              <a:spcBef>
                <a:spcPct val="20000"/>
              </a:spcBef>
              <a:spcAft>
                <a:spcPct val="0"/>
              </a:spcAft>
              <a:buClr>
                <a:schemeClr val="tx2"/>
              </a:buClr>
              <a:buChar char="•"/>
              <a:defRPr kumimoji="1" sz="2000" i="1">
                <a:solidFill>
                  <a:schemeClr val="tx1"/>
                </a:solidFill>
                <a:latin typeface="Times New Roman" panose="02020603050405020304" pitchFamily="18" charset="0"/>
                <a:ea typeface="宋体" panose="02010600030101010101" pitchFamily="2" charset="-122"/>
              </a:defRPr>
            </a:lvl6pPr>
            <a:lvl7pPr marL="2971800" indent="-228600" algn="r" rtl="0" eaLnBrk="0" fontAlgn="base" hangingPunct="0">
              <a:spcBef>
                <a:spcPct val="20000"/>
              </a:spcBef>
              <a:spcAft>
                <a:spcPct val="0"/>
              </a:spcAft>
              <a:buClr>
                <a:schemeClr val="tx2"/>
              </a:buClr>
              <a:buChar char="•"/>
              <a:defRPr kumimoji="1" sz="2000" i="1">
                <a:solidFill>
                  <a:schemeClr val="tx1"/>
                </a:solidFill>
                <a:latin typeface="Times New Roman" panose="02020603050405020304" pitchFamily="18" charset="0"/>
                <a:ea typeface="宋体" panose="02010600030101010101" pitchFamily="2" charset="-122"/>
              </a:defRPr>
            </a:lvl7pPr>
            <a:lvl8pPr marL="3429000" indent="-228600" algn="r" rtl="0" eaLnBrk="0" fontAlgn="base" hangingPunct="0">
              <a:spcBef>
                <a:spcPct val="20000"/>
              </a:spcBef>
              <a:spcAft>
                <a:spcPct val="0"/>
              </a:spcAft>
              <a:buClr>
                <a:schemeClr val="tx2"/>
              </a:buClr>
              <a:buChar char="•"/>
              <a:defRPr kumimoji="1" sz="2000" i="1">
                <a:solidFill>
                  <a:schemeClr val="tx1"/>
                </a:solidFill>
                <a:latin typeface="Times New Roman" panose="02020603050405020304" pitchFamily="18" charset="0"/>
                <a:ea typeface="宋体" panose="02010600030101010101" pitchFamily="2" charset="-122"/>
              </a:defRPr>
            </a:lvl8pPr>
            <a:lvl9pPr marL="3886200" indent="-228600" algn="r" rtl="0" eaLnBrk="0" fontAlgn="base" hangingPunct="0">
              <a:spcBef>
                <a:spcPct val="20000"/>
              </a:spcBef>
              <a:spcAft>
                <a:spcPct val="0"/>
              </a:spcAft>
              <a:buClr>
                <a:schemeClr val="tx2"/>
              </a:buClr>
              <a:buChar char="•"/>
              <a:defRPr kumimoji="1" sz="2000" i="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defRPr/>
            </a:pPr>
            <a:r>
              <a:rPr lang="zh-CN" altLang="en-US" sz="4000" b="1" i="0" kern="0" dirty="0">
                <a:solidFill>
                  <a:srgbClr val="FF0000"/>
                </a:solidFill>
              </a:rPr>
              <a:t>仰望星空，脚踏实地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txBox="1"/>
          <p:nvPr/>
        </p:nvSpPr>
        <p:spPr bwMode="auto">
          <a:xfrm>
            <a:off x="179695" y="1196974"/>
            <a:ext cx="8964305" cy="4536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defTabSz="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defTabSz="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defTabSz="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defTabSz="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defTabSz="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r>
              <a:rPr lang="zh-CN" altLang="zh-CN" sz="2800" b="1" dirty="0"/>
              <a:t>第一次：</a:t>
            </a:r>
            <a:r>
              <a:rPr lang="zh-CN" altLang="zh-CN" sz="2400" b="1" dirty="0"/>
              <a:t>计算机基础知识</a:t>
            </a:r>
            <a:r>
              <a:rPr lang="zh-CN" altLang="zh-CN" sz="2000" b="1" dirty="0">
                <a:solidFill>
                  <a:srgbClr val="FF0000"/>
                </a:solidFill>
              </a:rPr>
              <a:t>（上机：指法练习）</a:t>
            </a:r>
          </a:p>
          <a:p>
            <a:r>
              <a:rPr lang="zh-CN" altLang="zh-CN" sz="2800" b="1" dirty="0"/>
              <a:t>第二次：</a:t>
            </a:r>
            <a:r>
              <a:rPr lang="en-US" altLang="zh-CN" sz="2400" b="1" dirty="0"/>
              <a:t>Windows</a:t>
            </a:r>
            <a:r>
              <a:rPr lang="zh-CN" altLang="zh-CN" sz="2400" b="1" dirty="0"/>
              <a:t>、</a:t>
            </a:r>
            <a:r>
              <a:rPr lang="en-US" altLang="zh-CN" sz="2400" b="1" dirty="0"/>
              <a:t>Word</a:t>
            </a:r>
            <a:r>
              <a:rPr lang="zh-CN" altLang="en-US" sz="2400" b="1" dirty="0"/>
              <a:t>、</a:t>
            </a:r>
            <a:r>
              <a:rPr lang="en-US" altLang="zh-CN" sz="2400" b="1" dirty="0"/>
              <a:t>Latex</a:t>
            </a:r>
            <a:r>
              <a:rPr lang="zh-CN" altLang="zh-CN" sz="2000" b="1" dirty="0">
                <a:solidFill>
                  <a:srgbClr val="FF0000"/>
                </a:solidFill>
              </a:rPr>
              <a:t>（</a:t>
            </a:r>
            <a:r>
              <a:rPr lang="zh-CN" altLang="en-US" sz="2000" b="1" dirty="0">
                <a:solidFill>
                  <a:srgbClr val="FF0000"/>
                </a:solidFill>
              </a:rPr>
              <a:t>作业检查：</a:t>
            </a:r>
            <a:r>
              <a:rPr lang="en-US" altLang="zh-CN" sz="2000" b="1" dirty="0">
                <a:solidFill>
                  <a:srgbClr val="FF0000"/>
                </a:solidFill>
              </a:rPr>
              <a:t>Word</a:t>
            </a:r>
            <a:r>
              <a:rPr lang="zh-CN" altLang="en-US" sz="2000" b="1" dirty="0">
                <a:solidFill>
                  <a:srgbClr val="FF0000"/>
                </a:solidFill>
              </a:rPr>
              <a:t>，课下作业：</a:t>
            </a:r>
            <a:r>
              <a:rPr lang="en-US" altLang="zh-CN" sz="2000" b="1" dirty="0">
                <a:solidFill>
                  <a:srgbClr val="FF0000"/>
                </a:solidFill>
              </a:rPr>
              <a:t>PowerPoint</a:t>
            </a:r>
            <a:r>
              <a:rPr lang="zh-CN" altLang="en-US" sz="2000" b="1" dirty="0">
                <a:solidFill>
                  <a:srgbClr val="FF0000"/>
                </a:solidFill>
              </a:rPr>
              <a:t>设计与实现</a:t>
            </a:r>
            <a:r>
              <a:rPr lang="zh-CN" altLang="zh-CN" sz="2000" b="1" dirty="0">
                <a:solidFill>
                  <a:srgbClr val="FF0000"/>
                </a:solidFill>
              </a:rPr>
              <a:t>）</a:t>
            </a:r>
            <a:endParaRPr lang="en-US" altLang="zh-CN" sz="2000" b="1" dirty="0">
              <a:solidFill>
                <a:srgbClr val="FF0000"/>
              </a:solidFill>
            </a:endParaRPr>
          </a:p>
          <a:p>
            <a:r>
              <a:rPr lang="zh-CN" altLang="en-US" sz="2800" b="1" dirty="0"/>
              <a:t>第三次：</a:t>
            </a:r>
            <a:r>
              <a:rPr lang="en-US" altLang="zh-CN" sz="2800" b="1" dirty="0"/>
              <a:t>Python</a:t>
            </a:r>
            <a:r>
              <a:rPr lang="zh-CN" altLang="en-US" sz="2000" b="1" dirty="0">
                <a:solidFill>
                  <a:srgbClr val="FF0000"/>
                </a:solidFill>
              </a:rPr>
              <a:t>（线上作业：</a:t>
            </a:r>
            <a:r>
              <a:rPr lang="en-US" altLang="zh-CN" sz="2000" b="1" dirty="0" err="1">
                <a:solidFill>
                  <a:srgbClr val="FF0000"/>
                </a:solidFill>
              </a:rPr>
              <a:t>Educoder</a:t>
            </a:r>
            <a:r>
              <a:rPr lang="zh-CN" altLang="en-US" sz="2000" b="1" dirty="0">
                <a:solidFill>
                  <a:srgbClr val="FF0000"/>
                </a:solidFill>
              </a:rPr>
              <a:t>网站</a:t>
            </a:r>
            <a:r>
              <a:rPr lang="en-US" altLang="zh-CN" sz="2000" b="1" dirty="0">
                <a:solidFill>
                  <a:srgbClr val="FF0000"/>
                </a:solidFill>
              </a:rPr>
              <a:t>Python</a:t>
            </a:r>
            <a:r>
              <a:rPr lang="zh-CN" altLang="en-US" sz="2000" b="1" dirty="0">
                <a:solidFill>
                  <a:srgbClr val="FF0000"/>
                </a:solidFill>
              </a:rPr>
              <a:t>实训）</a:t>
            </a:r>
            <a:endParaRPr lang="en-US" altLang="zh-CN" sz="2000" b="1" dirty="0">
              <a:solidFill>
                <a:srgbClr val="FF0000"/>
              </a:solidFill>
            </a:endParaRPr>
          </a:p>
          <a:p>
            <a:r>
              <a:rPr lang="zh-CN" altLang="zh-CN" sz="2800" b="1" dirty="0"/>
              <a:t>第</a:t>
            </a:r>
            <a:r>
              <a:rPr lang="zh-CN" altLang="en-US" sz="2800" b="1" dirty="0"/>
              <a:t>四</a:t>
            </a:r>
            <a:r>
              <a:rPr lang="zh-CN" altLang="zh-CN" sz="2800" b="1" dirty="0"/>
              <a:t>次：</a:t>
            </a:r>
            <a:r>
              <a:rPr lang="en-US" altLang="zh-CN" sz="2800" b="1" dirty="0"/>
              <a:t>Python</a:t>
            </a:r>
            <a:r>
              <a:rPr lang="zh-CN" altLang="zh-CN" sz="2000" b="1" dirty="0">
                <a:solidFill>
                  <a:srgbClr val="FF0000"/>
                </a:solidFill>
              </a:rPr>
              <a:t>（</a:t>
            </a:r>
            <a:r>
              <a:rPr lang="zh-CN" altLang="en-US" sz="2000" b="1" dirty="0">
                <a:solidFill>
                  <a:srgbClr val="FF0000"/>
                </a:solidFill>
              </a:rPr>
              <a:t>线上作业：</a:t>
            </a:r>
            <a:r>
              <a:rPr lang="en-US" altLang="zh-CN" sz="2000" b="1" dirty="0" err="1">
                <a:solidFill>
                  <a:srgbClr val="FF0000"/>
                </a:solidFill>
              </a:rPr>
              <a:t>Educoder</a:t>
            </a:r>
            <a:r>
              <a:rPr lang="zh-CN" altLang="en-US" sz="2000" b="1" dirty="0">
                <a:solidFill>
                  <a:srgbClr val="FF0000"/>
                </a:solidFill>
              </a:rPr>
              <a:t>网站</a:t>
            </a:r>
            <a:r>
              <a:rPr lang="en-US" altLang="zh-CN" sz="2000" b="1" dirty="0">
                <a:solidFill>
                  <a:srgbClr val="FF0000"/>
                </a:solidFill>
              </a:rPr>
              <a:t>Python</a:t>
            </a:r>
            <a:r>
              <a:rPr lang="zh-CN" altLang="en-US" sz="2000" b="1" dirty="0">
                <a:solidFill>
                  <a:srgbClr val="FF0000"/>
                </a:solidFill>
              </a:rPr>
              <a:t>实训</a:t>
            </a:r>
            <a:r>
              <a:rPr lang="zh-CN" altLang="zh-CN" sz="2000" b="1" dirty="0">
                <a:solidFill>
                  <a:srgbClr val="FF0000"/>
                </a:solidFill>
              </a:rPr>
              <a:t>）</a:t>
            </a:r>
            <a:endParaRPr lang="en-US" altLang="zh-CN" sz="2000" b="1" dirty="0">
              <a:solidFill>
                <a:srgbClr val="FF0000"/>
              </a:solidFill>
            </a:endParaRPr>
          </a:p>
          <a:p>
            <a:r>
              <a:rPr lang="zh-CN" altLang="zh-CN" sz="2800" b="1" dirty="0"/>
              <a:t>第</a:t>
            </a:r>
            <a:r>
              <a:rPr lang="zh-CN" altLang="en-US" sz="2800" b="1" dirty="0"/>
              <a:t>五</a:t>
            </a:r>
            <a:r>
              <a:rPr lang="zh-CN" altLang="zh-CN" sz="2800" b="1" dirty="0"/>
              <a:t>次：</a:t>
            </a:r>
            <a:r>
              <a:rPr lang="en-US" altLang="zh-CN" sz="2400" b="1" dirty="0"/>
              <a:t>Photoshop</a:t>
            </a:r>
            <a:r>
              <a:rPr lang="zh-CN" altLang="zh-CN" sz="2000" b="1" dirty="0">
                <a:solidFill>
                  <a:srgbClr val="FF0000"/>
                </a:solidFill>
              </a:rPr>
              <a:t>（</a:t>
            </a:r>
            <a:r>
              <a:rPr lang="zh-CN" altLang="en-US" sz="2000" b="1" dirty="0">
                <a:solidFill>
                  <a:srgbClr val="FF0000"/>
                </a:solidFill>
              </a:rPr>
              <a:t>作业：</a:t>
            </a:r>
            <a:r>
              <a:rPr lang="en-US" altLang="zh-CN" sz="2000" b="1" dirty="0">
                <a:solidFill>
                  <a:srgbClr val="FF0000"/>
                </a:solidFill>
              </a:rPr>
              <a:t>Photoshop</a:t>
            </a:r>
            <a:r>
              <a:rPr lang="zh-CN" altLang="en-US" sz="2000" b="1" dirty="0">
                <a:solidFill>
                  <a:srgbClr val="FF0000"/>
                </a:solidFill>
              </a:rPr>
              <a:t>设计与实现</a:t>
            </a:r>
            <a:r>
              <a:rPr lang="zh-CN" altLang="zh-CN" sz="2000" b="1" dirty="0">
                <a:solidFill>
                  <a:srgbClr val="FF0000"/>
                </a:solidFill>
              </a:rPr>
              <a:t>）</a:t>
            </a:r>
            <a:endParaRPr lang="en-US" altLang="zh-CN" sz="2000" b="1" dirty="0">
              <a:solidFill>
                <a:srgbClr val="FF0000"/>
              </a:solidFill>
            </a:endParaRPr>
          </a:p>
          <a:p>
            <a:r>
              <a:rPr lang="zh-CN" altLang="zh-CN" sz="2800" b="1" dirty="0"/>
              <a:t>第六次：</a:t>
            </a:r>
            <a:r>
              <a:rPr lang="en-US" altLang="zh-CN" sz="2800" b="1" dirty="0" err="1"/>
              <a:t>Git</a:t>
            </a:r>
            <a:r>
              <a:rPr lang="zh-CN" altLang="en-US" sz="2000" b="1" dirty="0">
                <a:solidFill>
                  <a:srgbClr val="FF0000"/>
                </a:solidFill>
              </a:rPr>
              <a:t>（线上作业：</a:t>
            </a:r>
            <a:r>
              <a:rPr lang="en-US" altLang="zh-CN" sz="2000" b="1" dirty="0" err="1">
                <a:solidFill>
                  <a:srgbClr val="FF0000"/>
                </a:solidFill>
              </a:rPr>
              <a:t>Educoder</a:t>
            </a:r>
            <a:r>
              <a:rPr lang="zh-CN" altLang="en-US" sz="2000" b="1" dirty="0">
                <a:solidFill>
                  <a:srgbClr val="FF0000"/>
                </a:solidFill>
              </a:rPr>
              <a:t>网站</a:t>
            </a:r>
            <a:r>
              <a:rPr lang="en-US" altLang="zh-CN" sz="2000" b="1" dirty="0" err="1">
                <a:solidFill>
                  <a:srgbClr val="FF0000"/>
                </a:solidFill>
              </a:rPr>
              <a:t>Git</a:t>
            </a:r>
            <a:r>
              <a:rPr lang="zh-CN" altLang="en-US" sz="2000" b="1" dirty="0">
                <a:solidFill>
                  <a:srgbClr val="FF0000"/>
                </a:solidFill>
              </a:rPr>
              <a:t>实训）</a:t>
            </a:r>
            <a:endParaRPr lang="en-US" altLang="zh-CN" sz="2000" b="1" dirty="0">
              <a:solidFill>
                <a:srgbClr val="FF0000"/>
              </a:solidFill>
            </a:endParaRPr>
          </a:p>
          <a:p>
            <a:r>
              <a:rPr lang="zh-CN" altLang="zh-CN" sz="2800" b="1" dirty="0"/>
              <a:t>第七次</a:t>
            </a:r>
            <a:r>
              <a:rPr lang="zh-CN" altLang="zh-CN" sz="2800" dirty="0"/>
              <a:t>：</a:t>
            </a:r>
            <a:r>
              <a:rPr lang="en-US" altLang="zh-CN" sz="2400" b="1" dirty="0" err="1"/>
              <a:t>DreamWeaver</a:t>
            </a:r>
            <a:r>
              <a:rPr lang="en-US" altLang="zh-CN" sz="2400" b="1" dirty="0"/>
              <a:t> </a:t>
            </a:r>
            <a:r>
              <a:rPr lang="en-US" altLang="zh-CN" sz="2000" b="1" dirty="0">
                <a:solidFill>
                  <a:srgbClr val="FF0000"/>
                </a:solidFill>
              </a:rPr>
              <a:t>(</a:t>
            </a:r>
            <a:r>
              <a:rPr lang="zh-CN" altLang="en-US" sz="2000" b="1" dirty="0">
                <a:solidFill>
                  <a:srgbClr val="FF0000"/>
                </a:solidFill>
              </a:rPr>
              <a:t>课程</a:t>
            </a:r>
            <a:r>
              <a:rPr lang="zh-CN" altLang="zh-CN" sz="2000" b="1" dirty="0">
                <a:solidFill>
                  <a:srgbClr val="FF0000"/>
                </a:solidFill>
              </a:rPr>
              <a:t>作业</a:t>
            </a:r>
            <a:r>
              <a:rPr lang="zh-CN" altLang="en-US" sz="2000" b="1" dirty="0">
                <a:solidFill>
                  <a:srgbClr val="FF0000"/>
                </a:solidFill>
              </a:rPr>
              <a:t>：个人网站的设计与实现</a:t>
            </a:r>
            <a:r>
              <a:rPr lang="en-US" altLang="zh-CN" sz="2000" b="1" dirty="0">
                <a:solidFill>
                  <a:srgbClr val="FF0000"/>
                </a:solidFill>
              </a:rPr>
              <a:t>)</a:t>
            </a:r>
            <a:endParaRPr lang="en-US" altLang="zh-CN" sz="2400" b="1" dirty="0"/>
          </a:p>
          <a:p>
            <a:r>
              <a:rPr lang="zh-CN" altLang="zh-CN" sz="2800" b="1" dirty="0"/>
              <a:t>第八次：</a:t>
            </a:r>
            <a:r>
              <a:rPr lang="zh-CN" altLang="en-US" sz="2400" b="1" dirty="0"/>
              <a:t>共性问题讲解；</a:t>
            </a:r>
            <a:r>
              <a:rPr lang="zh-CN" altLang="zh-CN" sz="2400" b="1" dirty="0"/>
              <a:t>完成课程作业</a:t>
            </a:r>
            <a:endParaRPr lang="en-US" altLang="zh-CN" sz="2400" b="1" dirty="0"/>
          </a:p>
        </p:txBody>
      </p:sp>
      <p:sp>
        <p:nvSpPr>
          <p:cNvPr id="5" name="矩形 3"/>
          <p:cNvSpPr>
            <a:spLocks noChangeArrowheads="1"/>
          </p:cNvSpPr>
          <p:nvPr/>
        </p:nvSpPr>
        <p:spPr bwMode="auto">
          <a:xfrm>
            <a:off x="3203575" y="333375"/>
            <a:ext cx="32400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r>
              <a:rPr lang="zh-CN" altLang="en-US" sz="4400" dirty="0">
                <a:solidFill>
                  <a:schemeClr val="tx2"/>
                </a:solidFill>
                <a:latin typeface="华文行楷" panose="02010800040101010101" pitchFamily="2" charset="-122"/>
                <a:ea typeface="华文行楷" panose="02010800040101010101" pitchFamily="2" charset="-122"/>
                <a:cs typeface="+mj-cs"/>
                <a:sym typeface="Verdana" panose="020B0604030504040204" pitchFamily="34" charset="0"/>
              </a:rPr>
              <a:t>课程内容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4"/>
          <p:cNvSpPr>
            <a:spLocks noChangeArrowheads="1"/>
          </p:cNvSpPr>
          <p:nvPr/>
        </p:nvSpPr>
        <p:spPr bwMode="auto">
          <a:xfrm>
            <a:off x="900113" y="1341438"/>
            <a:ext cx="8064500"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pPr>
            <a:endParaRPr kumimoji="1" lang="en-US" altLang="zh-CN" sz="2800" dirty="0">
              <a:latin typeface="Times New Roman" panose="02020603050405020304" pitchFamily="18" charset="0"/>
            </a:endParaRPr>
          </a:p>
          <a:p>
            <a:pPr marL="457200" indent="-457200" eaLnBrk="1" hangingPunct="1">
              <a:lnSpc>
                <a:spcPct val="150000"/>
              </a:lnSpc>
              <a:spcBef>
                <a:spcPct val="0"/>
              </a:spcBef>
              <a:buFont typeface="Wingdings" panose="05000000000000000000" pitchFamily="2" charset="2"/>
              <a:buChar char="l"/>
            </a:pPr>
            <a:r>
              <a:rPr kumimoji="1" lang="en-US" altLang="zh-CN" sz="2800" b="1" dirty="0">
                <a:latin typeface="Times New Roman" panose="02020603050405020304" pitchFamily="18" charset="0"/>
              </a:rPr>
              <a:t> </a:t>
            </a:r>
            <a:r>
              <a:rPr kumimoji="1" lang="zh-CN" altLang="zh-CN" sz="2800" b="1" dirty="0">
                <a:latin typeface="Times New Roman" panose="02020603050405020304" pitchFamily="18" charset="0"/>
              </a:rPr>
              <a:t>平时成绩（</a:t>
            </a:r>
            <a:r>
              <a:rPr kumimoji="1" lang="en-US" altLang="zh-CN" sz="2800" b="1" dirty="0">
                <a:latin typeface="Times New Roman" panose="02020603050405020304" pitchFamily="18" charset="0"/>
              </a:rPr>
              <a:t>40%</a:t>
            </a:r>
            <a:r>
              <a:rPr kumimoji="1" lang="zh-CN" altLang="en-US" sz="2800" b="1" dirty="0">
                <a:latin typeface="Times New Roman" panose="02020603050405020304" pitchFamily="18" charset="0"/>
              </a:rPr>
              <a:t>，</a:t>
            </a:r>
            <a:r>
              <a:rPr kumimoji="1" lang="en-US" altLang="zh-CN" sz="2800" b="1" dirty="0">
                <a:latin typeface="Times New Roman" panose="02020603050405020304" pitchFamily="18" charset="0"/>
              </a:rPr>
              <a:t>Word</a:t>
            </a:r>
            <a:r>
              <a:rPr kumimoji="1" lang="zh-CN" altLang="en-US" sz="2800" b="1" dirty="0">
                <a:latin typeface="Times New Roman" panose="02020603050405020304" pitchFamily="18" charset="0"/>
              </a:rPr>
              <a:t>、</a:t>
            </a:r>
            <a:r>
              <a:rPr kumimoji="1" lang="en-US" altLang="zh-CN" sz="2800" b="1" dirty="0">
                <a:latin typeface="Times New Roman" panose="02020603050405020304" pitchFamily="18" charset="0"/>
              </a:rPr>
              <a:t>PPT</a:t>
            </a:r>
            <a:r>
              <a:rPr kumimoji="1" lang="zh-CN" altLang="en-US" sz="2800" b="1" dirty="0">
                <a:latin typeface="Times New Roman" panose="02020603050405020304" pitchFamily="18" charset="0"/>
              </a:rPr>
              <a:t>、</a:t>
            </a:r>
            <a:r>
              <a:rPr kumimoji="1" lang="en-US" altLang="zh-CN" sz="2800" b="1" dirty="0">
                <a:latin typeface="Times New Roman" panose="02020603050405020304" pitchFamily="18" charset="0"/>
              </a:rPr>
              <a:t>PS</a:t>
            </a:r>
            <a:r>
              <a:rPr kumimoji="1" lang="zh-CN" altLang="en-US" sz="2800" b="1" dirty="0">
                <a:latin typeface="Times New Roman" panose="02020603050405020304" pitchFamily="18" charset="0"/>
              </a:rPr>
              <a:t>作业检查；</a:t>
            </a:r>
            <a:r>
              <a:rPr kumimoji="1" lang="en-US" altLang="zh-CN" sz="2800" b="1" dirty="0">
                <a:latin typeface="Times New Roman" panose="02020603050405020304" pitchFamily="18" charset="0"/>
              </a:rPr>
              <a:t>Python</a:t>
            </a:r>
            <a:r>
              <a:rPr kumimoji="1" lang="zh-CN" altLang="en-US" sz="2800" b="1" dirty="0">
                <a:latin typeface="Times New Roman" panose="02020603050405020304" pitchFamily="18" charset="0"/>
              </a:rPr>
              <a:t>和</a:t>
            </a:r>
            <a:r>
              <a:rPr kumimoji="1" lang="en-US" altLang="zh-CN" sz="2800" b="1" dirty="0" err="1">
                <a:latin typeface="Times New Roman" panose="02020603050405020304" pitchFamily="18" charset="0"/>
              </a:rPr>
              <a:t>Git</a:t>
            </a:r>
            <a:r>
              <a:rPr kumimoji="1" lang="zh-CN" altLang="en-US" sz="2800" b="1" dirty="0">
                <a:latin typeface="Times New Roman" panose="02020603050405020304" pitchFamily="18" charset="0"/>
              </a:rPr>
              <a:t>线上作业</a:t>
            </a:r>
            <a:r>
              <a:rPr kumimoji="1" lang="zh-CN" altLang="zh-CN" sz="2800" b="1" dirty="0">
                <a:latin typeface="Times New Roman" panose="02020603050405020304" pitchFamily="18" charset="0"/>
              </a:rPr>
              <a:t>）</a:t>
            </a:r>
            <a:r>
              <a:rPr kumimoji="1" lang="en-US" altLang="zh-CN" sz="2800" b="1" dirty="0">
                <a:latin typeface="Times New Roman" panose="02020603050405020304" pitchFamily="18" charset="0"/>
              </a:rPr>
              <a:t/>
            </a:r>
            <a:br>
              <a:rPr kumimoji="1" lang="en-US" altLang="zh-CN" sz="2800" b="1" dirty="0">
                <a:latin typeface="Times New Roman" panose="02020603050405020304" pitchFamily="18" charset="0"/>
              </a:rPr>
            </a:br>
            <a:endParaRPr kumimoji="1" lang="en-US" altLang="zh-CN" sz="2800" b="1" dirty="0">
              <a:latin typeface="Times New Roman" panose="02020603050405020304" pitchFamily="18" charset="0"/>
            </a:endParaRPr>
          </a:p>
          <a:p>
            <a:pPr marL="457200" indent="-457200" eaLnBrk="1" hangingPunct="1">
              <a:spcBef>
                <a:spcPct val="0"/>
              </a:spcBef>
              <a:buFont typeface="Wingdings" panose="05000000000000000000" pitchFamily="2" charset="2"/>
              <a:buChar char="l"/>
            </a:pPr>
            <a:r>
              <a:rPr kumimoji="1" lang="en-US" altLang="zh-CN" sz="2800" b="1" dirty="0">
                <a:latin typeface="Times New Roman" panose="02020603050405020304" pitchFamily="18" charset="0"/>
              </a:rPr>
              <a:t> </a:t>
            </a:r>
            <a:r>
              <a:rPr kumimoji="1" lang="zh-CN" altLang="zh-CN" sz="2800" b="1" dirty="0">
                <a:latin typeface="Times New Roman" panose="02020603050405020304" pitchFamily="18" charset="0"/>
              </a:rPr>
              <a:t>网页设计</a:t>
            </a:r>
            <a:r>
              <a:rPr kumimoji="1" lang="zh-CN" altLang="en-US" sz="2800" b="1" dirty="0">
                <a:latin typeface="Times New Roman" panose="02020603050405020304" pitchFamily="18" charset="0"/>
              </a:rPr>
              <a:t>成绩</a:t>
            </a:r>
            <a:r>
              <a:rPr kumimoji="1" lang="zh-CN" altLang="zh-CN" sz="2800" b="1" dirty="0">
                <a:latin typeface="Times New Roman" panose="02020603050405020304" pitchFamily="18" charset="0"/>
              </a:rPr>
              <a:t>（</a:t>
            </a:r>
            <a:r>
              <a:rPr kumimoji="1" lang="en-US" altLang="zh-CN" sz="2800" b="1" dirty="0">
                <a:latin typeface="Times New Roman" panose="02020603050405020304" pitchFamily="18" charset="0"/>
              </a:rPr>
              <a:t>45%</a:t>
            </a:r>
            <a:r>
              <a:rPr kumimoji="1" lang="zh-CN" altLang="en-US" sz="2800" b="1" dirty="0">
                <a:latin typeface="Times New Roman" panose="02020603050405020304" pitchFamily="18" charset="0"/>
              </a:rPr>
              <a:t>）</a:t>
            </a:r>
            <a:endParaRPr kumimoji="1" lang="en-US" altLang="zh-CN" sz="2800" b="1" dirty="0">
              <a:latin typeface="Times New Roman" panose="02020603050405020304" pitchFamily="18" charset="0"/>
            </a:endParaRPr>
          </a:p>
          <a:p>
            <a:pPr marL="457200" indent="-457200" eaLnBrk="1" hangingPunct="1">
              <a:spcBef>
                <a:spcPct val="0"/>
              </a:spcBef>
              <a:buFont typeface="Wingdings" panose="05000000000000000000" pitchFamily="2" charset="2"/>
              <a:buChar char="l"/>
            </a:pPr>
            <a:endParaRPr kumimoji="1" lang="en-US" altLang="zh-CN" sz="2800" b="1" dirty="0">
              <a:latin typeface="Times New Roman" panose="02020603050405020304" pitchFamily="18" charset="0"/>
            </a:endParaRPr>
          </a:p>
          <a:p>
            <a:pPr marL="457200" indent="-457200" eaLnBrk="1" hangingPunct="1">
              <a:spcBef>
                <a:spcPct val="0"/>
              </a:spcBef>
              <a:buFont typeface="Wingdings" panose="05000000000000000000" pitchFamily="2" charset="2"/>
              <a:buChar char="l"/>
            </a:pPr>
            <a:r>
              <a:rPr kumimoji="1" lang="en-US" altLang="zh-CN" sz="2800" b="1" dirty="0">
                <a:latin typeface="Times New Roman" panose="02020603050405020304" pitchFamily="18" charset="0"/>
              </a:rPr>
              <a:t> </a:t>
            </a:r>
            <a:r>
              <a:rPr kumimoji="1" lang="zh-CN" altLang="en-US" sz="2800" b="1" dirty="0">
                <a:latin typeface="Times New Roman" panose="02020603050405020304" pitchFamily="18" charset="0"/>
              </a:rPr>
              <a:t>实验报告（</a:t>
            </a:r>
            <a:r>
              <a:rPr kumimoji="1" lang="en-US" altLang="zh-CN" sz="2800" b="1" dirty="0">
                <a:latin typeface="Times New Roman" panose="02020603050405020304" pitchFamily="18" charset="0"/>
              </a:rPr>
              <a:t> 15% </a:t>
            </a:r>
            <a:r>
              <a:rPr kumimoji="1" lang="zh-CN" altLang="en-US" sz="2800" b="1" dirty="0">
                <a:latin typeface="Times New Roman" panose="02020603050405020304" pitchFamily="18" charset="0"/>
              </a:rPr>
              <a:t>）</a:t>
            </a:r>
            <a:endParaRPr kumimoji="1" lang="zh-CN" altLang="en-US" sz="2800"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Rot="1" noChangeArrowheads="1"/>
          </p:cNvSpPr>
          <p:nvPr/>
        </p:nvSpPr>
        <p:spPr bwMode="auto">
          <a:xfrm>
            <a:off x="900113" y="1340855"/>
            <a:ext cx="7785100" cy="223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buClr>
                <a:schemeClr val="hlink"/>
              </a:buClr>
              <a:buSzPct val="75000"/>
              <a:buFont typeface="Wingdings" panose="05000000000000000000" pitchFamily="2" charset="2"/>
              <a:buNone/>
            </a:pPr>
            <a:r>
              <a:rPr lang="zh-CN" altLang="en-US" sz="2800" b="1" dirty="0">
                <a:latin typeface="楷体_GB2312" pitchFamily="1" charset="-122"/>
                <a:ea typeface="楷体_GB2312" pitchFamily="1" charset="-122"/>
                <a:sym typeface="楷体_GB2312" pitchFamily="1" charset="-122"/>
              </a:rPr>
              <a:t>主讲教师：范晔斌</a:t>
            </a:r>
            <a:r>
              <a:rPr lang="zh-CN" altLang="en-US" sz="2800" b="1" dirty="0" smtClean="0">
                <a:latin typeface="楷体_GB2312" pitchFamily="1" charset="-122"/>
                <a:ea typeface="楷体_GB2312" pitchFamily="1" charset="-122"/>
                <a:sym typeface="楷体_GB2312" pitchFamily="1" charset="-122"/>
              </a:rPr>
              <a:t>（</a:t>
            </a:r>
            <a:r>
              <a:rPr lang="en-US" altLang="zh-CN" sz="2800" b="1" dirty="0" smtClean="0">
                <a:latin typeface="楷体_GB2312" pitchFamily="1" charset="-122"/>
                <a:ea typeface="楷体_GB2312" pitchFamily="1" charset="-122"/>
                <a:sym typeface="楷体_GB2312" pitchFamily="1" charset="-122"/>
              </a:rPr>
              <a:t>1-4</a:t>
            </a:r>
            <a:r>
              <a:rPr lang="zh-CN" altLang="en-US" sz="2800" b="1" dirty="0" smtClean="0">
                <a:latin typeface="楷体_GB2312" pitchFamily="1" charset="-122"/>
                <a:ea typeface="楷体_GB2312" pitchFamily="1" charset="-122"/>
                <a:sym typeface="楷体_GB2312" pitchFamily="1" charset="-122"/>
              </a:rPr>
              <a:t>）</a:t>
            </a:r>
            <a:endParaRPr lang="en-US" altLang="zh-CN" sz="2800" b="1" dirty="0">
              <a:latin typeface="楷体_GB2312" pitchFamily="1" charset="-122"/>
              <a:ea typeface="楷体_GB2312" pitchFamily="1" charset="-122"/>
              <a:sym typeface="楷体_GB2312" pitchFamily="1" charset="-122"/>
            </a:endParaRPr>
          </a:p>
          <a:p>
            <a:pPr>
              <a:buClr>
                <a:schemeClr val="hlink"/>
              </a:buClr>
              <a:buSzPct val="75000"/>
              <a:buFont typeface="Wingdings" panose="05000000000000000000" pitchFamily="2" charset="2"/>
              <a:buNone/>
            </a:pPr>
            <a:r>
              <a:rPr lang="zh-CN" altLang="en-US" sz="2800" b="1" dirty="0">
                <a:latin typeface="楷体_GB2312" pitchFamily="1" charset="-122"/>
                <a:ea typeface="楷体_GB2312" pitchFamily="1" charset="-122"/>
                <a:sym typeface="楷体_GB2312" pitchFamily="1" charset="-122"/>
              </a:rPr>
              <a:t>电子邮箱：</a:t>
            </a:r>
            <a:r>
              <a:rPr lang="en-US" altLang="zh-CN" sz="2800" b="1" dirty="0">
                <a:latin typeface="楷体_GB2312" pitchFamily="1" charset="-122"/>
                <a:ea typeface="楷体_GB2312" pitchFamily="1" charset="-122"/>
                <a:sym typeface="楷体_GB2312" pitchFamily="1" charset="-122"/>
                <a:hlinkClick r:id="rId2"/>
              </a:rPr>
              <a:t>hustfyb@hust.edu.cn</a:t>
            </a:r>
            <a:endParaRPr lang="en-US" altLang="zh-CN" sz="2800" b="1" dirty="0">
              <a:latin typeface="楷体_GB2312" pitchFamily="1" charset="-122"/>
              <a:ea typeface="楷体_GB2312" pitchFamily="1" charset="-122"/>
              <a:sym typeface="楷体_GB2312" pitchFamily="1" charset="-122"/>
            </a:endParaRPr>
          </a:p>
          <a:p>
            <a:pPr>
              <a:buClr>
                <a:schemeClr val="hlink"/>
              </a:buClr>
              <a:buSzPct val="75000"/>
              <a:buFont typeface="Wingdings" panose="05000000000000000000" pitchFamily="2" charset="2"/>
              <a:buNone/>
            </a:pPr>
            <a:r>
              <a:rPr lang="zh-CN" altLang="en-US" sz="2800" b="1" dirty="0">
                <a:latin typeface="楷体_GB2312" pitchFamily="1" charset="-122"/>
                <a:ea typeface="楷体_GB2312" pitchFamily="1" charset="-122"/>
                <a:sym typeface="楷体_GB2312" pitchFamily="1" charset="-122"/>
              </a:rPr>
              <a:t>上机指导老师</a:t>
            </a:r>
            <a:r>
              <a:rPr lang="zh-CN" altLang="en-US" sz="2800" b="1" dirty="0" smtClean="0">
                <a:latin typeface="楷体_GB2312" pitchFamily="1" charset="-122"/>
                <a:ea typeface="楷体_GB2312" pitchFamily="1" charset="-122"/>
                <a:sym typeface="楷体_GB2312" pitchFamily="1" charset="-122"/>
              </a:rPr>
              <a:t>：刘辉宇（</a:t>
            </a:r>
            <a:r>
              <a:rPr lang="en-US" altLang="zh-CN" sz="2800" b="1" dirty="0" smtClean="0">
                <a:latin typeface="楷体_GB2312" pitchFamily="1" charset="-122"/>
                <a:ea typeface="楷体_GB2312" pitchFamily="1" charset="-122"/>
                <a:sym typeface="楷体_GB2312" pitchFamily="1" charset="-122"/>
              </a:rPr>
              <a:t>5-11</a:t>
            </a:r>
            <a:r>
              <a:rPr lang="zh-CN" altLang="en-US" sz="2800" b="1" dirty="0" smtClean="0">
                <a:latin typeface="楷体_GB2312" pitchFamily="1" charset="-122"/>
                <a:ea typeface="楷体_GB2312" pitchFamily="1" charset="-122"/>
                <a:sym typeface="楷体_GB2312" pitchFamily="1" charset="-122"/>
              </a:rPr>
              <a:t>）</a:t>
            </a:r>
            <a:endParaRPr lang="en-US" altLang="zh-CN" sz="2800" b="1" dirty="0">
              <a:latin typeface="楷体_GB2312" pitchFamily="1" charset="-122"/>
              <a:ea typeface="楷体_GB2312" pitchFamily="1" charset="-122"/>
              <a:sym typeface="楷体_GB2312" pitchFamily="1" charset="-122"/>
            </a:endParaRPr>
          </a:p>
          <a:p>
            <a:pPr>
              <a:buClr>
                <a:schemeClr val="hlink"/>
              </a:buClr>
              <a:buSzPct val="75000"/>
              <a:buFont typeface="Wingdings" panose="05000000000000000000" pitchFamily="2" charset="2"/>
              <a:buNone/>
            </a:pPr>
            <a:endParaRPr lang="en-US" altLang="zh-CN" sz="2800" b="1" dirty="0">
              <a:latin typeface="楷体_GB2312" pitchFamily="1" charset="-122"/>
              <a:ea typeface="楷体_GB2312" pitchFamily="1" charset="-122"/>
              <a:sym typeface="楷体_GB2312" pitchFamily="1" charset="-122"/>
            </a:endParaRPr>
          </a:p>
          <a:p>
            <a:pPr>
              <a:buClr>
                <a:schemeClr val="hlink"/>
              </a:buClr>
              <a:buSzPct val="75000"/>
              <a:buFont typeface="Wingdings" panose="05000000000000000000" pitchFamily="2" charset="2"/>
              <a:buNone/>
            </a:pPr>
            <a:r>
              <a:rPr lang="en-US" altLang="zh-CN" sz="3600" b="1" dirty="0">
                <a:latin typeface="楷体_GB2312" pitchFamily="1" charset="-122"/>
                <a:ea typeface="楷体_GB2312" pitchFamily="1" charset="-122"/>
                <a:sym typeface="楷体_GB2312" pitchFamily="1" charset="-122"/>
              </a:rPr>
              <a:t>  </a:t>
            </a:r>
            <a:endParaRPr lang="zh-CN" altLang="en-US" sz="3600" b="1" dirty="0">
              <a:latin typeface="楷体_GB2312" pitchFamily="1" charset="-122"/>
              <a:ea typeface="楷体_GB2312" pitchFamily="1" charset="-122"/>
              <a:sym typeface="楷体_GB2312" pitchFamily="1" charset="-122"/>
            </a:endParaRPr>
          </a:p>
          <a:p>
            <a:pPr algn="ctr">
              <a:buClr>
                <a:schemeClr val="hlink"/>
              </a:buClr>
              <a:buSzPct val="75000"/>
              <a:buFont typeface="Wingdings" panose="05000000000000000000" pitchFamily="2" charset="2"/>
              <a:buNone/>
            </a:pPr>
            <a:endParaRPr lang="zh-CN" altLang="en-US" sz="3600" b="1" dirty="0">
              <a:latin typeface="楷体_GB2312" pitchFamily="1" charset="-122"/>
              <a:ea typeface="楷体_GB2312" pitchFamily="1" charset="-122"/>
              <a:sym typeface="楷体_GB2312" pitchFamily="1" charset="-122"/>
            </a:endParaRPr>
          </a:p>
        </p:txBody>
      </p:sp>
      <p:sp>
        <p:nvSpPr>
          <p:cNvPr id="8" name="矩形 3"/>
          <p:cNvSpPr>
            <a:spLocks noChangeArrowheads="1"/>
          </p:cNvSpPr>
          <p:nvPr/>
        </p:nvSpPr>
        <p:spPr bwMode="auto">
          <a:xfrm>
            <a:off x="1331913" y="333375"/>
            <a:ext cx="7353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r>
              <a:rPr lang="zh-CN" altLang="en-US" sz="3600" dirty="0">
                <a:solidFill>
                  <a:schemeClr val="tx2"/>
                </a:solidFill>
                <a:latin typeface="华文行楷" panose="02010800040101010101" pitchFamily="2" charset="-122"/>
                <a:ea typeface="华文行楷" panose="02010800040101010101" pitchFamily="2" charset="-122"/>
                <a:cs typeface="+mj-cs"/>
                <a:sym typeface="Verdana" panose="020B0604030504040204" pitchFamily="34" charset="0"/>
              </a:rPr>
              <a:t>教师介绍</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b="1"/>
              <a:t>上    机</a:t>
            </a:r>
          </a:p>
        </p:txBody>
      </p:sp>
      <p:sp>
        <p:nvSpPr>
          <p:cNvPr id="10243" name="内容占位符 2"/>
          <p:cNvSpPr>
            <a:spLocks noGrp="1"/>
          </p:cNvSpPr>
          <p:nvPr>
            <p:ph idx="1"/>
          </p:nvPr>
        </p:nvSpPr>
        <p:spPr>
          <a:xfrm>
            <a:off x="179695" y="1600200"/>
            <a:ext cx="8964305" cy="4456113"/>
          </a:xfrm>
        </p:spPr>
        <p:txBody>
          <a:bodyPr/>
          <a:lstStyle/>
          <a:p>
            <a:r>
              <a:rPr lang="zh-CN" altLang="zh-CN" b="1" dirty="0"/>
              <a:t>软件版本：</a:t>
            </a:r>
          </a:p>
          <a:p>
            <a:pPr>
              <a:buFontTx/>
              <a:buNone/>
            </a:pPr>
            <a:r>
              <a:rPr lang="en-US" altLang="zh-CN" sz="2800" b="1" dirty="0"/>
              <a:t>   Windows 10 </a:t>
            </a:r>
            <a:r>
              <a:rPr lang="zh-CN" altLang="en-US" sz="2800" b="1" dirty="0"/>
              <a:t>、</a:t>
            </a:r>
            <a:r>
              <a:rPr lang="en-US" altLang="zh-CN" sz="2800" b="1" dirty="0"/>
              <a:t> Office 2016</a:t>
            </a:r>
            <a:endParaRPr lang="zh-CN" altLang="zh-CN" sz="2800" b="1" dirty="0"/>
          </a:p>
          <a:p>
            <a:pPr>
              <a:buFontTx/>
              <a:buNone/>
            </a:pPr>
            <a:r>
              <a:rPr lang="en-US" altLang="zh-CN" sz="2800" b="1" dirty="0"/>
              <a:t>   Photoshop 2018</a:t>
            </a:r>
            <a:r>
              <a:rPr lang="zh-CN" altLang="en-US" sz="2800" b="1" dirty="0"/>
              <a:t>、</a:t>
            </a:r>
            <a:r>
              <a:rPr lang="en-US" altLang="zh-CN" sz="2800" b="1" dirty="0" err="1"/>
              <a:t>DreamWeaver</a:t>
            </a:r>
            <a:r>
              <a:rPr lang="en-US" altLang="zh-CN" sz="2800" b="1" dirty="0"/>
              <a:t> 2018</a:t>
            </a:r>
          </a:p>
          <a:p>
            <a:pPr>
              <a:buFontTx/>
              <a:buNone/>
            </a:pPr>
            <a:endParaRPr lang="en-US" altLang="zh-CN" b="1" dirty="0"/>
          </a:p>
          <a:p>
            <a:pPr>
              <a:buFontTx/>
              <a:buNone/>
            </a:pPr>
            <a:r>
              <a:rPr lang="zh-CN" altLang="zh-CN" sz="2800" b="1" dirty="0"/>
              <a:t>（在机房开机菜单中</a:t>
            </a:r>
            <a:r>
              <a:rPr lang="zh-CN" altLang="en-US" sz="2800" b="1" dirty="0"/>
              <a:t>请</a:t>
            </a:r>
            <a:r>
              <a:rPr lang="zh-CN" altLang="zh-CN" sz="2800" b="1" dirty="0"/>
              <a:t>选择</a:t>
            </a:r>
            <a:r>
              <a:rPr lang="en-US" altLang="zh-CN" sz="2800" b="1" dirty="0">
                <a:solidFill>
                  <a:srgbClr val="FF0000"/>
                </a:solidFill>
              </a:rPr>
              <a:t>Windows10</a:t>
            </a:r>
            <a:r>
              <a:rPr lang="zh-CN" altLang="zh-CN" sz="2800" b="1" dirty="0"/>
              <a:t>）</a:t>
            </a:r>
            <a:endParaRPr lang="zh-CN" altLang="en-US" sz="28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2"/>
          <p:cNvSpPr>
            <a:spLocks noGrp="1"/>
          </p:cNvSpPr>
          <p:nvPr>
            <p:ph idx="1"/>
          </p:nvPr>
        </p:nvSpPr>
        <p:spPr>
          <a:xfrm>
            <a:off x="467714" y="260780"/>
            <a:ext cx="8424585" cy="5293089"/>
          </a:xfrm>
        </p:spPr>
        <p:txBody>
          <a:bodyPr/>
          <a:lstStyle/>
          <a:p>
            <a:pPr marL="0" indent="0">
              <a:buFontTx/>
              <a:buNone/>
            </a:pPr>
            <a:endParaRPr lang="en-US" altLang="zh-CN" sz="2800" b="1" dirty="0"/>
          </a:p>
          <a:p>
            <a:pPr marL="0" indent="0">
              <a:buFontTx/>
              <a:buNone/>
            </a:pPr>
            <a:endParaRPr lang="en-US" altLang="zh-CN" sz="2800" b="1" dirty="0"/>
          </a:p>
          <a:p>
            <a:pPr marL="0" indent="0">
              <a:buFontTx/>
              <a:buNone/>
            </a:pPr>
            <a:r>
              <a:rPr lang="zh-CN" altLang="en-US" sz="2800" b="1" dirty="0"/>
              <a:t>为便于作业检查，从下次课开始请同学们按班级集中就坐：</a:t>
            </a:r>
          </a:p>
        </p:txBody>
      </p:sp>
      <p:grpSp>
        <p:nvGrpSpPr>
          <p:cNvPr id="2" name="组合 1"/>
          <p:cNvGrpSpPr/>
          <p:nvPr/>
        </p:nvGrpSpPr>
        <p:grpSpPr>
          <a:xfrm>
            <a:off x="2295871" y="2614114"/>
            <a:ext cx="1615892" cy="2674937"/>
            <a:chOff x="1593255" y="2626192"/>
            <a:chExt cx="1615892" cy="2674937"/>
          </a:xfrm>
        </p:grpSpPr>
        <p:sp>
          <p:nvSpPr>
            <p:cNvPr id="4099" name="矩形 8"/>
            <p:cNvSpPr>
              <a:spLocks noChangeArrowheads="1"/>
            </p:cNvSpPr>
            <p:nvPr/>
          </p:nvSpPr>
          <p:spPr bwMode="auto">
            <a:xfrm>
              <a:off x="2129647" y="2626192"/>
              <a:ext cx="1079500" cy="2674937"/>
            </a:xfrm>
            <a:prstGeom prst="rect">
              <a:avLst/>
            </a:prstGeom>
            <a:solidFill>
              <a:schemeClr val="accent1"/>
            </a:solidFill>
            <a:ln w="12700"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600"/>
            </a:p>
          </p:txBody>
        </p:sp>
        <p:sp>
          <p:nvSpPr>
            <p:cNvPr id="4102" name="文本框 11"/>
            <p:cNvSpPr txBox="1">
              <a:spLocks noChangeArrowheads="1"/>
            </p:cNvSpPr>
            <p:nvPr/>
          </p:nvSpPr>
          <p:spPr bwMode="auto">
            <a:xfrm>
              <a:off x="1593255" y="2793033"/>
              <a:ext cx="1538883" cy="2136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4400" b="1" dirty="0" smtClean="0">
                  <a:ea typeface="楷体_GB2312" pitchFamily="1" charset="-122"/>
                  <a:sym typeface="楷体_GB2312" pitchFamily="1" charset="-122"/>
                </a:rPr>
                <a:t>1-4</a:t>
              </a:r>
              <a:endParaRPr lang="zh-CN" altLang="en-US" sz="4400" dirty="0"/>
            </a:p>
          </p:txBody>
        </p:sp>
      </p:grpSp>
      <p:grpSp>
        <p:nvGrpSpPr>
          <p:cNvPr id="3" name="组合 2"/>
          <p:cNvGrpSpPr/>
          <p:nvPr/>
        </p:nvGrpSpPr>
        <p:grpSpPr>
          <a:xfrm>
            <a:off x="4736429" y="2614115"/>
            <a:ext cx="1601721" cy="2674937"/>
            <a:chOff x="3393480" y="2626192"/>
            <a:chExt cx="1601721" cy="2674937"/>
          </a:xfrm>
        </p:grpSpPr>
        <p:sp>
          <p:nvSpPr>
            <p:cNvPr id="4100" name="矩形 9"/>
            <p:cNvSpPr>
              <a:spLocks noChangeArrowheads="1"/>
            </p:cNvSpPr>
            <p:nvPr/>
          </p:nvSpPr>
          <p:spPr bwMode="auto">
            <a:xfrm>
              <a:off x="3937239" y="2626192"/>
              <a:ext cx="1057962" cy="2674937"/>
            </a:xfrm>
            <a:prstGeom prst="rect">
              <a:avLst/>
            </a:prstGeom>
            <a:solidFill>
              <a:schemeClr val="accent1"/>
            </a:solidFill>
            <a:ln w="12700"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600"/>
            </a:p>
          </p:txBody>
        </p:sp>
        <p:sp>
          <p:nvSpPr>
            <p:cNvPr id="4103" name="文本框 12"/>
            <p:cNvSpPr txBox="1">
              <a:spLocks noChangeArrowheads="1"/>
            </p:cNvSpPr>
            <p:nvPr/>
          </p:nvSpPr>
          <p:spPr bwMode="auto">
            <a:xfrm>
              <a:off x="3393480" y="2793032"/>
              <a:ext cx="1538883" cy="2136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4400" b="1" dirty="0" smtClean="0">
                  <a:ea typeface="楷体_GB2312" pitchFamily="1" charset="-122"/>
                  <a:sym typeface="楷体_GB2312" pitchFamily="1" charset="-122"/>
                </a:rPr>
                <a:t>5-11</a:t>
              </a:r>
              <a:endParaRPr lang="zh-CN" altLang="en-US" sz="4400" dirty="0"/>
            </a:p>
          </p:txBody>
        </p:sp>
      </p:grpSp>
      <p:sp>
        <p:nvSpPr>
          <p:cNvPr id="4105" name="椭圆 14"/>
          <p:cNvSpPr>
            <a:spLocks noChangeArrowheads="1"/>
          </p:cNvSpPr>
          <p:nvPr/>
        </p:nvSpPr>
        <p:spPr bwMode="auto">
          <a:xfrm>
            <a:off x="3264064" y="5626100"/>
            <a:ext cx="2663825" cy="792162"/>
          </a:xfrm>
          <a:prstGeom prst="ellipse">
            <a:avLst/>
          </a:prstGeom>
          <a:solidFill>
            <a:schemeClr val="accent1"/>
          </a:solidFill>
          <a:ln w="12700"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600"/>
          </a:p>
        </p:txBody>
      </p:sp>
      <p:sp>
        <p:nvSpPr>
          <p:cNvPr id="4106" name="文本框 15"/>
          <p:cNvSpPr txBox="1">
            <a:spLocks noChangeArrowheads="1"/>
          </p:cNvSpPr>
          <p:nvPr/>
        </p:nvSpPr>
        <p:spPr bwMode="auto">
          <a:xfrm>
            <a:off x="3911763" y="5698331"/>
            <a:ext cx="13684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600" dirty="0"/>
              <a:t>讲  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026"/>
          <p:cNvSpPr txBox="1">
            <a:spLocks noChangeArrowheads="1"/>
          </p:cNvSpPr>
          <p:nvPr/>
        </p:nvSpPr>
        <p:spPr bwMode="auto">
          <a:xfrm>
            <a:off x="1547790" y="424947"/>
            <a:ext cx="644253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kumimoji="1" lang="zh-CN" altLang="en-US" sz="4400" b="1" dirty="0">
                <a:solidFill>
                  <a:srgbClr val="0070C0"/>
                </a:solidFill>
                <a:latin typeface="Times New Roman" panose="02020603050405020304" pitchFamily="18" charset="0"/>
              </a:rPr>
              <a:t>第</a:t>
            </a:r>
            <a:r>
              <a:rPr kumimoji="1" lang="en-US" altLang="zh-CN" sz="4400" b="1" dirty="0">
                <a:solidFill>
                  <a:srgbClr val="0070C0"/>
                </a:solidFill>
                <a:latin typeface="Times New Roman" panose="02020603050405020304" pitchFamily="18" charset="0"/>
              </a:rPr>
              <a:t>1</a:t>
            </a:r>
            <a:r>
              <a:rPr kumimoji="1" lang="zh-CN" altLang="en-US" sz="4400" b="1" dirty="0">
                <a:solidFill>
                  <a:srgbClr val="0070C0"/>
                </a:solidFill>
                <a:latin typeface="Times New Roman" panose="02020603050405020304" pitchFamily="18" charset="0"/>
              </a:rPr>
              <a:t>章</a:t>
            </a:r>
            <a:r>
              <a:rPr kumimoji="1" lang="en-US" altLang="zh-CN" sz="4400" b="1" dirty="0">
                <a:solidFill>
                  <a:srgbClr val="0070C0"/>
                </a:solidFill>
                <a:latin typeface="Times New Roman" panose="02020603050405020304" pitchFamily="18" charset="0"/>
              </a:rPr>
              <a:t>  </a:t>
            </a:r>
            <a:r>
              <a:rPr kumimoji="1" lang="zh-CN" altLang="en-US" sz="4400" b="1" dirty="0">
                <a:solidFill>
                  <a:srgbClr val="0070C0"/>
                </a:solidFill>
                <a:latin typeface="Times New Roman" panose="02020603050405020304" pitchFamily="18" charset="0"/>
              </a:rPr>
              <a:t>计算机基本知识</a:t>
            </a:r>
          </a:p>
        </p:txBody>
      </p:sp>
      <p:sp>
        <p:nvSpPr>
          <p:cNvPr id="11267" name="Text Box 1027">
            <a:hlinkClick r:id="" action="ppaction://hlinkshowjump?jump=nextslide"/>
          </p:cNvPr>
          <p:cNvSpPr txBox="1">
            <a:spLocks noChangeArrowheads="1"/>
          </p:cNvSpPr>
          <p:nvPr/>
        </p:nvSpPr>
        <p:spPr bwMode="auto">
          <a:xfrm>
            <a:off x="2795588" y="1824038"/>
            <a:ext cx="1600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kumimoji="1" lang="zh-CN" altLang="en-US" b="1">
                <a:solidFill>
                  <a:srgbClr val="FFCC00"/>
                </a:solidFill>
                <a:latin typeface="Times New Roman" panose="02020603050405020304" pitchFamily="18" charset="0"/>
              </a:rPr>
              <a:t>概 述</a:t>
            </a:r>
          </a:p>
        </p:txBody>
      </p:sp>
      <p:sp>
        <p:nvSpPr>
          <p:cNvPr id="11268" name="Text Box 1028">
            <a:hlinkClick r:id="rId2" action="ppaction://hlinksldjump"/>
          </p:cNvPr>
          <p:cNvSpPr txBox="1">
            <a:spLocks noChangeArrowheads="1"/>
          </p:cNvSpPr>
          <p:nvPr/>
        </p:nvSpPr>
        <p:spPr bwMode="auto">
          <a:xfrm>
            <a:off x="2795588" y="2562225"/>
            <a:ext cx="4724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kumimoji="1" lang="zh-CN" altLang="en-US" b="1">
                <a:solidFill>
                  <a:srgbClr val="FFCC00"/>
                </a:solidFill>
                <a:latin typeface="Times New Roman" panose="02020603050405020304" pitchFamily="18" charset="0"/>
              </a:rPr>
              <a:t>计算机系统的组成</a:t>
            </a:r>
          </a:p>
        </p:txBody>
      </p:sp>
      <p:sp>
        <p:nvSpPr>
          <p:cNvPr id="11269" name="Text Box 1029">
            <a:hlinkClick r:id="rId3" action="ppaction://hlinksldjump"/>
          </p:cNvPr>
          <p:cNvSpPr txBox="1">
            <a:spLocks noChangeArrowheads="1"/>
          </p:cNvSpPr>
          <p:nvPr/>
        </p:nvSpPr>
        <p:spPr bwMode="auto">
          <a:xfrm>
            <a:off x="2795588" y="3354388"/>
            <a:ext cx="4800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kumimoji="1" lang="zh-CN" altLang="en-US" b="1" dirty="0">
                <a:solidFill>
                  <a:srgbClr val="FFCC00"/>
                </a:solidFill>
                <a:latin typeface="Times New Roman" panose="02020603050405020304" pitchFamily="18" charset="0"/>
              </a:rPr>
              <a:t>数据在计算机中的表示</a:t>
            </a:r>
          </a:p>
        </p:txBody>
      </p:sp>
      <p:sp>
        <p:nvSpPr>
          <p:cNvPr id="106505" name="AutoShape 1033" descr="实心菱形">
            <a:hlinkClick r:id="rId4" action="ppaction://hlinksldjump" highlightClick="1"/>
          </p:cNvPr>
          <p:cNvSpPr>
            <a:spLocks noChangeArrowheads="1"/>
          </p:cNvSpPr>
          <p:nvPr/>
        </p:nvSpPr>
        <p:spPr bwMode="auto">
          <a:xfrm rot="2700000">
            <a:off x="1970087" y="3489326"/>
            <a:ext cx="360363" cy="360362"/>
          </a:xfrm>
          <a:prstGeom prst="actionButtonBlank">
            <a:avLst/>
          </a:prstGeom>
          <a:pattFill prst="solidDmnd">
            <a:fgClr>
              <a:srgbClr val="66FF33"/>
            </a:fgClr>
            <a:bgClr>
              <a:schemeClr val="bg1"/>
            </a:bgClr>
          </a:pattFill>
          <a:ln w="19050">
            <a:solidFill>
              <a:srgbClr val="339966"/>
            </a:solidFill>
            <a:miter lim="800000"/>
          </a:ln>
          <a:effectLst/>
        </p:spPr>
        <p:txBody>
          <a:bodyPr wrap="none" anchor="ctr"/>
          <a:lstStyle>
            <a:lvl1pPr eaLnBrk="0" hangingPunct="0">
              <a:defRPr kumimoji="1" sz="36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6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6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6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lgn="dist" eaLnBrk="1" hangingPunct="1">
              <a:buFont typeface="Arial" panose="020B0604020202020204" pitchFamily="34" charset="0"/>
              <a:buNone/>
              <a:defRPr/>
            </a:pPr>
            <a:r>
              <a:rPr lang="zh-CN" altLang="en-US" sz="2800" b="1" u="sng">
                <a:solidFill>
                  <a:schemeClr val="hlink"/>
                </a:solidFill>
                <a:effectLst>
                  <a:outerShdw blurRad="38100" dist="38100" dir="2700000" algn="tl">
                    <a:srgbClr val="FFFFFF"/>
                  </a:outerShdw>
                </a:effectLst>
                <a:ea typeface="幼圆" panose="02010509060101010101" pitchFamily="49" charset="-122"/>
              </a:rPr>
              <a:t>3</a:t>
            </a:r>
          </a:p>
        </p:txBody>
      </p:sp>
      <p:sp>
        <p:nvSpPr>
          <p:cNvPr id="106507" name="AutoShape 1035" descr="实心菱形">
            <a:hlinkClick r:id="rId5" action="ppaction://hlinksldjump" highlightClick="1"/>
          </p:cNvPr>
          <p:cNvSpPr>
            <a:spLocks noChangeArrowheads="1"/>
          </p:cNvSpPr>
          <p:nvPr/>
        </p:nvSpPr>
        <p:spPr bwMode="auto">
          <a:xfrm rot="18900000">
            <a:off x="1970088" y="2727325"/>
            <a:ext cx="360362" cy="360363"/>
          </a:xfrm>
          <a:prstGeom prst="actionButtonBlank">
            <a:avLst/>
          </a:prstGeom>
          <a:pattFill prst="solidDmnd">
            <a:fgClr>
              <a:srgbClr val="66FF33"/>
            </a:fgClr>
            <a:bgClr>
              <a:schemeClr val="bg1"/>
            </a:bgClr>
          </a:pattFill>
          <a:ln w="12700">
            <a:solidFill>
              <a:srgbClr val="339966"/>
            </a:solidFill>
            <a:miter lim="800000"/>
          </a:ln>
          <a:effectLst/>
        </p:spPr>
        <p:txBody>
          <a:bodyPr wrap="none" anchor="ctr"/>
          <a:lstStyle/>
          <a:p>
            <a:pPr algn="dist" eaLnBrk="1" hangingPunct="1">
              <a:buFont typeface="Arial" panose="020B0604020202020204" pitchFamily="34" charset="0"/>
              <a:buNone/>
              <a:defRPr/>
            </a:pPr>
            <a:r>
              <a:rPr lang="zh-CN" altLang="en-US" sz="2800" b="1">
                <a:solidFill>
                  <a:srgbClr val="FF0000"/>
                </a:solidFill>
                <a:effectLst>
                  <a:outerShdw blurRad="38100" dist="38100" dir="2700000" algn="tl">
                    <a:srgbClr val="FFFFFF"/>
                  </a:outerShdw>
                </a:effectLst>
                <a:ea typeface="幼圆" panose="02010509060101010101" pitchFamily="49" charset="-122"/>
                <a:hlinkClick r:id="rId2" action="ppaction://hlinksldjump"/>
              </a:rPr>
              <a:t>2</a:t>
            </a:r>
            <a:endParaRPr lang="zh-CN" altLang="en-US" sz="2800" b="1">
              <a:solidFill>
                <a:srgbClr val="FF0000"/>
              </a:solidFill>
              <a:effectLst>
                <a:outerShdw blurRad="38100" dist="38100" dir="2700000" algn="tl">
                  <a:srgbClr val="FFFFFF"/>
                </a:outerShdw>
              </a:effectLst>
              <a:ea typeface="幼圆" panose="02010509060101010101" pitchFamily="49" charset="-122"/>
            </a:endParaRPr>
          </a:p>
        </p:txBody>
      </p:sp>
      <p:sp>
        <p:nvSpPr>
          <p:cNvPr id="106508" name="AutoShape 1036" descr="实心菱形">
            <a:hlinkClick r:id="rId6" action="ppaction://hlinksldjump" highlightClick="1"/>
          </p:cNvPr>
          <p:cNvSpPr>
            <a:spLocks noChangeArrowheads="1"/>
          </p:cNvSpPr>
          <p:nvPr/>
        </p:nvSpPr>
        <p:spPr bwMode="auto">
          <a:xfrm rot="2700000">
            <a:off x="1970087" y="1965326"/>
            <a:ext cx="360363" cy="360362"/>
          </a:xfrm>
          <a:prstGeom prst="actionButtonBlank">
            <a:avLst/>
          </a:prstGeom>
          <a:pattFill prst="solidDmnd">
            <a:fgClr>
              <a:srgbClr val="66FF33"/>
            </a:fgClr>
            <a:bgClr>
              <a:schemeClr val="bg1"/>
            </a:bgClr>
          </a:pattFill>
          <a:ln w="3175">
            <a:solidFill>
              <a:srgbClr val="339966"/>
            </a:solidFill>
            <a:miter lim="800000"/>
          </a:ln>
          <a:effectLst/>
        </p:spPr>
        <p:txBody>
          <a:bodyPr wrap="none" anchor="ctr"/>
          <a:lstStyle/>
          <a:p>
            <a:pPr algn="dist" eaLnBrk="1" hangingPunct="1">
              <a:buFont typeface="Arial" panose="020B0604020202020204" pitchFamily="34" charset="0"/>
              <a:buNone/>
              <a:defRPr/>
            </a:pPr>
            <a:r>
              <a:rPr lang="zh-CN" altLang="en-US" sz="2800" b="1">
                <a:solidFill>
                  <a:srgbClr val="FF0000"/>
                </a:solidFill>
                <a:effectLst>
                  <a:outerShdw blurRad="38100" dist="38100" dir="2700000" algn="tl">
                    <a:srgbClr val="FFFFFF"/>
                  </a:outerShdw>
                </a:effectLst>
                <a:ea typeface="幼圆" panose="02010509060101010101" pitchFamily="49" charset="-122"/>
                <a:hlinkClick r:id="rId7" action="ppaction://hlinksldjump"/>
              </a:rPr>
              <a:t>1</a:t>
            </a:r>
            <a:endParaRPr lang="zh-CN" altLang="en-US" sz="2800" b="1">
              <a:solidFill>
                <a:srgbClr val="FF0000"/>
              </a:solidFill>
              <a:effectLst>
                <a:outerShdw blurRad="38100" dist="38100" dir="2700000" algn="tl">
                  <a:srgbClr val="FFFFFF"/>
                </a:outerShdw>
              </a:effectLst>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06508"/>
                                        </p:tgtEl>
                                        <p:attrNameLst>
                                          <p:attrName>style.visibility</p:attrName>
                                        </p:attrNameLst>
                                      </p:cBhvr>
                                      <p:to>
                                        <p:strVal val="visible"/>
                                      </p:to>
                                    </p:set>
                                    <p:anim calcmode="lin" valueType="num">
                                      <p:cBhvr>
                                        <p:cTn id="7" dur="500" fill="hold"/>
                                        <p:tgtEl>
                                          <p:spTgt spid="106508"/>
                                        </p:tgtEl>
                                        <p:attrNameLst>
                                          <p:attrName>ppt_w</p:attrName>
                                        </p:attrNameLst>
                                      </p:cBhvr>
                                      <p:tavLst>
                                        <p:tav tm="0">
                                          <p:val>
                                            <p:fltVal val="0"/>
                                          </p:val>
                                        </p:tav>
                                        <p:tav tm="100000">
                                          <p:val>
                                            <p:strVal val="#ppt_w"/>
                                          </p:val>
                                        </p:tav>
                                      </p:tavLst>
                                    </p:anim>
                                    <p:anim calcmode="lin" valueType="num">
                                      <p:cBhvr>
                                        <p:cTn id="8" dur="500" fill="hold"/>
                                        <p:tgtEl>
                                          <p:spTgt spid="106508"/>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06507"/>
                                        </p:tgtEl>
                                        <p:attrNameLst>
                                          <p:attrName>style.visibility</p:attrName>
                                        </p:attrNameLst>
                                      </p:cBhvr>
                                      <p:to>
                                        <p:strVal val="visible"/>
                                      </p:to>
                                    </p:set>
                                    <p:anim calcmode="lin" valueType="num">
                                      <p:cBhvr>
                                        <p:cTn id="12" dur="500" fill="hold"/>
                                        <p:tgtEl>
                                          <p:spTgt spid="106507"/>
                                        </p:tgtEl>
                                        <p:attrNameLst>
                                          <p:attrName>ppt_w</p:attrName>
                                        </p:attrNameLst>
                                      </p:cBhvr>
                                      <p:tavLst>
                                        <p:tav tm="0">
                                          <p:val>
                                            <p:fltVal val="0"/>
                                          </p:val>
                                        </p:tav>
                                        <p:tav tm="100000">
                                          <p:val>
                                            <p:strVal val="#ppt_w"/>
                                          </p:val>
                                        </p:tav>
                                      </p:tavLst>
                                    </p:anim>
                                    <p:anim calcmode="lin" valueType="num">
                                      <p:cBhvr>
                                        <p:cTn id="13" dur="500" fill="hold"/>
                                        <p:tgtEl>
                                          <p:spTgt spid="106507"/>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106505"/>
                                        </p:tgtEl>
                                        <p:attrNameLst>
                                          <p:attrName>style.visibility</p:attrName>
                                        </p:attrNameLst>
                                      </p:cBhvr>
                                      <p:to>
                                        <p:strVal val="visible"/>
                                      </p:to>
                                    </p:set>
                                    <p:anim calcmode="lin" valueType="num">
                                      <p:cBhvr>
                                        <p:cTn id="17" dur="500" fill="hold"/>
                                        <p:tgtEl>
                                          <p:spTgt spid="106505"/>
                                        </p:tgtEl>
                                        <p:attrNameLst>
                                          <p:attrName>ppt_w</p:attrName>
                                        </p:attrNameLst>
                                      </p:cBhvr>
                                      <p:tavLst>
                                        <p:tav tm="0">
                                          <p:val>
                                            <p:fltVal val="0"/>
                                          </p:val>
                                        </p:tav>
                                        <p:tav tm="100000">
                                          <p:val>
                                            <p:strVal val="#ppt_w"/>
                                          </p:val>
                                        </p:tav>
                                      </p:tavLst>
                                    </p:anim>
                                    <p:anim calcmode="lin" valueType="num">
                                      <p:cBhvr>
                                        <p:cTn id="18" dur="500" fill="hold"/>
                                        <p:tgtEl>
                                          <p:spTgt spid="10650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5" grpId="0" animBg="1" autoUpdateAnimBg="0"/>
      <p:bldP spid="106507" grpId="0" animBg="1" autoUpdateAnimBg="0"/>
      <p:bldP spid="106508"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85800" y="512763"/>
            <a:ext cx="7772400" cy="828675"/>
          </a:xfrm>
          <a:prstGeom prst="rect">
            <a:avLst/>
          </a:prstGeom>
        </p:spPr>
        <p:txBody>
          <a:bodyPr/>
          <a:lstStyle>
            <a:lvl1pPr algn="r" rtl="0" eaLnBrk="0" fontAlgn="base" hangingPunct="0">
              <a:spcBef>
                <a:spcPct val="0"/>
              </a:spcBef>
              <a:spcAft>
                <a:spcPct val="0"/>
              </a:spcAft>
              <a:defRPr kumimoji="1" sz="4400" i="1">
                <a:solidFill>
                  <a:schemeClr val="tx2"/>
                </a:solidFill>
                <a:latin typeface="+mj-lt"/>
                <a:ea typeface="+mj-ea"/>
                <a:cs typeface="+mj-cs"/>
              </a:defRPr>
            </a:lvl1pPr>
            <a:lvl2pPr algn="r"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algn="l" eaLnBrk="1" hangingPunct="1">
              <a:buFont typeface="Arial" panose="020B0604020202020204" pitchFamily="34" charset="0"/>
              <a:buNone/>
              <a:defRPr/>
            </a:pPr>
            <a:r>
              <a:rPr lang="en-US" altLang="zh-CN" b="1" i="0" kern="0" dirty="0">
                <a:solidFill>
                  <a:srgbClr val="0070C0"/>
                </a:solidFill>
                <a:latin typeface="楷体_GB2312" pitchFamily="1" charset="-122"/>
                <a:ea typeface="楷体_GB2312" pitchFamily="1" charset="-122"/>
              </a:rPr>
              <a:t>1.1 </a:t>
            </a:r>
            <a:r>
              <a:rPr lang="zh-CN" altLang="en-US" b="1" i="0" kern="0" dirty="0">
                <a:solidFill>
                  <a:srgbClr val="0070C0"/>
                </a:solidFill>
                <a:latin typeface="楷体_GB2312" pitchFamily="1" charset="-122"/>
                <a:ea typeface="楷体_GB2312" pitchFamily="1" charset="-122"/>
              </a:rPr>
              <a:t>概 述</a:t>
            </a:r>
          </a:p>
        </p:txBody>
      </p:sp>
      <p:sp>
        <p:nvSpPr>
          <p:cNvPr id="3" name="Text Box 3"/>
          <p:cNvSpPr txBox="1">
            <a:spLocks noChangeArrowheads="1"/>
          </p:cNvSpPr>
          <p:nvPr/>
        </p:nvSpPr>
        <p:spPr bwMode="auto">
          <a:xfrm>
            <a:off x="395288" y="1700213"/>
            <a:ext cx="7561262"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20000"/>
              </a:lnSpc>
              <a:spcBef>
                <a:spcPct val="0"/>
              </a:spcBef>
              <a:buFontTx/>
              <a:buNone/>
            </a:pPr>
            <a:r>
              <a:rPr kumimoji="1" lang="zh-CN" altLang="en-US" sz="2400" b="1">
                <a:latin typeface="Times New Roman" panose="02020603050405020304" pitchFamily="18" charset="0"/>
                <a:ea typeface="华康简宋" charset="-122"/>
              </a:rPr>
              <a:t>   </a:t>
            </a:r>
            <a:r>
              <a:rPr kumimoji="1" lang="zh-CN" altLang="en-US" b="1">
                <a:latin typeface="Times New Roman" panose="02020603050405020304" pitchFamily="18" charset="0"/>
                <a:ea typeface="华康简宋" charset="-122"/>
              </a:rPr>
              <a:t>人类为什么要发明计算机？</a:t>
            </a:r>
          </a:p>
        </p:txBody>
      </p:sp>
      <p:sp>
        <p:nvSpPr>
          <p:cNvPr id="4" name="Text Box 3"/>
          <p:cNvSpPr txBox="1">
            <a:spLocks noRot="1" noChangeAspect="1" noMove="1" noResize="1" noEditPoints="1" noAdjustHandles="1" noChangeArrowheads="1" noChangeShapeType="1" noTextEdit="1"/>
          </p:cNvSpPr>
          <p:nvPr/>
        </p:nvSpPr>
        <p:spPr bwMode="auto">
          <a:xfrm>
            <a:off x="897236" y="2680693"/>
            <a:ext cx="7560964" cy="3268587"/>
          </a:xfrm>
          <a:prstGeom prst="rect">
            <a:avLst/>
          </a:prstGeom>
          <a:blipFill rotWithShape="0">
            <a:blip r:embed="rId2">
              <a:duotone>
                <a:prstClr val="black"/>
                <a:srgbClr val="FF0000">
                  <a:tint val="45000"/>
                  <a:satMod val="400000"/>
                </a:srgbClr>
              </a:duotone>
            </a:blip>
            <a:stretch>
              <a:fillRect l="-1048" t="-1866" r="-483"/>
            </a:stretch>
          </a:blip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eaLnBrk="1" hangingPunct="1">
              <a:buFont typeface="Arial" panose="020B0604020202020204" pitchFamily="34" charset="0"/>
              <a:buNone/>
              <a:defRPr/>
            </a:pPr>
            <a:r>
              <a:rPr lang="zh-CN" altLang="en-US">
                <a:ln>
                  <a:solidFill>
                    <a:schemeClr val="accent4"/>
                  </a:solidFill>
                </a:ln>
                <a:no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5" name="Text Box 5"/>
          <p:cNvSpPr txBox="1">
            <a:spLocks noChangeArrowheads="1"/>
          </p:cNvSpPr>
          <p:nvPr/>
        </p:nvSpPr>
        <p:spPr bwMode="auto">
          <a:xfrm>
            <a:off x="1476375" y="1708150"/>
            <a:ext cx="5688013"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20000"/>
              </a:lnSpc>
              <a:spcBef>
                <a:spcPct val="0"/>
              </a:spcBef>
            </a:pPr>
            <a:r>
              <a:rPr kumimoji="1" lang="zh-CN" altLang="en-US" b="1">
                <a:latin typeface="Times New Roman" panose="02020603050405020304" pitchFamily="18" charset="0"/>
                <a:ea typeface="华康简宋" charset="-122"/>
              </a:rPr>
              <a:t>图灵机</a:t>
            </a:r>
            <a:endParaRPr kumimoji="1" lang="en-US" altLang="zh-CN" b="1">
              <a:latin typeface="Times New Roman" panose="02020603050405020304" pitchFamily="18" charset="0"/>
              <a:ea typeface="华康简宋" charset="-122"/>
            </a:endParaRPr>
          </a:p>
          <a:p>
            <a:pPr eaLnBrk="1" hangingPunct="1">
              <a:lnSpc>
                <a:spcPct val="120000"/>
              </a:lnSpc>
              <a:spcBef>
                <a:spcPct val="0"/>
              </a:spcBef>
            </a:pPr>
            <a:r>
              <a:rPr kumimoji="1" lang="en-US" altLang="zh-CN" b="1">
                <a:latin typeface="Times New Roman" panose="02020603050405020304" pitchFamily="18" charset="0"/>
                <a:ea typeface="华康简宋" charset="-122"/>
              </a:rPr>
              <a:t>ENIAC</a:t>
            </a:r>
          </a:p>
          <a:p>
            <a:pPr eaLnBrk="1" hangingPunct="1">
              <a:lnSpc>
                <a:spcPct val="120000"/>
              </a:lnSpc>
              <a:spcBef>
                <a:spcPct val="0"/>
              </a:spcBef>
            </a:pPr>
            <a:r>
              <a:rPr kumimoji="1" lang="zh-CN" altLang="en-US" b="1">
                <a:latin typeface="Times New Roman" panose="02020603050405020304" pitchFamily="18" charset="0"/>
                <a:ea typeface="华康简宋" charset="-122"/>
              </a:rPr>
              <a:t>冯∙诺依曼体系结构</a:t>
            </a:r>
            <a:endParaRPr kumimoji="1" lang="zh-CN" altLang="en-US" b="1">
              <a:latin typeface="Times New Roman" panose="02020603050405020304" pitchFamily="18" charset="0"/>
            </a:endParaRPr>
          </a:p>
        </p:txBody>
      </p:sp>
      <p:sp>
        <p:nvSpPr>
          <p:cNvPr id="15363" name="Rectangle 2"/>
          <p:cNvSpPr>
            <a:spLocks noGrp="1" noChangeArrowheads="1"/>
          </p:cNvSpPr>
          <p:nvPr>
            <p:ph type="title"/>
          </p:nvPr>
        </p:nvSpPr>
        <p:spPr>
          <a:xfrm>
            <a:off x="611188" y="315913"/>
            <a:ext cx="7772400" cy="817562"/>
          </a:xfrm>
        </p:spPr>
        <p:txBody>
          <a:bodyPr/>
          <a:lstStyle/>
          <a:p>
            <a:pPr eaLnBrk="1" hangingPunct="1"/>
            <a:r>
              <a:rPr lang="zh-CN" altLang="en-US" sz="4000" b="1">
                <a:latin typeface="楷体_GB2312" pitchFamily="1" charset="-122"/>
                <a:ea typeface="楷体_GB2312" pitchFamily="1" charset="-122"/>
              </a:rPr>
              <a:t>计算机的诞生</a:t>
            </a:r>
          </a:p>
        </p:txBody>
      </p:sp>
      <p:sp>
        <p:nvSpPr>
          <p:cNvPr id="2" name="矩形 1"/>
          <p:cNvSpPr/>
          <p:nvPr/>
        </p:nvSpPr>
        <p:spPr>
          <a:xfrm>
            <a:off x="827088" y="3789363"/>
            <a:ext cx="7705725" cy="1384300"/>
          </a:xfrm>
          <a:prstGeom prst="rect">
            <a:avLst/>
          </a:prstGeom>
        </p:spPr>
        <p:txBody>
          <a:bodyPr>
            <a:spAutoFit/>
          </a:bodyPr>
          <a:lstStyle/>
          <a:p>
            <a:pPr eaLnBrk="1" hangingPunct="1">
              <a:buFont typeface="Arial" panose="020B0604020202020204" pitchFamily="34" charset="0"/>
              <a:buNone/>
              <a:defRPr/>
            </a:pPr>
            <a:r>
              <a:rPr lang="zh-CN" altLang="en-US" sz="2800" b="1" dirty="0">
                <a:solidFill>
                  <a:schemeClr val="tx1">
                    <a:lumMod val="75000"/>
                  </a:schemeClr>
                </a:solidFill>
                <a:latin typeface="-apple-system"/>
              </a:rPr>
              <a:t>世界上很多东西发展到一定程度，相应的理论就诞生了，计算机也是如此。</a:t>
            </a:r>
            <a:endParaRPr lang="en-US" altLang="zh-CN" sz="2800" b="1" dirty="0">
              <a:solidFill>
                <a:schemeClr val="tx1">
                  <a:lumMod val="75000"/>
                </a:schemeClr>
              </a:solidFill>
              <a:latin typeface="-apple-system"/>
            </a:endParaRPr>
          </a:p>
          <a:p>
            <a:pPr eaLnBrk="1" hangingPunct="1">
              <a:buFont typeface="Arial" panose="020B0604020202020204" pitchFamily="34" charset="0"/>
              <a:buNone/>
              <a:defRPr/>
            </a:pPr>
            <a:r>
              <a:rPr lang="en-US" altLang="zh-CN" sz="2800" dirty="0">
                <a:solidFill>
                  <a:schemeClr val="tx1">
                    <a:lumMod val="75000"/>
                  </a:schemeClr>
                </a:solidFill>
                <a:latin typeface="-apple-system"/>
              </a:rPr>
              <a:t>                      </a:t>
            </a:r>
            <a:endParaRPr lang="zh-CN" altLang="en-US" sz="2400" dirty="0">
              <a:solidFill>
                <a:schemeClr val="tx1">
                  <a:lumMod val="75000"/>
                </a:schemeClr>
              </a:solidFill>
            </a:endParaRPr>
          </a:p>
        </p:txBody>
      </p:sp>
      <p:sp>
        <p:nvSpPr>
          <p:cNvPr id="8" name="矩形 7"/>
          <p:cNvSpPr>
            <a:spLocks noChangeArrowheads="1"/>
          </p:cNvSpPr>
          <p:nvPr/>
        </p:nvSpPr>
        <p:spPr bwMode="auto">
          <a:xfrm>
            <a:off x="827088" y="4857750"/>
            <a:ext cx="777716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a:solidFill>
                  <a:srgbClr val="FF0000"/>
                </a:solidFill>
                <a:latin typeface="-apple-system"/>
              </a:rPr>
              <a:t>到了</a:t>
            </a:r>
            <a:r>
              <a:rPr lang="en-US" altLang="zh-CN" sz="2800" b="1">
                <a:solidFill>
                  <a:srgbClr val="FF0000"/>
                </a:solidFill>
                <a:latin typeface="-apple-system"/>
              </a:rPr>
              <a:t>20</a:t>
            </a:r>
            <a:r>
              <a:rPr lang="zh-CN" altLang="en-US" sz="2800" b="1">
                <a:solidFill>
                  <a:srgbClr val="FF0000"/>
                </a:solidFill>
                <a:latin typeface="-apple-system"/>
              </a:rPr>
              <a:t>世纪中期，理论和经验的积累已经为技术的突破做好了准备。电子计算机的发明，是历史的必然。</a:t>
            </a:r>
            <a:endParaRPr lang="zh-CN" altLang="en-US" sz="2800" b="1">
              <a:solidFill>
                <a:srgbClr val="FF0000"/>
              </a:solidFill>
              <a:latin typeface="Calibri" panose="020F0502020204030204" pitchFamily="34" charset="0"/>
            </a:endParaRPr>
          </a:p>
        </p:txBody>
      </p:sp>
      <p:sp>
        <p:nvSpPr>
          <p:cNvPr id="3" name="矩形 2"/>
          <p:cNvSpPr/>
          <p:nvPr/>
        </p:nvSpPr>
        <p:spPr>
          <a:xfrm>
            <a:off x="4822825" y="5967413"/>
            <a:ext cx="3852863" cy="522287"/>
          </a:xfrm>
          <a:prstGeom prst="rect">
            <a:avLst/>
          </a:prstGeom>
        </p:spPr>
        <p:txBody>
          <a:bodyPr>
            <a:spAutoFit/>
          </a:bodyPr>
          <a:lstStyle/>
          <a:p>
            <a:pPr eaLnBrk="1" hangingPunct="1">
              <a:buFont typeface="Arial" panose="020B0604020202020204" pitchFamily="34" charset="0"/>
              <a:buNone/>
              <a:defRPr/>
            </a:pPr>
            <a:r>
              <a:rPr lang="en-US" altLang="zh-CN" sz="2800" dirty="0">
                <a:solidFill>
                  <a:schemeClr val="tx1">
                    <a:lumMod val="75000"/>
                  </a:schemeClr>
                </a:solidFill>
                <a:latin typeface="-apple-system"/>
              </a:rPr>
              <a:t>——</a:t>
            </a:r>
            <a:r>
              <a:rPr lang="zh-CN" altLang="en-US" sz="2800" dirty="0">
                <a:solidFill>
                  <a:schemeClr val="tx1">
                    <a:lumMod val="75000"/>
                  </a:schemeClr>
                </a:solidFill>
                <a:latin typeface="-apple-system"/>
              </a:rPr>
              <a:t>摘自</a:t>
            </a:r>
            <a:r>
              <a:rPr lang="en-US" altLang="zh-CN" sz="2800" dirty="0">
                <a:solidFill>
                  <a:schemeClr val="tx1">
                    <a:lumMod val="75000"/>
                  </a:schemeClr>
                </a:solidFill>
                <a:latin typeface="-apple-system"/>
              </a:rPr>
              <a:t>《</a:t>
            </a:r>
            <a:r>
              <a:rPr lang="zh-CN" altLang="en-US" sz="2800" dirty="0">
                <a:solidFill>
                  <a:schemeClr val="tx1">
                    <a:lumMod val="75000"/>
                  </a:schemeClr>
                </a:solidFill>
                <a:latin typeface="-apple-system"/>
              </a:rPr>
              <a:t>文明之光</a:t>
            </a:r>
            <a:r>
              <a:rPr lang="en-US" altLang="zh-CN" sz="2800" dirty="0">
                <a:solidFill>
                  <a:schemeClr val="tx1">
                    <a:lumMod val="75000"/>
                  </a:schemeClr>
                </a:solidFill>
                <a:latin typeface="-apple-system"/>
              </a:rPr>
              <a:t>》          </a:t>
            </a:r>
            <a:endParaRPr lang="zh-CN" altLang="en-US" sz="2800" dirty="0">
              <a:solidFill>
                <a:schemeClr val="tx1">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2" grpId="0"/>
      <p:bldP spid="8"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1989138"/>
            <a:ext cx="5040313"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3"/>
          <p:cNvSpPr>
            <a:spLocks noChangeArrowheads="1"/>
          </p:cNvSpPr>
          <p:nvPr/>
        </p:nvSpPr>
        <p:spPr bwMode="auto">
          <a:xfrm>
            <a:off x="-1" y="3634944"/>
            <a:ext cx="3336926"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None/>
            </a:pPr>
            <a:r>
              <a:rPr lang="zh-CN" altLang="en-US" sz="1800" dirty="0">
                <a:solidFill>
                  <a:srgbClr val="006699"/>
                </a:solidFill>
                <a:latin typeface="Tahoma" panose="020B0604030504040204" pitchFamily="34" charset="0"/>
                <a:sym typeface="Tahoma" panose="020B0604030504040204" pitchFamily="34" charset="0"/>
              </a:rPr>
              <a:t>图灵 </a:t>
            </a:r>
            <a:r>
              <a:rPr lang="en-US" altLang="zh-CN" sz="1800" dirty="0">
                <a:solidFill>
                  <a:srgbClr val="006699"/>
                </a:solidFill>
                <a:latin typeface="Tahoma" panose="020B0604030504040204" pitchFamily="34" charset="0"/>
                <a:sym typeface="Tahoma" panose="020B0604030504040204" pitchFamily="34" charset="0"/>
              </a:rPr>
              <a:t>1912.6.23</a:t>
            </a:r>
            <a:r>
              <a:rPr lang="zh-CN" altLang="en-US" sz="1800" dirty="0">
                <a:solidFill>
                  <a:srgbClr val="006699"/>
                </a:solidFill>
                <a:latin typeface="Tahoma" panose="020B0604030504040204" pitchFamily="34" charset="0"/>
                <a:sym typeface="Tahoma" panose="020B0604030504040204" pitchFamily="34" charset="0"/>
              </a:rPr>
              <a:t>－</a:t>
            </a:r>
            <a:r>
              <a:rPr lang="en-US" altLang="zh-CN" sz="1800" dirty="0">
                <a:solidFill>
                  <a:srgbClr val="006699"/>
                </a:solidFill>
                <a:latin typeface="Tahoma" panose="020B0604030504040204" pitchFamily="34" charset="0"/>
                <a:sym typeface="Tahoma" panose="020B0604030504040204" pitchFamily="34" charset="0"/>
              </a:rPr>
              <a:t>1954.6.7</a:t>
            </a:r>
            <a:endParaRPr lang="zh-CN" altLang="en-US" sz="1800" dirty="0">
              <a:solidFill>
                <a:srgbClr val="006699"/>
              </a:solidFill>
              <a:latin typeface="Tahoma" panose="020B0604030504040204" pitchFamily="34" charset="0"/>
              <a:sym typeface="Tahoma" panose="020B0604030504040204" pitchFamily="34" charset="0"/>
            </a:endParaRPr>
          </a:p>
          <a:p>
            <a:pPr algn="ctr" eaLnBrk="1" hangingPunct="1">
              <a:spcBef>
                <a:spcPct val="0"/>
              </a:spcBef>
              <a:buFont typeface="Arial" panose="020B0604020202020204" pitchFamily="34" charset="0"/>
              <a:buNone/>
            </a:pPr>
            <a:r>
              <a:rPr lang="zh-CN" altLang="en-US" sz="1800" dirty="0">
                <a:solidFill>
                  <a:srgbClr val="006699"/>
                </a:solidFill>
                <a:latin typeface="Tahoma" panose="020B0604030504040204" pitchFamily="34" charset="0"/>
                <a:sym typeface="Tahoma" panose="020B0604030504040204" pitchFamily="34" charset="0"/>
              </a:rPr>
              <a:t>英国数学家、逻辑学家</a:t>
            </a:r>
          </a:p>
        </p:txBody>
      </p:sp>
      <p:pic>
        <p:nvPicPr>
          <p:cNvPr id="17412" name="Picture 4" descr="图灵机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857500"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5"/>
          <p:cNvSpPr>
            <a:spLocks noChangeArrowheads="1"/>
          </p:cNvSpPr>
          <p:nvPr/>
        </p:nvSpPr>
        <p:spPr bwMode="auto">
          <a:xfrm>
            <a:off x="3635375" y="188913"/>
            <a:ext cx="43100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800" i="1">
                <a:solidFill>
                  <a:srgbClr val="FF6600"/>
                </a:solidFill>
                <a:latin typeface="Bodoni MT Black" pitchFamily="18" charset="0"/>
                <a:sym typeface="Bodoni MT Black" pitchFamily="18" charset="0"/>
              </a:rPr>
              <a:t>Can Machines Think</a:t>
            </a:r>
            <a:r>
              <a:rPr lang="en-US" altLang="zh-CN" sz="2800" i="1">
                <a:solidFill>
                  <a:srgbClr val="FF6600"/>
                </a:solidFill>
                <a:latin typeface="Bodoni MT Black" pitchFamily="18" charset="0"/>
                <a:sym typeface="Bodoni MT Black" pitchFamily="18" charset="0"/>
              </a:rPr>
              <a:t>?</a:t>
            </a:r>
            <a:endParaRPr lang="en-US" altLang="zh-CN" sz="2800">
              <a:solidFill>
                <a:srgbClr val="FF6600"/>
              </a:solidFill>
              <a:latin typeface="Bodoni MT Black" pitchFamily="18" charset="0"/>
              <a:sym typeface="Bodoni MT Black" pitchFamily="18" charset="0"/>
            </a:endParaRPr>
          </a:p>
        </p:txBody>
      </p:sp>
      <p:sp>
        <p:nvSpPr>
          <p:cNvPr id="17414" name="Rectangle 6"/>
          <p:cNvSpPr>
            <a:spLocks noChangeArrowheads="1"/>
          </p:cNvSpPr>
          <p:nvPr/>
        </p:nvSpPr>
        <p:spPr bwMode="auto">
          <a:xfrm>
            <a:off x="258763" y="4508500"/>
            <a:ext cx="2216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000" b="1" dirty="0">
                <a:solidFill>
                  <a:srgbClr val="FF0000"/>
                </a:solidFill>
                <a:latin typeface="华文行楷" panose="02010800040101010101" pitchFamily="2" charset="-122"/>
                <a:ea typeface="华文行楷" panose="02010800040101010101" pitchFamily="2" charset="-122"/>
                <a:sym typeface="华文行楷" panose="02010800040101010101" pitchFamily="2" charset="-122"/>
              </a:rPr>
              <a:t>人工智能和</a:t>
            </a:r>
          </a:p>
          <a:p>
            <a:pPr algn="ctr" eaLnBrk="1" hangingPunct="1">
              <a:spcBef>
                <a:spcPct val="0"/>
              </a:spcBef>
              <a:buFont typeface="Arial" panose="020B0604020202020204" pitchFamily="34" charset="0"/>
              <a:buNone/>
            </a:pPr>
            <a:r>
              <a:rPr lang="zh-CN" altLang="en-US" sz="2000" b="1" dirty="0">
                <a:solidFill>
                  <a:srgbClr val="FF0000"/>
                </a:solidFill>
                <a:latin typeface="华文行楷" panose="02010800040101010101" pitchFamily="2" charset="-122"/>
                <a:ea typeface="华文行楷" panose="02010800040101010101" pitchFamily="2" charset="-122"/>
                <a:sym typeface="华文行楷" panose="02010800040101010101" pitchFamily="2" charset="-122"/>
              </a:rPr>
              <a:t>计算机科学之父</a:t>
            </a:r>
            <a:r>
              <a:rPr lang="zh-CN" altLang="en-US" sz="2000" b="1" dirty="0">
                <a:solidFill>
                  <a:schemeClr val="hlink"/>
                </a:solidFill>
                <a:latin typeface="华文行楷" panose="02010800040101010101" pitchFamily="2" charset="-122"/>
                <a:ea typeface="华文行楷" panose="02010800040101010101" pitchFamily="2" charset="-122"/>
                <a:sym typeface="华文行楷" panose="02010800040101010101" pitchFamily="2" charset="-122"/>
              </a:rPr>
              <a:t>  </a:t>
            </a:r>
            <a:endParaRPr lang="zh-CN" altLang="en-US" sz="1800" dirty="0">
              <a:latin typeface="Calibri" panose="020F0502020204030204" pitchFamily="34" charset="0"/>
            </a:endParaRPr>
          </a:p>
        </p:txBody>
      </p:sp>
      <p:grpSp>
        <p:nvGrpSpPr>
          <p:cNvPr id="12295" name="Group 7"/>
          <p:cNvGrpSpPr/>
          <p:nvPr/>
        </p:nvGrpSpPr>
        <p:grpSpPr bwMode="auto">
          <a:xfrm>
            <a:off x="3635375" y="1773238"/>
            <a:ext cx="4175125" cy="3254375"/>
            <a:chOff x="0" y="0"/>
            <a:chExt cx="2124" cy="2430"/>
          </a:xfrm>
        </p:grpSpPr>
        <p:pic>
          <p:nvPicPr>
            <p:cNvPr id="17418" name="Picture 8" descr="图灵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124" cy="2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9" name="Rectangle 9"/>
            <p:cNvSpPr>
              <a:spLocks noChangeArrowheads="1"/>
            </p:cNvSpPr>
            <p:nvPr/>
          </p:nvSpPr>
          <p:spPr bwMode="auto">
            <a:xfrm>
              <a:off x="830" y="2133"/>
              <a:ext cx="482"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000">
                  <a:solidFill>
                    <a:srgbClr val="006699"/>
                  </a:solidFill>
                  <a:latin typeface="楷体_GB2312" pitchFamily="1" charset="-122"/>
                  <a:ea typeface="楷体_GB2312" pitchFamily="1" charset="-122"/>
                  <a:sym typeface="楷体_GB2312" pitchFamily="1" charset="-122"/>
                </a:rPr>
                <a:t>图灵机</a:t>
              </a:r>
              <a:endParaRPr lang="zh-CN" altLang="en-US" sz="1800">
                <a:latin typeface="Calibri" panose="020F0502020204030204" pitchFamily="34" charset="0"/>
              </a:endParaRPr>
            </a:p>
          </p:txBody>
        </p:sp>
      </p:grpSp>
      <p:sp>
        <p:nvSpPr>
          <p:cNvPr id="17416" name="Rectangle 10"/>
          <p:cNvSpPr>
            <a:spLocks noChangeArrowheads="1"/>
          </p:cNvSpPr>
          <p:nvPr/>
        </p:nvSpPr>
        <p:spPr bwMode="auto">
          <a:xfrm>
            <a:off x="3336925" y="765175"/>
            <a:ext cx="58070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000" b="1">
                <a:solidFill>
                  <a:srgbClr val="006699"/>
                </a:solidFill>
                <a:latin typeface="楷体_GB2312" pitchFamily="1" charset="-122"/>
                <a:ea typeface="楷体_GB2312" pitchFamily="1" charset="-122"/>
                <a:sym typeface="楷体_GB2312" pitchFamily="1" charset="-122"/>
              </a:rPr>
              <a:t>提出了一种用于判定机器是否具有智能的试验方法</a:t>
            </a:r>
          </a:p>
          <a:p>
            <a:pPr algn="ctr" eaLnBrk="1" hangingPunct="1">
              <a:buClr>
                <a:schemeClr val="folHlink"/>
              </a:buClr>
              <a:buSzPct val="60000"/>
              <a:buFont typeface="Wingdings" panose="05000000000000000000" pitchFamily="2" charset="2"/>
              <a:buNone/>
            </a:pPr>
            <a:r>
              <a:rPr lang="en-US" altLang="zh-CN" sz="2000" b="1">
                <a:solidFill>
                  <a:srgbClr val="006699"/>
                </a:solidFill>
                <a:latin typeface="楷体_GB2312" pitchFamily="1" charset="-122"/>
                <a:ea typeface="楷体_GB2312" pitchFamily="1" charset="-122"/>
                <a:sym typeface="楷体_GB2312" pitchFamily="1" charset="-122"/>
              </a:rPr>
              <a:t>--</a:t>
            </a:r>
            <a:r>
              <a:rPr lang="zh-CN" altLang="en-US" sz="2000" b="1">
                <a:solidFill>
                  <a:srgbClr val="FF6600"/>
                </a:solidFill>
                <a:latin typeface="楷体_GB2312" pitchFamily="1" charset="-122"/>
                <a:ea typeface="楷体_GB2312" pitchFamily="1" charset="-122"/>
                <a:sym typeface="楷体_GB2312" pitchFamily="1" charset="-122"/>
              </a:rPr>
              <a:t>图灵试验</a:t>
            </a:r>
            <a:r>
              <a:rPr lang="en-US" altLang="zh-CN" sz="2000" b="1">
                <a:solidFill>
                  <a:srgbClr val="FF6600"/>
                </a:solidFill>
                <a:latin typeface="楷体_GB2312" pitchFamily="1" charset="-122"/>
                <a:ea typeface="楷体_GB2312" pitchFamily="1" charset="-122"/>
                <a:sym typeface="楷体_GB2312" pitchFamily="1" charset="-122"/>
              </a:rPr>
              <a:t>!</a:t>
            </a:r>
            <a:endParaRPr lang="zh-CN" altLang="en-US" sz="1800">
              <a:latin typeface="Calibri" panose="020F0502020204030204" pitchFamily="34" charset="0"/>
            </a:endParaRPr>
          </a:p>
        </p:txBody>
      </p:sp>
      <p:sp>
        <p:nvSpPr>
          <p:cNvPr id="12299" name="Rectangle 11"/>
          <p:cNvSpPr>
            <a:spLocks noChangeArrowheads="1"/>
          </p:cNvSpPr>
          <p:nvPr/>
        </p:nvSpPr>
        <p:spPr bwMode="auto">
          <a:xfrm>
            <a:off x="215900" y="5526088"/>
            <a:ext cx="867727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200" b="1">
                <a:solidFill>
                  <a:srgbClr val="006699"/>
                </a:solidFill>
                <a:latin typeface="楷体_GB2312" pitchFamily="1" charset="-122"/>
                <a:ea typeface="楷体_GB2312" pitchFamily="1" charset="-122"/>
                <a:sym typeface="楷体_GB2312" pitchFamily="1" charset="-122"/>
              </a:rPr>
              <a:t>    图灵机由一个</a:t>
            </a:r>
            <a:r>
              <a:rPr lang="zh-CN" altLang="en-US" sz="2200" b="1">
                <a:solidFill>
                  <a:srgbClr val="FF0000"/>
                </a:solidFill>
                <a:latin typeface="楷体_GB2312" pitchFamily="1" charset="-122"/>
                <a:ea typeface="楷体_GB2312" pitchFamily="1" charset="-122"/>
                <a:sym typeface="楷体_GB2312" pitchFamily="1" charset="-122"/>
              </a:rPr>
              <a:t>控制器</a:t>
            </a:r>
            <a:r>
              <a:rPr lang="zh-CN" altLang="en-US" sz="2200" b="1">
                <a:solidFill>
                  <a:srgbClr val="006699"/>
                </a:solidFill>
                <a:latin typeface="楷体_GB2312" pitchFamily="1" charset="-122"/>
                <a:ea typeface="楷体_GB2312" pitchFamily="1" charset="-122"/>
                <a:sym typeface="楷体_GB2312" pitchFamily="1" charset="-122"/>
              </a:rPr>
              <a:t>、一条可</a:t>
            </a:r>
            <a:r>
              <a:rPr lang="zh-CN" altLang="en-US" sz="2200" b="1">
                <a:solidFill>
                  <a:srgbClr val="FF0000"/>
                </a:solidFill>
                <a:latin typeface="楷体_GB2312" pitchFamily="1" charset="-122"/>
                <a:ea typeface="楷体_GB2312" pitchFamily="1" charset="-122"/>
                <a:sym typeface="楷体_GB2312" pitchFamily="1" charset="-122"/>
              </a:rPr>
              <a:t>无限延伸的带子</a:t>
            </a:r>
            <a:r>
              <a:rPr lang="zh-CN" altLang="en-US" sz="2200" b="1">
                <a:solidFill>
                  <a:srgbClr val="006699"/>
                </a:solidFill>
                <a:latin typeface="楷体_GB2312" pitchFamily="1" charset="-122"/>
                <a:ea typeface="楷体_GB2312" pitchFamily="1" charset="-122"/>
                <a:sym typeface="楷体_GB2312" pitchFamily="1" charset="-122"/>
              </a:rPr>
              <a:t>和一个在带子上左右移动的</a:t>
            </a:r>
            <a:r>
              <a:rPr lang="zh-CN" altLang="en-US" sz="2200" b="1">
                <a:solidFill>
                  <a:srgbClr val="FF0000"/>
                </a:solidFill>
                <a:latin typeface="楷体_GB2312" pitchFamily="1" charset="-122"/>
                <a:ea typeface="楷体_GB2312" pitchFamily="1" charset="-122"/>
                <a:sym typeface="楷体_GB2312" pitchFamily="1" charset="-122"/>
              </a:rPr>
              <a:t>读写头</a:t>
            </a:r>
            <a:r>
              <a:rPr lang="zh-CN" altLang="en-US" sz="2200" b="1">
                <a:solidFill>
                  <a:srgbClr val="006699"/>
                </a:solidFill>
                <a:latin typeface="楷体_GB2312" pitchFamily="1" charset="-122"/>
                <a:ea typeface="楷体_GB2312" pitchFamily="1" charset="-122"/>
                <a:sym typeface="楷体_GB2312" pitchFamily="1" charset="-122"/>
              </a:rPr>
              <a:t>组成。这个在概念上如此简单的机器，理论上却</a:t>
            </a:r>
            <a:r>
              <a:rPr lang="zh-CN" altLang="en-US" sz="2200" b="1">
                <a:solidFill>
                  <a:srgbClr val="0000FF"/>
                </a:solidFill>
                <a:latin typeface="楷体_GB2312" pitchFamily="1" charset="-122"/>
                <a:ea typeface="楷体_GB2312" pitchFamily="1" charset="-122"/>
                <a:sym typeface="楷体_GB2312" pitchFamily="1" charset="-122"/>
              </a:rPr>
              <a:t>可以计算任何直观可计算的函数</a:t>
            </a:r>
            <a:r>
              <a:rPr lang="en-US" altLang="zh-CN" sz="2200" b="1">
                <a:solidFill>
                  <a:srgbClr val="0000FF"/>
                </a:solidFill>
                <a:latin typeface="楷体_GB2312" pitchFamily="1" charset="-122"/>
                <a:ea typeface="楷体_GB2312" pitchFamily="1" charset="-122"/>
                <a:sym typeface="楷体_GB2312" pitchFamily="1" charset="-122"/>
              </a:rPr>
              <a:t>.</a:t>
            </a:r>
            <a:r>
              <a:rPr lang="en-US" altLang="zh-CN" sz="2200" b="1">
                <a:solidFill>
                  <a:srgbClr val="006699"/>
                </a:solidFill>
                <a:latin typeface="楷体_GB2312" pitchFamily="1" charset="-122"/>
                <a:ea typeface="楷体_GB2312" pitchFamily="1" charset="-122"/>
                <a:sym typeface="楷体_GB2312" pitchFamily="1" charset="-122"/>
              </a:rPr>
              <a:t> </a:t>
            </a:r>
            <a:endParaRPr lang="zh-CN" altLang="en-US" sz="1800">
              <a:latin typeface="Calibri" panose="020F050202020403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5"/>
                                        </p:tgtEl>
                                        <p:attrNameLst>
                                          <p:attrName>style.visibility</p:attrName>
                                        </p:attrNameLst>
                                      </p:cBhvr>
                                      <p:to>
                                        <p:strVal val="visible"/>
                                      </p:to>
                                    </p:set>
                                    <p:animEffect filter="blinds(horizontal)">
                                      <p:cBhvr>
                                        <p:cTn id="7" dur="500"/>
                                        <p:tgtEl>
                                          <p:spTgt spid="12295"/>
                                        </p:tgtEl>
                                      </p:cBhvr>
                                    </p:animEffect>
                                  </p:childTnLst>
                                  <p:subTnLst>
                                    <p:set>
                                      <p:cBhvr override="childStyle">
                                        <p:cTn dur="1" fill="hold" display="0" masterRel="nextClick" afterEffect="1"/>
                                        <p:tgtEl>
                                          <p:spTgt spid="1229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filter="blinds(horizontal)">
                                      <p:cBhvr>
                                        <p:cTn id="12" dur="500"/>
                                        <p:tgtEl>
                                          <p:spTgt spid="12290"/>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2299"/>
                                        </p:tgtEl>
                                        <p:attrNameLst>
                                          <p:attrName>style.visibility</p:attrName>
                                        </p:attrNameLst>
                                      </p:cBhvr>
                                      <p:to>
                                        <p:strVal val="visible"/>
                                      </p:to>
                                    </p:set>
                                    <p:animEffect filter="blinds(horizontal)">
                                      <p:cBhvr>
                                        <p:cTn id="16" dur="500"/>
                                        <p:tgtEl>
                                          <p:spTgt spid="12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 grpId="0"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3"/>
          <p:cNvSpPr>
            <a:spLocks noGrp="1" noChangeArrowheads="1"/>
          </p:cNvSpPr>
          <p:nvPr>
            <p:ph type="title"/>
          </p:nvPr>
        </p:nvSpPr>
        <p:spPr>
          <a:xfrm>
            <a:off x="442913" y="103188"/>
            <a:ext cx="8243887" cy="1314450"/>
          </a:xfrm>
        </p:spPr>
        <p:txBody>
          <a:bodyPr/>
          <a:lstStyle/>
          <a:p>
            <a:r>
              <a:rPr lang="zh-CN" altLang="en-US" sz="4400"/>
              <a:t>图灵计算机理解</a:t>
            </a:r>
          </a:p>
        </p:txBody>
      </p:sp>
      <p:sp>
        <p:nvSpPr>
          <p:cNvPr id="14339" name="内容占位符 4"/>
          <p:cNvSpPr>
            <a:spLocks noGrp="1" noChangeArrowheads="1"/>
          </p:cNvSpPr>
          <p:nvPr>
            <p:ph idx="1"/>
          </p:nvPr>
        </p:nvSpPr>
        <p:spPr>
          <a:xfrm>
            <a:off x="457200" y="1600200"/>
            <a:ext cx="8229600" cy="4456113"/>
          </a:xfrm>
        </p:spPr>
        <p:txBody>
          <a:bodyPr/>
          <a:lstStyle/>
          <a:p>
            <a:pPr marL="342900" indent="-342900" algn="l">
              <a:lnSpc>
                <a:spcPct val="80000"/>
              </a:lnSpc>
              <a:buFont typeface="Arial" panose="020B0604020202020204" pitchFamily="34" charset="0"/>
              <a:buChar char="•"/>
            </a:pPr>
            <a:r>
              <a:rPr lang="zh-CN" altLang="en-US" sz="2800"/>
              <a:t>小虫图灵机</a:t>
            </a:r>
            <a:endParaRPr lang="en-US" altLang="zh-CN" sz="2800"/>
          </a:p>
          <a:p>
            <a:pPr marL="342900" indent="-342900" algn="l">
              <a:lnSpc>
                <a:spcPct val="80000"/>
              </a:lnSpc>
              <a:buFont typeface="Arial" panose="020B0604020202020204" pitchFamily="34" charset="0"/>
              <a:buChar char="•"/>
            </a:pPr>
            <a:r>
              <a:rPr lang="zh-CN" altLang="en-US" sz="2800"/>
              <a:t>不妨假设小虫所处的世界是一个无限长的纸带，这个纸带上被分成了若干小方格，而每个方格都只有黑白两种颜色。黑色表示该方格有食物，白色就表示没有。假设小虫仅具有一个感觉器官：眼睛，而且它的视力差得可怜</a:t>
            </a:r>
            <a:r>
              <a:rPr lang="en-US" altLang="zh-CN" sz="2800"/>
              <a:t>, </a:t>
            </a:r>
            <a:r>
              <a:rPr lang="zh-CN" altLang="en-US" sz="2800"/>
              <a:t>也就是说它仅仅能够感受到它所处的方格的颜色。因而这个方格所在的位置的黑色或者白色的信息就是小虫的输入信息。其次</a:t>
            </a:r>
            <a:r>
              <a:rPr lang="en-US" altLang="zh-CN" sz="2800"/>
              <a:t>, </a:t>
            </a:r>
            <a:r>
              <a:rPr lang="zh-CN" altLang="en-US" sz="2800"/>
              <a:t>小虫有输出动作，它可以在方格上前移，后移，还可以涂写方格成黑色或者白色。最后，小虫还会有两种内部状态，即</a:t>
            </a:r>
            <a:r>
              <a:rPr lang="en-US" altLang="zh-CN" sz="2800"/>
              <a:t>{</a:t>
            </a:r>
            <a:r>
              <a:rPr lang="zh-CN" altLang="en-US" sz="2800"/>
              <a:t>饥饿</a:t>
            </a:r>
            <a:r>
              <a:rPr lang="en-US" altLang="zh-CN" sz="2800"/>
              <a:t>,</a:t>
            </a:r>
            <a:r>
              <a:rPr lang="zh-CN" altLang="en-US" sz="2800"/>
              <a:t>吃饱</a:t>
            </a:r>
            <a:r>
              <a:rPr lang="en-US" altLang="zh-CN" sz="2800"/>
              <a:t>}</a:t>
            </a:r>
            <a:r>
              <a:rPr lang="zh-CN" altLang="en-US" sz="2800"/>
              <a:t>。这样小虫的行动按照下面的程序进行：</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3"/>
          <p:cNvSpPr>
            <a:spLocks noGrp="1" noChangeArrowheads="1"/>
          </p:cNvSpPr>
          <p:nvPr>
            <p:ph type="title"/>
          </p:nvPr>
        </p:nvSpPr>
        <p:spPr>
          <a:xfrm>
            <a:off x="442913" y="103188"/>
            <a:ext cx="8243887" cy="1314450"/>
          </a:xfrm>
        </p:spPr>
        <p:txBody>
          <a:bodyPr/>
          <a:lstStyle/>
          <a:p>
            <a:endParaRPr lang="zh-CN" altLang="zh-CN" sz="4400"/>
          </a:p>
        </p:txBody>
      </p:sp>
      <p:sp>
        <p:nvSpPr>
          <p:cNvPr id="15363" name="内容占位符 4"/>
          <p:cNvSpPr>
            <a:spLocks noGrp="1" noChangeArrowheads="1"/>
          </p:cNvSpPr>
          <p:nvPr>
            <p:ph idx="1"/>
          </p:nvPr>
        </p:nvSpPr>
        <p:spPr>
          <a:xfrm>
            <a:off x="457200" y="1600200"/>
            <a:ext cx="8229600" cy="3048635"/>
          </a:xfrm>
        </p:spPr>
        <p:txBody>
          <a:bodyPr/>
          <a:lstStyle/>
          <a:p>
            <a:pPr marL="342900" indent="-342900" algn="l">
              <a:buFont typeface="Arial" panose="020B0604020202020204" pitchFamily="34" charset="0"/>
              <a:buChar char="•"/>
            </a:pPr>
            <a:r>
              <a:rPr lang="zh-CN" altLang="en-US" sz="3200"/>
              <a:t>输入 当前内部状态  输出  下时刻内部状态 </a:t>
            </a:r>
            <a:endParaRPr lang="en-US" altLang="zh-CN" sz="3200"/>
          </a:p>
          <a:p>
            <a:pPr marL="342900" indent="-342900" algn="l">
              <a:buFont typeface="Arial" panose="020B0604020202020204" pitchFamily="34" charset="0"/>
              <a:buChar char="•"/>
            </a:pPr>
            <a:r>
              <a:rPr lang="zh-CN" altLang="en-US" sz="3200"/>
              <a:t>  黑    饥饿           白 </a:t>
            </a:r>
            <a:r>
              <a:rPr lang="en-US" altLang="zh-CN" sz="3200"/>
              <a:t>  </a:t>
            </a:r>
            <a:r>
              <a:rPr lang="zh-CN" altLang="en-US" sz="3200"/>
              <a:t>    吃饱 </a:t>
            </a:r>
            <a:endParaRPr lang="en-US" altLang="zh-CN" sz="3200"/>
          </a:p>
          <a:p>
            <a:pPr marL="342900" indent="-342900" algn="l">
              <a:buFont typeface="Arial" panose="020B0604020202020204" pitchFamily="34" charset="0"/>
              <a:buChar char="•"/>
            </a:pPr>
            <a:r>
              <a:rPr lang="zh-CN" altLang="en-US" sz="3200"/>
              <a:t>  黑    吃饱          </a:t>
            </a:r>
            <a:r>
              <a:rPr lang="en-US" altLang="zh-CN" sz="3200"/>
              <a:t> </a:t>
            </a:r>
            <a:r>
              <a:rPr lang="zh-CN" altLang="en-US" sz="3200"/>
              <a:t>黑</a:t>
            </a:r>
            <a:r>
              <a:rPr lang="en-US" altLang="zh-CN" sz="3200"/>
              <a:t>  </a:t>
            </a:r>
            <a:r>
              <a:rPr lang="zh-CN" altLang="en-US" sz="3200"/>
              <a:t>     </a:t>
            </a:r>
            <a:r>
              <a:rPr lang="zh-CN" altLang="en-US" sz="3200">
                <a:sym typeface="+mn-ea"/>
              </a:rPr>
              <a:t>吃饱</a:t>
            </a:r>
            <a:endParaRPr lang="en-US" altLang="zh-CN" sz="3200"/>
          </a:p>
          <a:p>
            <a:pPr marL="342900" indent="-342900" algn="l">
              <a:buFont typeface="Arial" panose="020B0604020202020204" pitchFamily="34" charset="0"/>
              <a:buChar char="•"/>
            </a:pPr>
            <a:r>
              <a:rPr lang="zh-CN" altLang="en-US" sz="3200"/>
              <a:t>  白    饥饿</a:t>
            </a:r>
            <a:r>
              <a:rPr lang="en-US" altLang="zh-CN" sz="3200"/>
              <a:t>           </a:t>
            </a:r>
            <a:r>
              <a:rPr lang="zh-CN" altLang="en-US" sz="3200"/>
              <a:t>白     </a:t>
            </a:r>
            <a:r>
              <a:rPr lang="en-US" altLang="zh-CN" sz="3200"/>
              <a:t>  </a:t>
            </a:r>
            <a:r>
              <a:rPr lang="zh-CN" altLang="en-US" sz="3200"/>
              <a:t>饥饿 </a:t>
            </a:r>
            <a:endParaRPr lang="en-US" altLang="zh-CN" sz="3200"/>
          </a:p>
          <a:p>
            <a:pPr marL="342900" indent="-342900" algn="l">
              <a:buFont typeface="Arial" panose="020B0604020202020204" pitchFamily="34" charset="0"/>
              <a:buChar char="•"/>
            </a:pPr>
            <a:r>
              <a:rPr lang="zh-CN" altLang="en-US" sz="3200"/>
              <a:t>  白    吃饱           黑     </a:t>
            </a:r>
            <a:r>
              <a:rPr lang="en-US" altLang="zh-CN" sz="3200"/>
              <a:t>  </a:t>
            </a:r>
            <a:r>
              <a:rPr lang="zh-CN" altLang="en-US" sz="3200"/>
              <a:t>饥饿</a:t>
            </a:r>
          </a:p>
        </p:txBody>
      </p:sp>
      <p:graphicFrame>
        <p:nvGraphicFramePr>
          <p:cNvPr id="16387" name="表格 16386"/>
          <p:cNvGraphicFramePr/>
          <p:nvPr>
            <p:custDataLst>
              <p:tags r:id="rId1"/>
            </p:custDataLst>
          </p:nvPr>
        </p:nvGraphicFramePr>
        <p:xfrm>
          <a:off x="899745" y="4701381"/>
          <a:ext cx="7178269" cy="1112838"/>
        </p:xfrm>
        <a:graphic>
          <a:graphicData uri="http://schemas.openxmlformats.org/drawingml/2006/table">
            <a:tbl>
              <a:tblPr/>
              <a:tblGrid>
                <a:gridCol w="1114024">
                  <a:extLst>
                    <a:ext uri="{9D8B030D-6E8A-4147-A177-3AD203B41FA5}">
                      <a16:colId xmlns:a16="http://schemas.microsoft.com/office/drawing/2014/main" val="20000"/>
                    </a:ext>
                  </a:extLst>
                </a:gridCol>
                <a:gridCol w="1212849">
                  <a:extLst>
                    <a:ext uri="{9D8B030D-6E8A-4147-A177-3AD203B41FA5}">
                      <a16:colId xmlns:a16="http://schemas.microsoft.com/office/drawing/2014/main" val="20001"/>
                    </a:ext>
                  </a:extLst>
                </a:gridCol>
                <a:gridCol w="1212849">
                  <a:extLst>
                    <a:ext uri="{9D8B030D-6E8A-4147-A177-3AD203B41FA5}">
                      <a16:colId xmlns:a16="http://schemas.microsoft.com/office/drawing/2014/main" val="20002"/>
                    </a:ext>
                  </a:extLst>
                </a:gridCol>
                <a:gridCol w="1212849">
                  <a:extLst>
                    <a:ext uri="{9D8B030D-6E8A-4147-A177-3AD203B41FA5}">
                      <a16:colId xmlns:a16="http://schemas.microsoft.com/office/drawing/2014/main" val="20003"/>
                    </a:ext>
                  </a:extLst>
                </a:gridCol>
                <a:gridCol w="1212849">
                  <a:extLst>
                    <a:ext uri="{9D8B030D-6E8A-4147-A177-3AD203B41FA5}">
                      <a16:colId xmlns:a16="http://schemas.microsoft.com/office/drawing/2014/main" val="20004"/>
                    </a:ext>
                  </a:extLst>
                </a:gridCol>
                <a:gridCol w="1212849">
                  <a:extLst>
                    <a:ext uri="{9D8B030D-6E8A-4147-A177-3AD203B41FA5}">
                      <a16:colId xmlns:a16="http://schemas.microsoft.com/office/drawing/2014/main" val="20005"/>
                    </a:ext>
                  </a:extLst>
                </a:gridCol>
              </a:tblGrid>
              <a:tr h="371475">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a:solidFill>
                            <a:srgbClr val="002060"/>
                          </a:solidFill>
                          <a:latin typeface="Calibri" panose="020F0502020204030204" pitchFamily="34" charset="0"/>
                          <a:ea typeface="宋体" panose="02010600030101010101" pitchFamily="2" charset="-122"/>
                          <a:sym typeface="Verdana" panose="020B0604030504040204" pitchFamily="34" charset="0"/>
                        </a:rPr>
                        <a:t>输入</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lgn="ctr">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黑</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黑</a:t>
                      </a:r>
                    </a:p>
                  </a:txBody>
                  <a:tcPr>
                    <a:lnL w="12700" cap="flat" cmpd="sng">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EDFAD2">
                        <a:alpha val="100000"/>
                      </a:srgbClr>
                    </a:solidFill>
                  </a:tcPr>
                </a:tc>
                <a:extLst>
                  <a:ext uri="{0D108BD9-81ED-4DB2-BD59-A6C34878D82A}">
                    <a16:rowId xmlns:a16="http://schemas.microsoft.com/office/drawing/2014/main" val="10000"/>
                  </a:ext>
                </a:extLst>
              </a:tr>
              <a:tr h="369888">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小虫状态</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饥饿</a:t>
                      </a:r>
                    </a:p>
                  </a:txBody>
                  <a:tcPr>
                    <a:lnL w="12700" cap="flat" cmpd="sng" algn="ctr">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饥饿</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sym typeface="Verdana" panose="020B0604030504040204" pitchFamily="34" charset="0"/>
                        </a:rPr>
                        <a:t>吃饱</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a:solidFill>
                            <a:srgbClr val="002060"/>
                          </a:solidFill>
                          <a:latin typeface="Calibri" panose="020F0502020204030204" pitchFamily="34" charset="0"/>
                          <a:ea typeface="宋体" panose="02010600030101010101" pitchFamily="2" charset="-122"/>
                          <a:sym typeface="Verdana" panose="020B0604030504040204" pitchFamily="34" charset="0"/>
                        </a:rPr>
                        <a:t>吃饱</a:t>
                      </a:r>
                    </a:p>
                  </a:txBody>
                  <a:tcPr>
                    <a:lnL w="12700" cap="flat" cmpd="sng">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饥饿</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F8FDEE">
                        <a:alpha val="100000"/>
                      </a:srgbClr>
                    </a:solidFill>
                  </a:tcPr>
                </a:tc>
                <a:extLst>
                  <a:ext uri="{0D108BD9-81ED-4DB2-BD59-A6C34878D82A}">
                    <a16:rowId xmlns:a16="http://schemas.microsoft.com/office/drawing/2014/main" val="10001"/>
                  </a:ext>
                </a:extLst>
              </a:tr>
              <a:tr h="371475">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输出</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lgn="ctr">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marR="0" lvl="0" indent="0" algn="ctr" defTabSz="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a:solidFill>
                            <a:srgbClr val="002060"/>
                          </a:solidFill>
                          <a:latin typeface="Calibri" panose="020F0502020204030204" pitchFamily="34" charset="0"/>
                          <a:ea typeface="宋体" panose="02010600030101010101" pitchFamily="2" charset="-122"/>
                          <a:sym typeface="Verdana" panose="020B0604030504040204" pitchFamily="34" charset="0"/>
                        </a:rPr>
                        <a:t>黑</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sym typeface="Verdana" panose="020B0604030504040204" pitchFamily="34" charset="0"/>
                        </a:rPr>
                        <a:t>黑</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extLst>
                  <a:ext uri="{0D108BD9-81ED-4DB2-BD59-A6C34878D82A}">
                    <a16:rowId xmlns:a16="http://schemas.microsoft.com/office/drawing/2014/main" val="10002"/>
                  </a:ext>
                </a:extLst>
              </a:tr>
            </a:tbl>
          </a:graphicData>
        </a:graphic>
      </p:graphicFrame>
      <p:sp>
        <p:nvSpPr>
          <p:cNvPr id="3" name="文本框 2"/>
          <p:cNvSpPr txBox="1"/>
          <p:nvPr/>
        </p:nvSpPr>
        <p:spPr>
          <a:xfrm>
            <a:off x="2483855" y="6165190"/>
            <a:ext cx="1689886" cy="369332"/>
          </a:xfrm>
          <a:prstGeom prst="rect">
            <a:avLst/>
          </a:prstGeom>
          <a:noFill/>
        </p:spPr>
        <p:txBody>
          <a:bodyPr wrap="none" rtlCol="0">
            <a:spAutoFit/>
          </a:bodyPr>
          <a:lstStyle/>
          <a:p>
            <a:r>
              <a:rPr lang="en-US" altLang="zh-CN" dirty="0"/>
              <a:t>01010  -  00110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3"/>
          <p:cNvSpPr>
            <a:spLocks noGrp="1" noChangeArrowheads="1"/>
          </p:cNvSpPr>
          <p:nvPr>
            <p:ph type="title"/>
          </p:nvPr>
        </p:nvSpPr>
        <p:spPr>
          <a:xfrm>
            <a:off x="442913" y="103188"/>
            <a:ext cx="8243887" cy="1314450"/>
          </a:xfrm>
        </p:spPr>
        <p:txBody>
          <a:bodyPr/>
          <a:lstStyle/>
          <a:p>
            <a:endParaRPr lang="zh-CN" altLang="zh-CN" sz="4400"/>
          </a:p>
        </p:txBody>
      </p:sp>
      <p:sp>
        <p:nvSpPr>
          <p:cNvPr id="15363" name="内容占位符 4"/>
          <p:cNvSpPr>
            <a:spLocks noGrp="1" noChangeArrowheads="1"/>
          </p:cNvSpPr>
          <p:nvPr>
            <p:ph idx="1"/>
          </p:nvPr>
        </p:nvSpPr>
        <p:spPr>
          <a:xfrm>
            <a:off x="457200" y="1600200"/>
            <a:ext cx="8229600" cy="3048635"/>
          </a:xfrm>
        </p:spPr>
        <p:txBody>
          <a:bodyPr/>
          <a:lstStyle/>
          <a:p>
            <a:pPr marL="342900" indent="-342900" algn="l">
              <a:buFont typeface="Arial" panose="020B0604020202020204" pitchFamily="34" charset="0"/>
              <a:buChar char="•"/>
            </a:pPr>
            <a:r>
              <a:rPr lang="zh-CN" altLang="en-US" sz="3200" dirty="0"/>
              <a:t>输入 当前内部状态  输出  下时刻内部状态 </a:t>
            </a:r>
            <a:endParaRPr lang="en-US" altLang="zh-CN" sz="3200" dirty="0"/>
          </a:p>
          <a:p>
            <a:pPr marL="342900" indent="-342900" algn="l">
              <a:buFont typeface="Arial" panose="020B0604020202020204" pitchFamily="34" charset="0"/>
              <a:buChar char="•"/>
            </a:pPr>
            <a:r>
              <a:rPr lang="zh-CN" altLang="en-US" sz="3200" dirty="0"/>
              <a:t>  黑      </a:t>
            </a:r>
            <a:r>
              <a:rPr lang="en-US" altLang="zh-CN" sz="3200" dirty="0"/>
              <a:t>-</a:t>
            </a:r>
            <a:r>
              <a:rPr lang="zh-CN" altLang="en-US" sz="3200" dirty="0"/>
              <a:t>             白 </a:t>
            </a:r>
            <a:r>
              <a:rPr lang="en-US" altLang="zh-CN" sz="3200" dirty="0"/>
              <a:t>  </a:t>
            </a:r>
            <a:r>
              <a:rPr lang="zh-CN" altLang="en-US" sz="3200" dirty="0"/>
              <a:t>     </a:t>
            </a:r>
            <a:r>
              <a:rPr lang="en-US" altLang="zh-CN" sz="3200" dirty="0"/>
              <a:t>-</a:t>
            </a:r>
            <a:r>
              <a:rPr lang="zh-CN" altLang="en-US" sz="3200" dirty="0"/>
              <a:t> </a:t>
            </a:r>
            <a:endParaRPr lang="en-US" altLang="zh-CN" sz="3200" dirty="0"/>
          </a:p>
          <a:p>
            <a:pPr marL="342900" indent="-342900" algn="l">
              <a:buFont typeface="Arial" panose="020B0604020202020204" pitchFamily="34" charset="0"/>
              <a:buChar char="•"/>
            </a:pPr>
            <a:r>
              <a:rPr lang="zh-CN" altLang="en-US" sz="3200" dirty="0"/>
              <a:t>  黑      </a:t>
            </a:r>
            <a:r>
              <a:rPr lang="en-US" altLang="zh-CN" sz="3200" dirty="0"/>
              <a:t>*             </a:t>
            </a:r>
            <a:r>
              <a:rPr lang="zh-CN" altLang="en-US" sz="3200" dirty="0"/>
              <a:t>白       </a:t>
            </a:r>
            <a:r>
              <a:rPr lang="en-US" altLang="zh-CN" sz="3200" dirty="0"/>
              <a:t>*</a:t>
            </a:r>
          </a:p>
          <a:p>
            <a:pPr marL="342900" indent="-342900" algn="l">
              <a:buFont typeface="Arial" panose="020B0604020202020204" pitchFamily="34" charset="0"/>
              <a:buChar char="•"/>
            </a:pPr>
            <a:r>
              <a:rPr lang="zh-CN" altLang="en-US" sz="3200" dirty="0"/>
              <a:t>  白      </a:t>
            </a:r>
            <a:r>
              <a:rPr lang="en-US" altLang="zh-CN" sz="3200" dirty="0"/>
              <a:t>-             </a:t>
            </a:r>
            <a:r>
              <a:rPr lang="zh-CN" altLang="en-US" sz="3200" dirty="0"/>
              <a:t>白        </a:t>
            </a:r>
            <a:r>
              <a:rPr lang="en-US" altLang="zh-CN" sz="3200" dirty="0"/>
              <a:t>-</a:t>
            </a:r>
          </a:p>
          <a:p>
            <a:pPr marL="342900" indent="-342900" algn="l">
              <a:buFont typeface="Arial" panose="020B0604020202020204" pitchFamily="34" charset="0"/>
              <a:buChar char="•"/>
            </a:pPr>
            <a:r>
              <a:rPr lang="zh-CN" altLang="en-US" sz="3200" dirty="0"/>
              <a:t>  白      </a:t>
            </a:r>
            <a:r>
              <a:rPr lang="en-US" altLang="zh-CN" sz="3200" dirty="0"/>
              <a:t>*             </a:t>
            </a:r>
            <a:r>
              <a:rPr lang="zh-CN" altLang="en-US" sz="3200" dirty="0"/>
              <a:t>黑       </a:t>
            </a:r>
            <a:r>
              <a:rPr lang="en-US" altLang="zh-CN" sz="3200" dirty="0"/>
              <a:t>*</a:t>
            </a:r>
            <a:endParaRPr lang="zh-CN" altLang="en-US" sz="3200" dirty="0"/>
          </a:p>
        </p:txBody>
      </p:sp>
      <p:graphicFrame>
        <p:nvGraphicFramePr>
          <p:cNvPr id="16387" name="表格 16386"/>
          <p:cNvGraphicFramePr/>
          <p:nvPr>
            <p:custDataLst>
              <p:tags r:id="rId1"/>
            </p:custDataLst>
          </p:nvPr>
        </p:nvGraphicFramePr>
        <p:xfrm>
          <a:off x="899745" y="4701381"/>
          <a:ext cx="7178269" cy="1383030"/>
        </p:xfrm>
        <a:graphic>
          <a:graphicData uri="http://schemas.openxmlformats.org/drawingml/2006/table">
            <a:tbl>
              <a:tblPr/>
              <a:tblGrid>
                <a:gridCol w="1114024">
                  <a:extLst>
                    <a:ext uri="{9D8B030D-6E8A-4147-A177-3AD203B41FA5}">
                      <a16:colId xmlns:a16="http://schemas.microsoft.com/office/drawing/2014/main" val="20000"/>
                    </a:ext>
                  </a:extLst>
                </a:gridCol>
                <a:gridCol w="1212849">
                  <a:extLst>
                    <a:ext uri="{9D8B030D-6E8A-4147-A177-3AD203B41FA5}">
                      <a16:colId xmlns:a16="http://schemas.microsoft.com/office/drawing/2014/main" val="20001"/>
                    </a:ext>
                  </a:extLst>
                </a:gridCol>
                <a:gridCol w="1212849">
                  <a:extLst>
                    <a:ext uri="{9D8B030D-6E8A-4147-A177-3AD203B41FA5}">
                      <a16:colId xmlns:a16="http://schemas.microsoft.com/office/drawing/2014/main" val="20002"/>
                    </a:ext>
                  </a:extLst>
                </a:gridCol>
                <a:gridCol w="1212849">
                  <a:extLst>
                    <a:ext uri="{9D8B030D-6E8A-4147-A177-3AD203B41FA5}">
                      <a16:colId xmlns:a16="http://schemas.microsoft.com/office/drawing/2014/main" val="20003"/>
                    </a:ext>
                  </a:extLst>
                </a:gridCol>
                <a:gridCol w="1212849">
                  <a:extLst>
                    <a:ext uri="{9D8B030D-6E8A-4147-A177-3AD203B41FA5}">
                      <a16:colId xmlns:a16="http://schemas.microsoft.com/office/drawing/2014/main" val="20004"/>
                    </a:ext>
                  </a:extLst>
                </a:gridCol>
                <a:gridCol w="1212849">
                  <a:extLst>
                    <a:ext uri="{9D8B030D-6E8A-4147-A177-3AD203B41FA5}">
                      <a16:colId xmlns:a16="http://schemas.microsoft.com/office/drawing/2014/main" val="20005"/>
                    </a:ext>
                  </a:extLst>
                </a:gridCol>
              </a:tblGrid>
              <a:tr h="371475">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a:solidFill>
                            <a:srgbClr val="002060"/>
                          </a:solidFill>
                          <a:latin typeface="Calibri" panose="020F0502020204030204" pitchFamily="34" charset="0"/>
                          <a:ea typeface="宋体" panose="02010600030101010101" pitchFamily="2" charset="-122"/>
                          <a:sym typeface="Verdana" panose="020B0604030504040204" pitchFamily="34" charset="0"/>
                        </a:rPr>
                        <a:t>输入</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lgn="ctr">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黑</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黑</a:t>
                      </a:r>
                    </a:p>
                  </a:txBody>
                  <a:tcPr>
                    <a:lnL w="12700" cap="flat" cmpd="sng">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lgn="ctr">
                      <a:solidFill>
                        <a:srgbClr val="FFFFFF"/>
                      </a:solidFill>
                      <a:prstDash val="solid"/>
                      <a:bevel/>
                      <a:headEnd type="none" w="med" len="med"/>
                      <a:tailEnd type="none" w="med" len="med"/>
                    </a:lnB>
                    <a:lnTlToBr>
                      <a:noFill/>
                    </a:lnTlToBr>
                    <a:lnBlToTr>
                      <a:noFill/>
                    </a:lnBlToTr>
                    <a:solidFill>
                      <a:srgbClr val="EDFAD2">
                        <a:alpha val="100000"/>
                      </a:srgbClr>
                    </a:solidFill>
                  </a:tcPr>
                </a:tc>
                <a:extLst>
                  <a:ext uri="{0D108BD9-81ED-4DB2-BD59-A6C34878D82A}">
                    <a16:rowId xmlns:a16="http://schemas.microsoft.com/office/drawing/2014/main" val="10000"/>
                  </a:ext>
                </a:extLst>
              </a:tr>
              <a:tr h="369888">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小虫状态</a:t>
                      </a:r>
                      <a:r>
                        <a:rPr lang="en-US" altLang="zh-CN" sz="1800" dirty="0">
                          <a:solidFill>
                            <a:srgbClr val="002060"/>
                          </a:solidFill>
                          <a:latin typeface="Calibri" panose="020F0502020204030204" pitchFamily="34" charset="0"/>
                          <a:ea typeface="宋体" panose="02010600030101010101" pitchFamily="2" charset="-122"/>
                          <a:sym typeface="Verdana" panose="020B0604030504040204" pitchFamily="34" charset="0"/>
                        </a:rPr>
                        <a:t>(</a:t>
                      </a: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初始 </a:t>
                      </a:r>
                      <a:r>
                        <a:rPr lang="en-US" altLang="zh-CN" sz="1800" dirty="0">
                          <a:solidFill>
                            <a:srgbClr val="002060"/>
                          </a:solidFill>
                          <a:latin typeface="Calibri" panose="020F0502020204030204" pitchFamily="34" charset="0"/>
                          <a:ea typeface="宋体" panose="02010600030101010101" pitchFamily="2" charset="-122"/>
                          <a:sym typeface="Verdana" panose="020B0604030504040204" pitchFamily="34" charset="0"/>
                        </a:rPr>
                        <a:t>-)</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zh-CN" sz="1800" dirty="0">
                          <a:solidFill>
                            <a:srgbClr val="002060"/>
                          </a:solidFill>
                          <a:latin typeface="Calibri" panose="020F0502020204030204" pitchFamily="34" charset="0"/>
                          <a:ea typeface="宋体" panose="02010600030101010101" pitchFamily="2" charset="-122"/>
                          <a:sym typeface="Verdana" panose="020B0604030504040204" pitchFamily="34" charset="0"/>
                        </a:rPr>
                        <a:t>-</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lgn="ctr">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zh-CN" sz="1800" dirty="0">
                          <a:solidFill>
                            <a:srgbClr val="002060"/>
                          </a:solidFill>
                          <a:latin typeface="Calibri" panose="020F0502020204030204" pitchFamily="34" charset="0"/>
                          <a:ea typeface="宋体" panose="02010600030101010101" pitchFamily="2" charset="-122"/>
                          <a:sym typeface="Verdana" panose="020B0604030504040204" pitchFamily="34" charset="0"/>
                        </a:rPr>
                        <a:t>-</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zh-CN" sz="1800" dirty="0">
                          <a:solidFill>
                            <a:srgbClr val="002060"/>
                          </a:solidFill>
                          <a:latin typeface="Calibri" panose="020F0502020204030204" pitchFamily="34" charset="0"/>
                          <a:ea typeface="宋体" panose="02010600030101010101" pitchFamily="2" charset="-122"/>
                          <a:sym typeface="Verdana" panose="020B0604030504040204" pitchFamily="34" charset="0"/>
                        </a:rPr>
                        <a:t>*</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zh-CN" sz="1800" dirty="0">
                          <a:solidFill>
                            <a:srgbClr val="002060"/>
                          </a:solidFill>
                          <a:latin typeface="Calibri" panose="020F0502020204030204" pitchFamily="34" charset="0"/>
                          <a:ea typeface="宋体" panose="02010600030101010101" pitchFamily="2" charset="-122"/>
                          <a:sym typeface="Verdana" panose="020B0604030504040204" pitchFamily="34" charset="0"/>
                        </a:rPr>
                        <a:t>*</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zh-CN" sz="1800" dirty="0">
                          <a:solidFill>
                            <a:srgbClr val="002060"/>
                          </a:solidFill>
                          <a:latin typeface="Calibri" panose="020F0502020204030204" pitchFamily="34" charset="0"/>
                          <a:ea typeface="宋体" panose="02010600030101010101" pitchFamily="2" charset="-122"/>
                          <a:sym typeface="Verdana" panose="020B0604030504040204" pitchFamily="34" charset="0"/>
                        </a:rPr>
                        <a:t>-</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lgn="ctr">
                      <a:solidFill>
                        <a:srgbClr val="FFFFFF"/>
                      </a:solidFill>
                      <a:prstDash val="solid"/>
                      <a:bevel/>
                      <a:headEnd type="none" w="med" len="med"/>
                      <a:tailEnd type="none" w="med" len="med"/>
                    </a:lnT>
                    <a:lnB w="12700" cap="flat" cmpd="sng" algn="ctr">
                      <a:solidFill>
                        <a:srgbClr val="FFFFFF"/>
                      </a:solidFill>
                      <a:prstDash val="solid"/>
                      <a:bevel/>
                      <a:headEnd type="none" w="med" len="med"/>
                      <a:tailEnd type="none" w="med" len="med"/>
                    </a:lnB>
                    <a:lnTlToBr>
                      <a:noFill/>
                    </a:lnTlToBr>
                    <a:lnBlToTr>
                      <a:noFill/>
                    </a:lnBlToTr>
                    <a:solidFill>
                      <a:srgbClr val="F8FDEE">
                        <a:alpha val="100000"/>
                      </a:srgbClr>
                    </a:solidFill>
                  </a:tcPr>
                </a:tc>
                <a:extLst>
                  <a:ext uri="{0D108BD9-81ED-4DB2-BD59-A6C34878D82A}">
                    <a16:rowId xmlns:a16="http://schemas.microsoft.com/office/drawing/2014/main" val="10001"/>
                  </a:ext>
                </a:extLst>
              </a:tr>
              <a:tr h="371475">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输出</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p>
                  </a:txBody>
                  <a:tcPr>
                    <a:lnL w="12700" cap="flat" cmpd="sng" algn="ctr">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p>
                      <a:pPr algn="ct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endParaRPr lang="zh-CN" altLang="en-US" dirty="0"/>
                    </a:p>
                  </a:txBody>
                  <a:tcPr>
                    <a:lnL w="12700" cap="flat" cmpd="sng">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marR="0" lvl="0" indent="0" algn="ctr" defTabSz="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黑</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marR="0" lvl="0" indent="0" algn="ctr" defTabSz="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1800" b="1" dirty="0">
                          <a:solidFill>
                            <a:srgbClr val="002060"/>
                          </a:solidFill>
                          <a:latin typeface="Calibri" panose="020F0502020204030204" pitchFamily="34" charset="0"/>
                          <a:ea typeface="宋体" panose="02010600030101010101" pitchFamily="2" charset="-122"/>
                          <a:sym typeface="Verdana" panose="020B0604030504040204" pitchFamily="34" charset="0"/>
                        </a:rPr>
                        <a:t>白</a:t>
                      </a:r>
                      <a:endPar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endParaRPr>
                    </a:p>
                  </a:txBody>
                  <a:tcPr>
                    <a:lnL w="12700" cap="flat" cmpd="sng">
                      <a:solidFill>
                        <a:srgbClr val="FFFFFF"/>
                      </a:solidFill>
                      <a:prstDash val="solid"/>
                      <a:bevel/>
                      <a:headEnd type="none" w="med" len="med"/>
                      <a:tailEnd type="none" w="med" len="med"/>
                    </a:lnL>
                    <a:lnR w="12700" cap="flat" cmpd="sng" algn="ctr">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zh-CN" altLang="en-US" sz="1800" dirty="0">
                          <a:solidFill>
                            <a:srgbClr val="002060"/>
                          </a:solidFill>
                          <a:latin typeface="Calibri" panose="020F0502020204030204" pitchFamily="34" charset="0"/>
                          <a:ea typeface="宋体" panose="02010600030101010101" pitchFamily="2" charset="-122"/>
                          <a:sym typeface="Verdana" panose="020B0604030504040204" pitchFamily="34" charset="0"/>
                        </a:rPr>
                        <a:t>黑</a:t>
                      </a:r>
                    </a:p>
                  </a:txBody>
                  <a:tcP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lgn="ctr">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CFEF7">
                        <a:alpha val="100000"/>
                      </a:srgbClr>
                    </a:solidFill>
                  </a:tcPr>
                </a:tc>
                <a:extLst>
                  <a:ext uri="{0D108BD9-81ED-4DB2-BD59-A6C34878D82A}">
                    <a16:rowId xmlns:a16="http://schemas.microsoft.com/office/drawing/2014/main" val="10002"/>
                  </a:ext>
                </a:extLst>
              </a:tr>
            </a:tbl>
          </a:graphicData>
        </a:graphic>
      </p:graphicFrame>
      <p:sp>
        <p:nvSpPr>
          <p:cNvPr id="3" name="文本框 2"/>
          <p:cNvSpPr txBox="1"/>
          <p:nvPr/>
        </p:nvSpPr>
        <p:spPr>
          <a:xfrm>
            <a:off x="2483855" y="6165190"/>
            <a:ext cx="1636987" cy="369332"/>
          </a:xfrm>
          <a:prstGeom prst="rect">
            <a:avLst/>
          </a:prstGeom>
          <a:noFill/>
        </p:spPr>
        <p:txBody>
          <a:bodyPr wrap="none" rtlCol="0">
            <a:spAutoFit/>
          </a:bodyPr>
          <a:lstStyle/>
          <a:p>
            <a:r>
              <a:rPr lang="en-US" altLang="zh-CN" dirty="0"/>
              <a:t>01010  - 00101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5" name="Text Box 5"/>
          <p:cNvSpPr txBox="1">
            <a:spLocks noChangeArrowheads="1"/>
          </p:cNvSpPr>
          <p:nvPr/>
        </p:nvSpPr>
        <p:spPr bwMode="auto">
          <a:xfrm>
            <a:off x="374650" y="836613"/>
            <a:ext cx="86106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20000"/>
              </a:lnSpc>
              <a:spcBef>
                <a:spcPct val="0"/>
              </a:spcBef>
              <a:buFontTx/>
              <a:buNone/>
            </a:pPr>
            <a:r>
              <a:rPr kumimoji="1" lang="en-US" altLang="zh-CN" sz="2800" b="1">
                <a:latin typeface="Times New Roman" panose="02020603050405020304" pitchFamily="18" charset="0"/>
                <a:ea typeface="华康简宋" charset="-122"/>
              </a:rPr>
              <a:t>ENIAC</a:t>
            </a:r>
            <a:r>
              <a:rPr kumimoji="1" lang="en-US" altLang="zh-CN" sz="2400" b="1">
                <a:latin typeface="Times New Roman" panose="02020603050405020304" pitchFamily="18" charset="0"/>
                <a:ea typeface="华康简宋" charset="-122"/>
              </a:rPr>
              <a:t>: </a:t>
            </a:r>
            <a:r>
              <a:rPr kumimoji="1" lang="zh-CN" altLang="en-US" sz="2400" b="1">
                <a:latin typeface="Times New Roman" panose="02020603050405020304" pitchFamily="18" charset="0"/>
                <a:ea typeface="华康简宋" charset="-122"/>
              </a:rPr>
              <a:t>1946年美国宾夕法尼亚大学研制</a:t>
            </a:r>
            <a:r>
              <a:rPr kumimoji="1" lang="en-US" altLang="zh-CN" sz="2400" b="1">
                <a:latin typeface="Times New Roman" panose="02020603050405020304" pitchFamily="18" charset="0"/>
                <a:ea typeface="华康简宋" charset="-122"/>
              </a:rPr>
              <a:t>, </a:t>
            </a:r>
            <a:r>
              <a:rPr kumimoji="1" lang="zh-CN" altLang="en-US" sz="2400" b="1">
                <a:latin typeface="Times New Roman" panose="02020603050405020304" pitchFamily="18" charset="0"/>
                <a:ea typeface="华康简宋" charset="-122"/>
              </a:rPr>
              <a:t>世界第一台电子数字计算机。</a:t>
            </a:r>
            <a:endParaRPr kumimoji="1" lang="zh-CN" altLang="en-US" sz="2400" b="1">
              <a:latin typeface="Times New Roman" panose="02020603050405020304" pitchFamily="18" charset="0"/>
            </a:endParaRPr>
          </a:p>
        </p:txBody>
      </p:sp>
      <p:graphicFrame>
        <p:nvGraphicFramePr>
          <p:cNvPr id="30741" name="Object 21"/>
          <p:cNvGraphicFramePr/>
          <p:nvPr/>
        </p:nvGraphicFramePr>
        <p:xfrm>
          <a:off x="971550" y="2011363"/>
          <a:ext cx="3924300" cy="3802062"/>
        </p:xfrm>
        <a:graphic>
          <a:graphicData uri="http://schemas.openxmlformats.org/presentationml/2006/ole">
            <mc:AlternateContent xmlns:mc="http://schemas.openxmlformats.org/markup-compatibility/2006">
              <mc:Choice xmlns:v="urn:schemas-microsoft-com:vml" Requires="v">
                <p:oleObj spid="_x0000_s1033" name="Image" r:id="rId5" imgW="2743200" imgH="2886075" progId="Photoshop.Image.4">
                  <p:embed/>
                </p:oleObj>
              </mc:Choice>
              <mc:Fallback>
                <p:oleObj name="Image" r:id="rId5" imgW="2743200" imgH="2886075" progId="Photoshop.Image.4">
                  <p:embed/>
                  <p:pic>
                    <p:nvPicPr>
                      <p:cNvPr id="0" name="Object 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2011363"/>
                        <a:ext cx="3924300" cy="380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2" name="Rectangle 22"/>
          <p:cNvSpPr>
            <a:spLocks noChangeArrowheads="1"/>
          </p:cNvSpPr>
          <p:nvPr/>
        </p:nvSpPr>
        <p:spPr bwMode="auto">
          <a:xfrm>
            <a:off x="5421313" y="2235200"/>
            <a:ext cx="3543300" cy="342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952500" indent="-952500" defTabSz="7620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200000"/>
              </a:lnSpc>
              <a:buClr>
                <a:schemeClr val="tx2"/>
              </a:buClr>
              <a:buSzPct val="200000"/>
              <a:buFont typeface="Wingdings" panose="05000000000000000000" pitchFamily="2" charset="2"/>
              <a:buChar char=":"/>
            </a:pPr>
            <a:r>
              <a:rPr kumimoji="1" lang="zh-CN" altLang="en-US" sz="2000" b="1">
                <a:solidFill>
                  <a:srgbClr val="000000"/>
                </a:solidFill>
                <a:latin typeface="Times New Roman" panose="02020603050405020304" pitchFamily="18" charset="0"/>
              </a:rPr>
              <a:t>重达</a:t>
            </a:r>
            <a:r>
              <a:rPr kumimoji="1" lang="en-US" altLang="zh-CN" sz="2000" b="1">
                <a:solidFill>
                  <a:srgbClr val="000000"/>
                </a:solidFill>
                <a:latin typeface="Times New Roman" panose="02020603050405020304" pitchFamily="18" charset="0"/>
              </a:rPr>
              <a:t>30</a:t>
            </a:r>
            <a:r>
              <a:rPr kumimoji="1" lang="zh-CN" altLang="en-US" sz="2000" b="1">
                <a:solidFill>
                  <a:srgbClr val="000000"/>
                </a:solidFill>
                <a:latin typeface="Times New Roman" panose="02020603050405020304" pitchFamily="18" charset="0"/>
              </a:rPr>
              <a:t>吨</a:t>
            </a:r>
          </a:p>
          <a:p>
            <a:pPr eaLnBrk="1" hangingPunct="1">
              <a:lnSpc>
                <a:spcPct val="200000"/>
              </a:lnSpc>
              <a:buClr>
                <a:schemeClr val="tx2"/>
              </a:buClr>
              <a:buSzPct val="200000"/>
              <a:buFont typeface="Wingdings" panose="05000000000000000000" pitchFamily="2" charset="2"/>
              <a:buChar char=":"/>
            </a:pPr>
            <a:r>
              <a:rPr kumimoji="1" lang="zh-CN" altLang="en-US" sz="2000" b="1">
                <a:solidFill>
                  <a:srgbClr val="000000"/>
                </a:solidFill>
                <a:latin typeface="Times New Roman" panose="02020603050405020304" pitchFamily="18" charset="0"/>
              </a:rPr>
              <a:t>占地</a:t>
            </a:r>
            <a:r>
              <a:rPr kumimoji="1" lang="en-US" altLang="zh-CN" sz="2000" b="1">
                <a:solidFill>
                  <a:srgbClr val="000000"/>
                </a:solidFill>
                <a:latin typeface="Times New Roman" panose="02020603050405020304" pitchFamily="18" charset="0"/>
              </a:rPr>
              <a:t>170</a:t>
            </a:r>
            <a:r>
              <a:rPr kumimoji="1" lang="zh-CN" altLang="en-US" sz="2000" b="1">
                <a:solidFill>
                  <a:srgbClr val="000000"/>
                </a:solidFill>
                <a:latin typeface="Times New Roman" panose="02020603050405020304" pitchFamily="18" charset="0"/>
              </a:rPr>
              <a:t>平方米</a:t>
            </a:r>
          </a:p>
          <a:p>
            <a:pPr eaLnBrk="1" hangingPunct="1">
              <a:lnSpc>
                <a:spcPct val="200000"/>
              </a:lnSpc>
              <a:buClr>
                <a:schemeClr val="tx2"/>
              </a:buClr>
              <a:buSzPct val="200000"/>
              <a:buFont typeface="Wingdings" panose="05000000000000000000" pitchFamily="2" charset="2"/>
              <a:buChar char=":"/>
            </a:pPr>
            <a:r>
              <a:rPr kumimoji="1" lang="zh-CN" altLang="en-US" sz="2000" b="1">
                <a:solidFill>
                  <a:srgbClr val="000000"/>
                </a:solidFill>
                <a:latin typeface="Times New Roman" panose="02020603050405020304" pitchFamily="18" charset="0"/>
              </a:rPr>
              <a:t>消耗电力</a:t>
            </a:r>
            <a:r>
              <a:rPr kumimoji="1" lang="en-US" altLang="zh-CN" sz="2000" b="1">
                <a:solidFill>
                  <a:srgbClr val="000000"/>
                </a:solidFill>
                <a:latin typeface="Times New Roman" panose="02020603050405020304" pitchFamily="18" charset="0"/>
              </a:rPr>
              <a:t>140KW</a:t>
            </a:r>
          </a:p>
          <a:p>
            <a:pPr eaLnBrk="1" hangingPunct="1">
              <a:lnSpc>
                <a:spcPct val="200000"/>
              </a:lnSpc>
              <a:buClr>
                <a:schemeClr val="tx2"/>
              </a:buClr>
              <a:buSzPct val="200000"/>
              <a:buFont typeface="Wingdings" panose="05000000000000000000" pitchFamily="2" charset="2"/>
              <a:buChar char=":"/>
            </a:pPr>
            <a:r>
              <a:rPr kumimoji="1" lang="en-US" altLang="zh-CN" sz="2000" b="1">
                <a:solidFill>
                  <a:srgbClr val="000000"/>
                </a:solidFill>
                <a:latin typeface="Times New Roman" panose="02020603050405020304" pitchFamily="18" charset="0"/>
              </a:rPr>
              <a:t>18000</a:t>
            </a:r>
            <a:r>
              <a:rPr kumimoji="1" lang="zh-CN" altLang="en-US" sz="2000" b="1">
                <a:solidFill>
                  <a:srgbClr val="000000"/>
                </a:solidFill>
                <a:latin typeface="Times New Roman" panose="02020603050405020304" pitchFamily="18" charset="0"/>
              </a:rPr>
              <a:t>个电子管</a:t>
            </a:r>
          </a:p>
          <a:p>
            <a:pPr eaLnBrk="1" hangingPunct="1">
              <a:lnSpc>
                <a:spcPct val="200000"/>
              </a:lnSpc>
              <a:buClr>
                <a:schemeClr val="tx2"/>
              </a:buClr>
              <a:buSzPct val="200000"/>
              <a:buFont typeface="Wingdings" panose="05000000000000000000" pitchFamily="2" charset="2"/>
              <a:buChar char=":"/>
            </a:pPr>
            <a:r>
              <a:rPr kumimoji="1" lang="zh-CN" altLang="en-US" sz="2000" b="1">
                <a:solidFill>
                  <a:srgbClr val="000000"/>
                </a:solidFill>
                <a:latin typeface="Times New Roman" panose="02020603050405020304" pitchFamily="18" charset="0"/>
              </a:rPr>
              <a:t>运算速度</a:t>
            </a:r>
            <a:r>
              <a:rPr kumimoji="1" lang="en-US" altLang="zh-CN" sz="2000" b="1">
                <a:solidFill>
                  <a:srgbClr val="000000"/>
                </a:solidFill>
                <a:latin typeface="Times New Roman" panose="02020603050405020304" pitchFamily="18" charset="0"/>
              </a:rPr>
              <a:t>5000</a:t>
            </a:r>
            <a:r>
              <a:rPr kumimoji="1" lang="zh-CN" altLang="en-US" sz="2000" b="1">
                <a:solidFill>
                  <a:srgbClr val="000000"/>
                </a:solidFill>
                <a:latin typeface="Times New Roman" panose="02020603050405020304" pitchFamily="18" charset="0"/>
              </a:rPr>
              <a:t>次</a:t>
            </a:r>
            <a:r>
              <a:rPr kumimoji="1" lang="en-US" altLang="zh-CN" sz="2000" b="1">
                <a:solidFill>
                  <a:srgbClr val="000000"/>
                </a:solidFill>
                <a:latin typeface="Times New Roman" panose="02020603050405020304" pitchFamily="18" charset="0"/>
              </a:rPr>
              <a:t>/</a:t>
            </a:r>
            <a:r>
              <a:rPr kumimoji="1" lang="zh-CN" altLang="en-US" sz="2000" b="1">
                <a:solidFill>
                  <a:srgbClr val="000000"/>
                </a:solidFill>
                <a:latin typeface="Times New Roman" panose="02020603050405020304" pitchFamily="18" charset="0"/>
              </a:rPr>
              <a:t>秒</a:t>
            </a:r>
          </a:p>
        </p:txBody>
      </p:sp>
      <p:sp>
        <p:nvSpPr>
          <p:cNvPr id="3" name="矩形 2"/>
          <p:cNvSpPr>
            <a:spLocks noChangeArrowheads="1"/>
          </p:cNvSpPr>
          <p:nvPr/>
        </p:nvSpPr>
        <p:spPr bwMode="auto">
          <a:xfrm>
            <a:off x="684213" y="5981700"/>
            <a:ext cx="7413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b="1" dirty="0">
                <a:latin typeface="-apple-system"/>
              </a:rPr>
              <a:t>莫奇利（</a:t>
            </a:r>
            <a:r>
              <a:rPr lang="en-US" altLang="zh-CN" sz="2400" b="1" dirty="0">
                <a:latin typeface="-apple-system"/>
              </a:rPr>
              <a:t>John </a:t>
            </a:r>
            <a:r>
              <a:rPr lang="en-US" altLang="zh-CN" sz="2400" b="1" dirty="0" err="1">
                <a:latin typeface="-apple-system"/>
              </a:rPr>
              <a:t>Mauchly</a:t>
            </a:r>
            <a:r>
              <a:rPr lang="zh-CN" altLang="en-US" sz="2400" b="1" dirty="0">
                <a:latin typeface="-apple-system"/>
              </a:rPr>
              <a:t>，</a:t>
            </a:r>
            <a:r>
              <a:rPr lang="en-US" altLang="zh-CN" sz="2400" b="1" dirty="0">
                <a:latin typeface="-apple-system"/>
              </a:rPr>
              <a:t>1907-1980</a:t>
            </a:r>
            <a:r>
              <a:rPr lang="zh-CN" altLang="en-US" sz="2400" b="1" dirty="0">
                <a:latin typeface="-apple-system"/>
              </a:rPr>
              <a:t>）</a:t>
            </a:r>
            <a:endParaRPr lang="en-US" altLang="zh-CN" sz="2400" b="1" dirty="0">
              <a:latin typeface="-apple-system"/>
            </a:endParaRPr>
          </a:p>
          <a:p>
            <a:pPr eaLnBrk="1" hangingPunct="1">
              <a:spcBef>
                <a:spcPct val="0"/>
              </a:spcBef>
              <a:buFont typeface="Arial" panose="020B0604020202020204" pitchFamily="34" charset="0"/>
              <a:buNone/>
            </a:pPr>
            <a:r>
              <a:rPr lang="zh-CN" altLang="en-US" sz="2400" b="1" dirty="0">
                <a:latin typeface="-apple-system"/>
              </a:rPr>
              <a:t>埃克特（</a:t>
            </a:r>
            <a:r>
              <a:rPr lang="en-US" altLang="zh-CN" sz="2400" b="1" dirty="0">
                <a:latin typeface="-apple-system"/>
              </a:rPr>
              <a:t>John Eckert</a:t>
            </a:r>
            <a:r>
              <a:rPr lang="zh-CN" altLang="en-US" sz="2400" b="1" dirty="0">
                <a:latin typeface="-apple-system"/>
              </a:rPr>
              <a:t>，</a:t>
            </a:r>
            <a:r>
              <a:rPr lang="en-US" altLang="zh-CN" sz="2400" b="1" dirty="0">
                <a:latin typeface="-apple-system"/>
              </a:rPr>
              <a:t>1919-1995</a:t>
            </a:r>
            <a:r>
              <a:rPr lang="zh-CN" altLang="en-US" sz="2400" b="1" dirty="0">
                <a:latin typeface="-apple-system"/>
              </a:rPr>
              <a:t>）</a:t>
            </a:r>
            <a:endParaRPr lang="zh-CN" altLang="en-US" sz="240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dissolve">
                                      <p:cBhvr>
                                        <p:cTn id="7" dur="500"/>
                                        <p:tgtEl>
                                          <p:spTgt spid="3072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0741"/>
                                        </p:tgtEl>
                                        <p:attrNameLst>
                                          <p:attrName>style.visibility</p:attrName>
                                        </p:attrNameLst>
                                      </p:cBhvr>
                                      <p:to>
                                        <p:strVal val="visible"/>
                                      </p:to>
                                    </p:set>
                                    <p:animEffect transition="in" filter="box(out)">
                                      <p:cBhvr>
                                        <p:cTn id="12" dur="500"/>
                                        <p:tgtEl>
                                          <p:spTgt spid="30741"/>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7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utoUpdateAnimBg="0"/>
      <p:bldP spid="3074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11188" y="315913"/>
            <a:ext cx="7772400" cy="817562"/>
          </a:xfrm>
        </p:spPr>
        <p:txBody>
          <a:bodyPr/>
          <a:lstStyle/>
          <a:p>
            <a:pPr eaLnBrk="1" hangingPunct="1"/>
            <a:r>
              <a:rPr lang="zh-CN" altLang="en-US" sz="4000" b="1">
                <a:latin typeface="楷体_GB2312" pitchFamily="1" charset="-122"/>
                <a:ea typeface="楷体_GB2312" pitchFamily="1" charset="-122"/>
              </a:rPr>
              <a:t>计算机的发展</a:t>
            </a:r>
          </a:p>
        </p:txBody>
      </p:sp>
      <p:graphicFrame>
        <p:nvGraphicFramePr>
          <p:cNvPr id="3" name="表格 2"/>
          <p:cNvGraphicFramePr>
            <a:graphicFrameLocks noGrp="1"/>
          </p:cNvGraphicFramePr>
          <p:nvPr/>
        </p:nvGraphicFramePr>
        <p:xfrm>
          <a:off x="611188" y="1801813"/>
          <a:ext cx="7993062" cy="4148138"/>
        </p:xfrm>
        <a:graphic>
          <a:graphicData uri="http://schemas.openxmlformats.org/drawingml/2006/table">
            <a:tbl>
              <a:tblPr firstRow="1" bandRow="1">
                <a:tableStyleId>{073A0DAA-6AF3-43AB-8588-CEC1D06C72B9}</a:tableStyleId>
              </a:tblPr>
              <a:tblGrid>
                <a:gridCol w="936124">
                  <a:extLst>
                    <a:ext uri="{9D8B030D-6E8A-4147-A177-3AD203B41FA5}">
                      <a16:colId xmlns:a16="http://schemas.microsoft.com/office/drawing/2014/main" val="20000"/>
                    </a:ext>
                  </a:extLst>
                </a:gridCol>
                <a:gridCol w="1080144">
                  <a:extLst>
                    <a:ext uri="{9D8B030D-6E8A-4147-A177-3AD203B41FA5}">
                      <a16:colId xmlns:a16="http://schemas.microsoft.com/office/drawing/2014/main" val="20001"/>
                    </a:ext>
                  </a:extLst>
                </a:gridCol>
                <a:gridCol w="1512201">
                  <a:extLst>
                    <a:ext uri="{9D8B030D-6E8A-4147-A177-3AD203B41FA5}">
                      <a16:colId xmlns:a16="http://schemas.microsoft.com/office/drawing/2014/main" val="20002"/>
                    </a:ext>
                  </a:extLst>
                </a:gridCol>
                <a:gridCol w="1800239">
                  <a:extLst>
                    <a:ext uri="{9D8B030D-6E8A-4147-A177-3AD203B41FA5}">
                      <a16:colId xmlns:a16="http://schemas.microsoft.com/office/drawing/2014/main" val="20003"/>
                    </a:ext>
                  </a:extLst>
                </a:gridCol>
                <a:gridCol w="1332177">
                  <a:extLst>
                    <a:ext uri="{9D8B030D-6E8A-4147-A177-3AD203B41FA5}">
                      <a16:colId xmlns:a16="http://schemas.microsoft.com/office/drawing/2014/main" val="20004"/>
                    </a:ext>
                  </a:extLst>
                </a:gridCol>
                <a:gridCol w="1332177">
                  <a:extLst>
                    <a:ext uri="{9D8B030D-6E8A-4147-A177-3AD203B41FA5}">
                      <a16:colId xmlns:a16="http://schemas.microsoft.com/office/drawing/2014/main" val="20005"/>
                    </a:ext>
                  </a:extLst>
                </a:gridCol>
              </a:tblGrid>
              <a:tr h="576130">
                <a:tc>
                  <a:txBody>
                    <a:bodyPr/>
                    <a:lstStyle/>
                    <a:p>
                      <a:pPr algn="ctr"/>
                      <a:r>
                        <a:rPr lang="zh-CN" altLang="en-US" sz="1800" b="1" dirty="0">
                          <a:latin typeface="+mn-ea"/>
                          <a:ea typeface="+mn-ea"/>
                        </a:rPr>
                        <a:t>时代</a:t>
                      </a:r>
                    </a:p>
                  </a:txBody>
                  <a:tcPr marL="91442" marR="91442" marT="45725" marB="45725" anchor="ctr"/>
                </a:tc>
                <a:tc>
                  <a:txBody>
                    <a:bodyPr/>
                    <a:lstStyle/>
                    <a:p>
                      <a:pPr algn="ctr"/>
                      <a:r>
                        <a:rPr lang="zh-CN" altLang="en-US" sz="1800" b="1" dirty="0">
                          <a:latin typeface="+mn-ea"/>
                          <a:ea typeface="+mn-ea"/>
                        </a:rPr>
                        <a:t>年代</a:t>
                      </a:r>
                    </a:p>
                  </a:txBody>
                  <a:tcPr marL="91442" marR="91442" marT="45725" marB="45725" anchor="ctr"/>
                </a:tc>
                <a:tc>
                  <a:txBody>
                    <a:bodyPr/>
                    <a:lstStyle/>
                    <a:p>
                      <a:pPr algn="ctr"/>
                      <a:r>
                        <a:rPr lang="zh-CN" altLang="en-US" sz="1800" b="1" dirty="0">
                          <a:latin typeface="+mn-ea"/>
                          <a:ea typeface="+mn-ea"/>
                        </a:rPr>
                        <a:t>器件</a:t>
                      </a:r>
                    </a:p>
                  </a:txBody>
                  <a:tcPr marL="91442" marR="91442" marT="45725" marB="45725" anchor="ctr"/>
                </a:tc>
                <a:tc>
                  <a:txBody>
                    <a:bodyPr/>
                    <a:lstStyle/>
                    <a:p>
                      <a:pPr algn="ctr"/>
                      <a:r>
                        <a:rPr lang="zh-CN" altLang="en-US" sz="1800" b="1" dirty="0">
                          <a:latin typeface="+mn-ea"/>
                          <a:ea typeface="+mn-ea"/>
                        </a:rPr>
                        <a:t>运算速度（每秒）</a:t>
                      </a:r>
                    </a:p>
                  </a:txBody>
                  <a:tcPr marL="91442" marR="91442" marT="45725" marB="45725" anchor="ctr"/>
                </a:tc>
                <a:tc>
                  <a:txBody>
                    <a:bodyPr/>
                    <a:lstStyle/>
                    <a:p>
                      <a:pPr algn="ctr"/>
                      <a:r>
                        <a:rPr lang="zh-CN" altLang="en-US" sz="1800" b="1" dirty="0">
                          <a:latin typeface="+mn-ea"/>
                          <a:ea typeface="+mn-ea"/>
                        </a:rPr>
                        <a:t>软件</a:t>
                      </a:r>
                    </a:p>
                  </a:txBody>
                  <a:tcPr marL="91442" marR="91442" marT="45725" marB="45725" anchor="ctr"/>
                </a:tc>
                <a:tc>
                  <a:txBody>
                    <a:bodyPr/>
                    <a:lstStyle/>
                    <a:p>
                      <a:pPr algn="ctr"/>
                      <a:r>
                        <a:rPr lang="zh-CN" altLang="en-US" sz="1800" b="1" dirty="0">
                          <a:latin typeface="+mn-ea"/>
                          <a:ea typeface="+mn-ea"/>
                        </a:rPr>
                        <a:t>应用</a:t>
                      </a:r>
                    </a:p>
                  </a:txBody>
                  <a:tcPr marL="91442" marR="91442" marT="45725" marB="45725" anchor="ctr"/>
                </a:tc>
                <a:extLst>
                  <a:ext uri="{0D108BD9-81ED-4DB2-BD59-A6C34878D82A}">
                    <a16:rowId xmlns:a16="http://schemas.microsoft.com/office/drawing/2014/main" val="10000"/>
                  </a:ext>
                </a:extLst>
              </a:tr>
              <a:tr h="893002">
                <a:tc>
                  <a:txBody>
                    <a:bodyPr/>
                    <a:lstStyle/>
                    <a:p>
                      <a:pPr algn="ctr"/>
                      <a:r>
                        <a:rPr lang="zh-CN" altLang="en-US" sz="1800" b="1" dirty="0">
                          <a:latin typeface="+mn-ea"/>
                          <a:ea typeface="+mn-ea"/>
                        </a:rPr>
                        <a:t>一</a:t>
                      </a:r>
                    </a:p>
                  </a:txBody>
                  <a:tcPr marL="91442" marR="91442" marT="45725" marB="45725" anchor="ctr"/>
                </a:tc>
                <a:tc>
                  <a:txBody>
                    <a:bodyPr/>
                    <a:lstStyle/>
                    <a:p>
                      <a:pPr algn="ctr"/>
                      <a:r>
                        <a:rPr lang="en-US" altLang="zh-CN" sz="1800" b="1" dirty="0">
                          <a:latin typeface="+mn-ea"/>
                          <a:ea typeface="+mn-ea"/>
                        </a:rPr>
                        <a:t>46-58</a:t>
                      </a:r>
                      <a:endParaRPr lang="zh-CN" altLang="en-US" sz="1800" b="1" dirty="0">
                        <a:latin typeface="+mn-ea"/>
                        <a:ea typeface="+mn-ea"/>
                      </a:endParaRPr>
                    </a:p>
                  </a:txBody>
                  <a:tcPr marL="91442" marR="91442" marT="45725" marB="45725" anchor="ctr"/>
                </a:tc>
                <a:tc>
                  <a:txBody>
                    <a:bodyPr/>
                    <a:lstStyle/>
                    <a:p>
                      <a:pPr algn="ctr" defTabSz="914400" fontAlgn="base">
                        <a:lnSpc>
                          <a:spcPct val="100000"/>
                        </a:lnSpc>
                        <a:spcBef>
                          <a:spcPct val="0"/>
                        </a:spcBef>
                        <a:spcAft>
                          <a:spcPct val="0"/>
                        </a:spcAft>
                        <a:buFont typeface="Arial" panose="020B0604020202020204" pitchFamily="34" charset="0"/>
                      </a:pPr>
                      <a:r>
                        <a:rPr lang="zh-CN" altLang="en-US" sz="1800" b="1" kern="1200" baseline="0" dirty="0">
                          <a:solidFill>
                            <a:schemeClr val="dk1"/>
                          </a:solidFill>
                          <a:latin typeface="+mn-ea"/>
                          <a:ea typeface="+mn-ea"/>
                          <a:cs typeface="+mn-cs"/>
                        </a:rPr>
                        <a:t>电子管</a:t>
                      </a:r>
                    </a:p>
                  </a:txBody>
                  <a:tcPr marL="91442" marR="91442" marT="45725" marB="45725" anchor="ctr"/>
                </a:tc>
                <a:tc>
                  <a:txBody>
                    <a:bodyPr/>
                    <a:lstStyle/>
                    <a:p>
                      <a:pPr algn="ctr"/>
                      <a:r>
                        <a:rPr lang="zh-CN" altLang="en-US" sz="1800" b="1" dirty="0">
                          <a:latin typeface="+mn-ea"/>
                          <a:ea typeface="+mn-ea"/>
                        </a:rPr>
                        <a:t>几千次</a:t>
                      </a:r>
                    </a:p>
                  </a:txBody>
                  <a:tcPr marL="91442" marR="91442" marT="45725" marB="45725" anchor="ctr"/>
                </a:tc>
                <a:tc>
                  <a:txBody>
                    <a:bodyPr/>
                    <a:lstStyle/>
                    <a:p>
                      <a:pPr algn="ctr"/>
                      <a:r>
                        <a:rPr lang="zh-CN" altLang="en-US" sz="1800" b="1" dirty="0">
                          <a:latin typeface="+mn-ea"/>
                          <a:ea typeface="+mn-ea"/>
                        </a:rPr>
                        <a:t>机器语言</a:t>
                      </a:r>
                      <a:endParaRPr lang="en-US" altLang="zh-CN" sz="1800" b="1" dirty="0">
                        <a:latin typeface="+mn-ea"/>
                        <a:ea typeface="+mn-ea"/>
                      </a:endParaRPr>
                    </a:p>
                    <a:p>
                      <a:pPr algn="ctr"/>
                      <a:r>
                        <a:rPr lang="zh-CN" altLang="en-US" sz="1800" b="1" dirty="0">
                          <a:latin typeface="+mn-ea"/>
                          <a:ea typeface="+mn-ea"/>
                        </a:rPr>
                        <a:t>汇编语言</a:t>
                      </a:r>
                    </a:p>
                  </a:txBody>
                  <a:tcPr marL="91442" marR="91442" marT="45725" marB="45725" anchor="ctr"/>
                </a:tc>
                <a:tc>
                  <a:txBody>
                    <a:bodyPr/>
                    <a:lstStyle/>
                    <a:p>
                      <a:pPr algn="ctr"/>
                      <a:r>
                        <a:rPr lang="zh-CN" altLang="en-US" sz="1800" b="1" dirty="0">
                          <a:latin typeface="+mn-ea"/>
                          <a:ea typeface="+mn-ea"/>
                        </a:rPr>
                        <a:t>科学计算</a:t>
                      </a:r>
                      <a:endParaRPr lang="en-US" altLang="zh-CN" sz="1800" b="1" dirty="0">
                        <a:latin typeface="+mn-ea"/>
                        <a:ea typeface="+mn-ea"/>
                      </a:endParaRPr>
                    </a:p>
                    <a:p>
                      <a:pPr algn="ctr"/>
                      <a:r>
                        <a:rPr lang="zh-CN" altLang="en-US" sz="1800" b="1" dirty="0">
                          <a:latin typeface="+mn-ea"/>
                          <a:ea typeface="+mn-ea"/>
                        </a:rPr>
                        <a:t>军事领域</a:t>
                      </a:r>
                    </a:p>
                  </a:txBody>
                  <a:tcPr marL="91442" marR="91442" marT="45725" marB="45725" anchor="ctr"/>
                </a:tc>
                <a:extLst>
                  <a:ext uri="{0D108BD9-81ED-4DB2-BD59-A6C34878D82A}">
                    <a16:rowId xmlns:a16="http://schemas.microsoft.com/office/drawing/2014/main" val="10001"/>
                  </a:ext>
                </a:extLst>
              </a:tr>
              <a:tr h="893002">
                <a:tc>
                  <a:txBody>
                    <a:bodyPr/>
                    <a:lstStyle/>
                    <a:p>
                      <a:pPr algn="ctr"/>
                      <a:r>
                        <a:rPr lang="zh-CN" altLang="en-US" sz="1800" b="1" dirty="0">
                          <a:latin typeface="+mn-ea"/>
                          <a:ea typeface="+mn-ea"/>
                        </a:rPr>
                        <a:t>二</a:t>
                      </a:r>
                    </a:p>
                  </a:txBody>
                  <a:tcPr marL="91442" marR="91442" marT="45725" marB="45725" anchor="ctr"/>
                </a:tc>
                <a:tc>
                  <a:txBody>
                    <a:bodyPr/>
                    <a:lstStyle/>
                    <a:p>
                      <a:pPr algn="ctr"/>
                      <a:r>
                        <a:rPr lang="en-US" altLang="zh-CN" sz="1800" b="1" dirty="0">
                          <a:latin typeface="+mn-ea"/>
                          <a:ea typeface="+mn-ea"/>
                        </a:rPr>
                        <a:t>58-64</a:t>
                      </a:r>
                      <a:endParaRPr lang="zh-CN" altLang="en-US" sz="1800" b="1" dirty="0">
                        <a:latin typeface="+mn-ea"/>
                        <a:ea typeface="+mn-ea"/>
                      </a:endParaRPr>
                    </a:p>
                  </a:txBody>
                  <a:tcPr marL="91442" marR="91442" marT="45725" marB="45725" anchor="ctr"/>
                </a:tc>
                <a:tc>
                  <a:txBody>
                    <a:bodyPr/>
                    <a:lstStyle/>
                    <a:p>
                      <a:pPr algn="ctr"/>
                      <a:r>
                        <a:rPr lang="zh-CN" altLang="en-US" sz="1800" b="1" dirty="0">
                          <a:latin typeface="+mn-ea"/>
                          <a:ea typeface="+mn-ea"/>
                        </a:rPr>
                        <a:t>晶体管</a:t>
                      </a:r>
                    </a:p>
                  </a:txBody>
                  <a:tcPr marL="91442" marR="91442" marT="45725" marB="45725" anchor="ctr"/>
                </a:tc>
                <a:tc>
                  <a:txBody>
                    <a:bodyPr/>
                    <a:lstStyle/>
                    <a:p>
                      <a:pPr algn="ctr"/>
                      <a:r>
                        <a:rPr lang="zh-CN" altLang="en-US" sz="1800" b="1" dirty="0">
                          <a:latin typeface="+mn-ea"/>
                          <a:ea typeface="+mn-ea"/>
                        </a:rPr>
                        <a:t>几十万次</a:t>
                      </a:r>
                    </a:p>
                  </a:txBody>
                  <a:tcPr marL="91442" marR="91442" marT="45725" marB="45725" anchor="ctr"/>
                </a:tc>
                <a:tc>
                  <a:txBody>
                    <a:bodyPr/>
                    <a:lstStyle/>
                    <a:p>
                      <a:pPr algn="ctr"/>
                      <a:r>
                        <a:rPr lang="zh-CN" altLang="en-US" sz="1800" b="1" dirty="0">
                          <a:latin typeface="+mn-ea"/>
                          <a:ea typeface="+mn-ea"/>
                        </a:rPr>
                        <a:t>高级语言</a:t>
                      </a:r>
                    </a:p>
                  </a:txBody>
                  <a:tcPr marL="91442" marR="91442" marT="45725" marB="45725" anchor="ctr"/>
                </a:tc>
                <a:tc>
                  <a:txBody>
                    <a:bodyPr/>
                    <a:lstStyle/>
                    <a:p>
                      <a:pPr algn="ctr"/>
                      <a:r>
                        <a:rPr lang="zh-CN" altLang="en-US" sz="1800" b="1" dirty="0">
                          <a:latin typeface="+mn-ea"/>
                          <a:ea typeface="+mn-ea"/>
                        </a:rPr>
                        <a:t>数据处理</a:t>
                      </a:r>
                      <a:endParaRPr lang="en-US" altLang="zh-CN" sz="1800" b="1" dirty="0">
                        <a:latin typeface="+mn-ea"/>
                        <a:ea typeface="+mn-ea"/>
                      </a:endParaRPr>
                    </a:p>
                    <a:p>
                      <a:pPr algn="ctr"/>
                      <a:r>
                        <a:rPr lang="zh-CN" altLang="en-US" sz="1800" b="1" dirty="0">
                          <a:latin typeface="+mn-ea"/>
                          <a:ea typeface="+mn-ea"/>
                        </a:rPr>
                        <a:t>工业控制</a:t>
                      </a:r>
                    </a:p>
                  </a:txBody>
                  <a:tcPr marL="91442" marR="91442" marT="45725" marB="45725" anchor="ctr"/>
                </a:tc>
                <a:extLst>
                  <a:ext uri="{0D108BD9-81ED-4DB2-BD59-A6C34878D82A}">
                    <a16:rowId xmlns:a16="http://schemas.microsoft.com/office/drawing/2014/main" val="10002"/>
                  </a:ext>
                </a:extLst>
              </a:tr>
              <a:tr h="893002">
                <a:tc>
                  <a:txBody>
                    <a:bodyPr/>
                    <a:lstStyle/>
                    <a:p>
                      <a:pPr algn="ctr"/>
                      <a:r>
                        <a:rPr lang="zh-CN" altLang="en-US" sz="1800" b="1" dirty="0">
                          <a:latin typeface="+mn-ea"/>
                          <a:ea typeface="+mn-ea"/>
                        </a:rPr>
                        <a:t>三</a:t>
                      </a:r>
                    </a:p>
                  </a:txBody>
                  <a:tcPr marL="91442" marR="91442" marT="45725" marB="45725" anchor="ctr"/>
                </a:tc>
                <a:tc>
                  <a:txBody>
                    <a:bodyPr/>
                    <a:lstStyle/>
                    <a:p>
                      <a:pPr algn="ctr"/>
                      <a:r>
                        <a:rPr lang="en-US" altLang="zh-CN" sz="1800" b="1" dirty="0">
                          <a:latin typeface="+mn-ea"/>
                          <a:ea typeface="+mn-ea"/>
                        </a:rPr>
                        <a:t>64-70</a:t>
                      </a:r>
                      <a:endParaRPr lang="zh-CN" altLang="en-US" sz="1800" b="1" dirty="0">
                        <a:latin typeface="+mn-ea"/>
                        <a:ea typeface="+mn-ea"/>
                      </a:endParaRPr>
                    </a:p>
                  </a:txBody>
                  <a:tcPr marL="91442" marR="91442" marT="45725" marB="45725" anchor="ctr"/>
                </a:tc>
                <a:tc>
                  <a:txBody>
                    <a:bodyPr/>
                    <a:lstStyle/>
                    <a:p>
                      <a:pPr algn="ctr"/>
                      <a:r>
                        <a:rPr lang="zh-CN" altLang="en-US" sz="1800" b="1" dirty="0">
                          <a:latin typeface="+mn-ea"/>
                          <a:ea typeface="+mn-ea"/>
                        </a:rPr>
                        <a:t>集成电路</a:t>
                      </a:r>
                    </a:p>
                  </a:txBody>
                  <a:tcPr marL="91442" marR="91442" marT="45725" marB="45725" anchor="ctr"/>
                </a:tc>
                <a:tc>
                  <a:txBody>
                    <a:bodyPr/>
                    <a:lstStyle/>
                    <a:p>
                      <a:pPr algn="ctr"/>
                      <a:r>
                        <a:rPr lang="zh-CN" altLang="en-US" sz="1800" b="1" dirty="0">
                          <a:latin typeface="+mn-ea"/>
                          <a:ea typeface="+mn-ea"/>
                        </a:rPr>
                        <a:t>几百万次</a:t>
                      </a:r>
                    </a:p>
                  </a:txBody>
                  <a:tcPr marL="91442" marR="91442" marT="45725" marB="45725" anchor="ctr"/>
                </a:tc>
                <a:tc>
                  <a:txBody>
                    <a:bodyPr/>
                    <a:lstStyle/>
                    <a:p>
                      <a:pPr algn="ctr"/>
                      <a:r>
                        <a:rPr lang="zh-CN" altLang="en-US" sz="1800" b="1" dirty="0">
                          <a:latin typeface="+mn-ea"/>
                          <a:ea typeface="+mn-ea"/>
                        </a:rPr>
                        <a:t>操作系统</a:t>
                      </a:r>
                    </a:p>
                  </a:txBody>
                  <a:tcPr marL="91442" marR="91442" marT="45725" marB="45725" anchor="ctr"/>
                </a:tc>
                <a:tc>
                  <a:txBody>
                    <a:bodyPr/>
                    <a:lstStyle/>
                    <a:p>
                      <a:pPr algn="ctr"/>
                      <a:r>
                        <a:rPr lang="zh-CN" altLang="en-US" sz="1800" b="1" dirty="0">
                          <a:latin typeface="+mn-ea"/>
                          <a:ea typeface="+mn-ea"/>
                        </a:rPr>
                        <a:t>文字处理</a:t>
                      </a:r>
                      <a:endParaRPr lang="en-US" altLang="zh-CN" sz="1800" b="1" dirty="0">
                        <a:latin typeface="+mn-ea"/>
                        <a:ea typeface="+mn-ea"/>
                      </a:endParaRPr>
                    </a:p>
                    <a:p>
                      <a:pPr algn="ctr"/>
                      <a:r>
                        <a:rPr lang="zh-CN" altLang="en-US" sz="1800" b="1" dirty="0">
                          <a:latin typeface="+mn-ea"/>
                          <a:ea typeface="+mn-ea"/>
                        </a:rPr>
                        <a:t>图形处理</a:t>
                      </a:r>
                    </a:p>
                  </a:txBody>
                  <a:tcPr marL="91442" marR="91442" marT="45725" marB="45725" anchor="ctr"/>
                </a:tc>
                <a:extLst>
                  <a:ext uri="{0D108BD9-81ED-4DB2-BD59-A6C34878D82A}">
                    <a16:rowId xmlns:a16="http://schemas.microsoft.com/office/drawing/2014/main" val="10003"/>
                  </a:ext>
                </a:extLst>
              </a:tr>
              <a:tr h="893002">
                <a:tc>
                  <a:txBody>
                    <a:bodyPr/>
                    <a:lstStyle/>
                    <a:p>
                      <a:pPr algn="ctr"/>
                      <a:r>
                        <a:rPr lang="zh-CN" altLang="en-US" sz="1800" b="1" dirty="0">
                          <a:latin typeface="+mn-ea"/>
                          <a:ea typeface="+mn-ea"/>
                        </a:rPr>
                        <a:t>四</a:t>
                      </a:r>
                    </a:p>
                  </a:txBody>
                  <a:tcPr marL="91442" marR="91442" marT="45725" marB="45725" anchor="ctr"/>
                </a:tc>
                <a:tc>
                  <a:txBody>
                    <a:bodyPr/>
                    <a:lstStyle/>
                    <a:p>
                      <a:pPr algn="ctr"/>
                      <a:r>
                        <a:rPr lang="en-US" altLang="zh-CN" sz="1800" b="1" dirty="0">
                          <a:latin typeface="+mn-ea"/>
                          <a:ea typeface="+mn-ea"/>
                        </a:rPr>
                        <a:t>71-</a:t>
                      </a:r>
                      <a:r>
                        <a:rPr lang="zh-CN" altLang="en-US" sz="1800" b="1" dirty="0">
                          <a:latin typeface="+mn-ea"/>
                          <a:ea typeface="+mn-ea"/>
                        </a:rPr>
                        <a:t>至今</a:t>
                      </a:r>
                    </a:p>
                  </a:txBody>
                  <a:tcPr marL="91442" marR="91442" marT="45725" marB="45725" anchor="ctr"/>
                </a:tc>
                <a:tc>
                  <a:txBody>
                    <a:bodyPr/>
                    <a:lstStyle/>
                    <a:p>
                      <a:pPr algn="ctr"/>
                      <a:r>
                        <a:rPr lang="zh-CN" altLang="en-US" sz="1800" b="1" dirty="0">
                          <a:latin typeface="+mn-ea"/>
                          <a:ea typeface="+mn-ea"/>
                        </a:rPr>
                        <a:t>大</a:t>
                      </a:r>
                      <a:r>
                        <a:rPr lang="en-US" altLang="zh-CN" sz="1800" b="1" dirty="0">
                          <a:latin typeface="+mn-ea"/>
                          <a:ea typeface="+mn-ea"/>
                        </a:rPr>
                        <a:t>/</a:t>
                      </a:r>
                      <a:r>
                        <a:rPr lang="zh-CN" altLang="en-US" sz="1800" b="1" dirty="0">
                          <a:latin typeface="+mn-ea"/>
                          <a:ea typeface="+mn-ea"/>
                        </a:rPr>
                        <a:t>超大规模集成电路</a:t>
                      </a:r>
                    </a:p>
                  </a:txBody>
                  <a:tcPr marL="91442" marR="91442" marT="45725" marB="45725" anchor="ctr"/>
                </a:tc>
                <a:tc>
                  <a:txBody>
                    <a:bodyPr/>
                    <a:lstStyle/>
                    <a:p>
                      <a:pPr algn="ctr"/>
                      <a:r>
                        <a:rPr lang="zh-CN" altLang="en-US" sz="1800" b="1" dirty="0">
                          <a:latin typeface="+mn-ea"/>
                          <a:ea typeface="+mn-ea"/>
                        </a:rPr>
                        <a:t>达到</a:t>
                      </a:r>
                      <a:r>
                        <a:rPr lang="en-US" altLang="zh-CN" sz="1800" b="1" dirty="0">
                          <a:latin typeface="+mn-ea"/>
                          <a:ea typeface="+mn-ea"/>
                        </a:rPr>
                        <a:t>……</a:t>
                      </a:r>
                      <a:endParaRPr lang="zh-CN" altLang="en-US" sz="1800" b="1" dirty="0">
                        <a:latin typeface="+mn-ea"/>
                        <a:ea typeface="+mn-ea"/>
                      </a:endParaRPr>
                    </a:p>
                  </a:txBody>
                  <a:tcPr marL="91442" marR="91442" marT="45725" marB="45725" anchor="ctr"/>
                </a:tc>
                <a:tc>
                  <a:txBody>
                    <a:bodyPr/>
                    <a:lstStyle/>
                    <a:p>
                      <a:pPr algn="ctr"/>
                      <a:r>
                        <a:rPr lang="zh-CN" altLang="en-US" sz="1800" b="1" dirty="0">
                          <a:latin typeface="+mn-ea"/>
                          <a:ea typeface="+mn-ea"/>
                        </a:rPr>
                        <a:t>数据库、网络等</a:t>
                      </a:r>
                    </a:p>
                  </a:txBody>
                  <a:tcPr marL="91442" marR="91442" marT="45725" marB="45725" anchor="ctr"/>
                </a:tc>
                <a:tc>
                  <a:txBody>
                    <a:bodyPr/>
                    <a:lstStyle/>
                    <a:p>
                      <a:pPr algn="ctr"/>
                      <a:r>
                        <a:rPr lang="zh-CN" altLang="en-US" sz="1800" b="1" dirty="0">
                          <a:latin typeface="+mn-ea"/>
                          <a:ea typeface="+mn-ea"/>
                        </a:rPr>
                        <a:t>各个领域</a:t>
                      </a:r>
                    </a:p>
                  </a:txBody>
                  <a:tcPr marL="91442" marR="91442" marT="45725" marB="45725" anchor="ct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Line 2"/>
          <p:cNvSpPr>
            <a:spLocks noChangeShapeType="1"/>
          </p:cNvSpPr>
          <p:nvPr/>
        </p:nvSpPr>
        <p:spPr bwMode="auto">
          <a:xfrm flipV="1">
            <a:off x="1042988" y="1917700"/>
            <a:ext cx="7812087" cy="3743325"/>
          </a:xfrm>
          <a:prstGeom prst="line">
            <a:avLst/>
          </a:prstGeom>
          <a:noFill/>
          <a:ln w="76200">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 name="Text Box 4"/>
          <p:cNvSpPr txBox="1">
            <a:spLocks noChangeArrowheads="1"/>
          </p:cNvSpPr>
          <p:nvPr/>
        </p:nvSpPr>
        <p:spPr bwMode="auto">
          <a:xfrm>
            <a:off x="3490913" y="4510088"/>
            <a:ext cx="1008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000" dirty="0">
                <a:latin typeface="Tahoma" panose="020B0604030504040204" pitchFamily="34" charset="0"/>
                <a:ea typeface="黑体" panose="02010609060101010101" pitchFamily="49" charset="-122"/>
              </a:rPr>
              <a:t>晶体管</a:t>
            </a:r>
            <a:endParaRPr lang="en-US" altLang="zh-CN" sz="2000" dirty="0">
              <a:latin typeface="Tahoma" panose="020B0604030504040204" pitchFamily="34" charset="0"/>
              <a:ea typeface="黑体" panose="02010609060101010101" pitchFamily="49" charset="-122"/>
            </a:endParaRPr>
          </a:p>
        </p:txBody>
      </p:sp>
      <p:sp>
        <p:nvSpPr>
          <p:cNvPr id="4" name="Text Box 5"/>
          <p:cNvSpPr txBox="1">
            <a:spLocks noChangeArrowheads="1"/>
          </p:cNvSpPr>
          <p:nvPr/>
        </p:nvSpPr>
        <p:spPr bwMode="auto">
          <a:xfrm>
            <a:off x="5003800" y="3692525"/>
            <a:ext cx="27352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000" dirty="0">
                <a:latin typeface="Tahoma" panose="020B0604030504040204" pitchFamily="34" charset="0"/>
                <a:ea typeface="黑体" panose="02010609060101010101" pitchFamily="49" charset="-122"/>
              </a:rPr>
              <a:t>集成电路</a:t>
            </a:r>
            <a:r>
              <a:rPr lang="en-US" altLang="zh-CN" sz="2000" dirty="0">
                <a:latin typeface="Tahoma" panose="020B0604030504040204" pitchFamily="34" charset="0"/>
                <a:ea typeface="黑体" panose="02010609060101010101" pitchFamily="49" charset="-122"/>
              </a:rPr>
              <a:t>: </a:t>
            </a:r>
            <a:r>
              <a:rPr lang="zh-CN" altLang="en-US" sz="2000" dirty="0">
                <a:latin typeface="Tahoma" panose="020B0604030504040204" pitchFamily="34" charset="0"/>
                <a:ea typeface="黑体" panose="02010609060101010101" pitchFamily="49" charset="-122"/>
              </a:rPr>
              <a:t>可自动实现一定变换的元件</a:t>
            </a:r>
            <a:endParaRPr lang="en-US" altLang="zh-CN" sz="2000" dirty="0">
              <a:latin typeface="Tahoma" panose="020B0604030504040204" pitchFamily="34" charset="0"/>
              <a:ea typeface="黑体" panose="02010609060101010101" pitchFamily="49" charset="-122"/>
            </a:endParaRPr>
          </a:p>
        </p:txBody>
      </p:sp>
      <p:sp>
        <p:nvSpPr>
          <p:cNvPr id="5" name="Text Box 6"/>
          <p:cNvSpPr txBox="1">
            <a:spLocks noChangeArrowheads="1"/>
          </p:cNvSpPr>
          <p:nvPr/>
        </p:nvSpPr>
        <p:spPr bwMode="auto">
          <a:xfrm>
            <a:off x="7164388" y="2709863"/>
            <a:ext cx="15827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000">
                <a:latin typeface="Tahoma" panose="020B0604030504040204" pitchFamily="34" charset="0"/>
                <a:ea typeface="黑体" panose="02010609060101010101" pitchFamily="49" charset="-122"/>
              </a:rPr>
              <a:t>超大规模集成电路</a:t>
            </a:r>
            <a:r>
              <a:rPr lang="en-US" altLang="zh-CN" sz="2000">
                <a:latin typeface="Tahoma" panose="020B0604030504040204" pitchFamily="34" charset="0"/>
                <a:ea typeface="黑体" panose="02010609060101010101" pitchFamily="49" charset="-122"/>
              </a:rPr>
              <a:t>(VLSI)</a:t>
            </a:r>
            <a:endParaRPr lang="en-US" altLang="zh-CN" sz="2000">
              <a:solidFill>
                <a:schemeClr val="accent2"/>
              </a:solidFill>
              <a:latin typeface="Tahoma" panose="020B0604030504040204" pitchFamily="34" charset="0"/>
              <a:ea typeface="黑体" panose="02010609060101010101" pitchFamily="49" charset="-122"/>
            </a:endParaRPr>
          </a:p>
        </p:txBody>
      </p:sp>
      <p:sp>
        <p:nvSpPr>
          <p:cNvPr id="6" name="Text Box 7"/>
          <p:cNvSpPr txBox="1">
            <a:spLocks noChangeArrowheads="1"/>
          </p:cNvSpPr>
          <p:nvPr/>
        </p:nvSpPr>
        <p:spPr bwMode="auto">
          <a:xfrm>
            <a:off x="914400" y="776288"/>
            <a:ext cx="393700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ea typeface="黑体" panose="02010609060101010101" pitchFamily="49" charset="-122"/>
              </a:defRPr>
            </a:lvl1pPr>
            <a:lvl2pPr marL="742950" indent="-285750" eaLnBrk="0" hangingPunct="0">
              <a:defRPr sz="2400">
                <a:solidFill>
                  <a:schemeClr val="tx1"/>
                </a:solidFill>
                <a:latin typeface="Tahoma" panose="020B0604030504040204" pitchFamily="34" charset="0"/>
                <a:ea typeface="黑体" panose="02010609060101010101" pitchFamily="49" charset="-122"/>
              </a:defRPr>
            </a:lvl2pPr>
            <a:lvl3pPr marL="1143000" indent="-228600" eaLnBrk="0" hangingPunct="0">
              <a:defRPr sz="2400">
                <a:solidFill>
                  <a:schemeClr val="tx1"/>
                </a:solidFill>
                <a:latin typeface="Tahoma" panose="020B0604030504040204" pitchFamily="34" charset="0"/>
                <a:ea typeface="黑体" panose="02010609060101010101" pitchFamily="49" charset="-122"/>
              </a:defRPr>
            </a:lvl3pPr>
            <a:lvl4pPr marL="1600200" indent="-228600" eaLnBrk="0" hangingPunct="0">
              <a:defRPr sz="2400">
                <a:solidFill>
                  <a:schemeClr val="tx1"/>
                </a:solidFill>
                <a:latin typeface="Tahoma" panose="020B0604030504040204" pitchFamily="34" charset="0"/>
                <a:ea typeface="黑体" panose="02010609060101010101" pitchFamily="49" charset="-122"/>
              </a:defRPr>
            </a:lvl4pPr>
            <a:lvl5pPr marL="2057400" indent="-228600" eaLnBrk="0" hangingPunct="0">
              <a:defRPr sz="24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黑体" panose="02010609060101010101" pitchFamily="49" charset="-122"/>
              </a:defRPr>
            </a:lvl9pPr>
          </a:lstStyle>
          <a:p>
            <a:pPr eaLnBrk="1" hangingPunct="1">
              <a:lnSpc>
                <a:spcPct val="130000"/>
              </a:lnSpc>
              <a:buFont typeface="Arial" panose="020B0604020202020204" pitchFamily="34" charset="0"/>
              <a:buNone/>
              <a:defRPr/>
            </a:pPr>
            <a:r>
              <a:rPr lang="zh-CN" altLang="en-US" sz="2800" b="1" dirty="0">
                <a:latin typeface="+mn-ea"/>
                <a:ea typeface="+mn-ea"/>
              </a:rPr>
              <a:t>计算机元器件的发展</a:t>
            </a:r>
          </a:p>
        </p:txBody>
      </p:sp>
      <p:pic>
        <p:nvPicPr>
          <p:cNvPr id="29703" name="Picture 8" descr="第一只电子管 （真空二极管）"/>
          <p:cNvPicPr>
            <a:picLocks noChangeAspect="1" noChangeArrowheads="1"/>
          </p:cNvPicPr>
          <p:nvPr/>
        </p:nvPicPr>
        <p:blipFill>
          <a:blip r:embed="rId3">
            <a:clrChange>
              <a:clrFrom>
                <a:srgbClr val="F8F8F8"/>
              </a:clrFrom>
              <a:clrTo>
                <a:srgbClr val="F8F8F8">
                  <a:alpha val="0"/>
                </a:srgbClr>
              </a:clrTo>
            </a:clrChange>
            <a:extLst>
              <a:ext uri="{28A0092B-C50C-407E-A947-70E740481C1C}">
                <a14:useLocalDpi xmlns:a14="http://schemas.microsoft.com/office/drawing/2010/main" val="0"/>
              </a:ext>
            </a:extLst>
          </a:blip>
          <a:srcRect/>
          <a:stretch>
            <a:fillRect/>
          </a:stretch>
        </p:blipFill>
        <p:spPr bwMode="auto">
          <a:xfrm>
            <a:off x="106363" y="3502025"/>
            <a:ext cx="19018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descr="图说电脑历史 | Jandan.net"/>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39863" y="5122863"/>
            <a:ext cx="161925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10" descr="第一只晶体管"/>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2875" y="3989388"/>
            <a:ext cx="855663"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1600" y="3286125"/>
            <a:ext cx="482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1513" y="3286125"/>
            <a:ext cx="4127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8" name="Picture 13" descr="U1235P2DT2008091508244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27538" y="2781300"/>
            <a:ext cx="1439862"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4" descr="pgf041213058"/>
          <p:cNvPicPr>
            <a:picLocks noChangeAspect="1" noChangeArrowheads="1"/>
          </p:cNvPicPr>
          <p:nvPr/>
        </p:nvPicPr>
        <p:blipFill>
          <a:blip r:embed="rId9">
            <a:clrChange>
              <a:clrFrom>
                <a:srgbClr val="E1EDED"/>
              </a:clrFrom>
              <a:clrTo>
                <a:srgbClr val="E1EDED">
                  <a:alpha val="0"/>
                </a:srgbClr>
              </a:clrTo>
            </a:clrChange>
            <a:extLst>
              <a:ext uri="{28A0092B-C50C-407E-A947-70E740481C1C}">
                <a14:useLocalDpi xmlns:a14="http://schemas.microsoft.com/office/drawing/2010/main" val="0"/>
              </a:ext>
            </a:extLst>
          </a:blip>
          <a:srcRect/>
          <a:stretch>
            <a:fillRect/>
          </a:stretch>
        </p:blipFill>
        <p:spPr bwMode="auto">
          <a:xfrm>
            <a:off x="5651500" y="3070225"/>
            <a:ext cx="8429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0" name="Picture 15" descr="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9563" y="1125538"/>
            <a:ext cx="16573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6"/>
          <p:cNvSpPr txBox="1">
            <a:spLocks noChangeArrowheads="1"/>
          </p:cNvSpPr>
          <p:nvPr/>
        </p:nvSpPr>
        <p:spPr bwMode="auto">
          <a:xfrm>
            <a:off x="6300788" y="4508500"/>
            <a:ext cx="2592387"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30000"/>
              </a:lnSpc>
              <a:spcBef>
                <a:spcPct val="0"/>
              </a:spcBef>
            </a:pPr>
            <a:r>
              <a:rPr lang="zh-CN" altLang="en-US" sz="2000">
                <a:latin typeface="Tahoma" panose="020B0604030504040204" pitchFamily="34" charset="0"/>
                <a:ea typeface="黑体" panose="02010609060101010101" pitchFamily="49" charset="-122"/>
              </a:rPr>
              <a:t>体积越来越小；</a:t>
            </a:r>
          </a:p>
          <a:p>
            <a:pPr eaLnBrk="1" hangingPunct="1">
              <a:lnSpc>
                <a:spcPct val="130000"/>
              </a:lnSpc>
              <a:spcBef>
                <a:spcPct val="0"/>
              </a:spcBef>
            </a:pPr>
            <a:r>
              <a:rPr lang="zh-CN" altLang="en-US" sz="2000">
                <a:latin typeface="Tahoma" panose="020B0604030504040204" pitchFamily="34" charset="0"/>
                <a:ea typeface="黑体" panose="02010609060101010101" pitchFamily="49" charset="-122"/>
              </a:rPr>
              <a:t>可靠性越来越高；</a:t>
            </a:r>
          </a:p>
          <a:p>
            <a:pPr eaLnBrk="1" hangingPunct="1">
              <a:lnSpc>
                <a:spcPct val="130000"/>
              </a:lnSpc>
              <a:spcBef>
                <a:spcPct val="0"/>
              </a:spcBef>
            </a:pPr>
            <a:r>
              <a:rPr lang="zh-CN" altLang="en-US" sz="2000">
                <a:latin typeface="Tahoma" panose="020B0604030504040204" pitchFamily="34" charset="0"/>
                <a:ea typeface="黑体" panose="02010609060101010101" pitchFamily="49" charset="-122"/>
              </a:rPr>
              <a:t>电路规模越来越大；</a:t>
            </a:r>
          </a:p>
          <a:p>
            <a:pPr eaLnBrk="1" hangingPunct="1">
              <a:lnSpc>
                <a:spcPct val="130000"/>
              </a:lnSpc>
              <a:spcBef>
                <a:spcPct val="0"/>
              </a:spcBef>
            </a:pPr>
            <a:r>
              <a:rPr lang="zh-CN" altLang="en-US" sz="2000">
                <a:latin typeface="Tahoma" panose="020B0604030504040204" pitchFamily="34" charset="0"/>
                <a:ea typeface="黑体" panose="02010609060101010101" pitchFamily="49" charset="-122"/>
              </a:rPr>
              <a:t>速度越来越快；</a:t>
            </a:r>
          </a:p>
          <a:p>
            <a:pPr eaLnBrk="1" hangingPunct="1">
              <a:lnSpc>
                <a:spcPct val="130000"/>
              </a:lnSpc>
              <a:spcBef>
                <a:spcPct val="0"/>
              </a:spcBef>
            </a:pPr>
            <a:r>
              <a:rPr lang="zh-CN" altLang="en-US" sz="2000">
                <a:latin typeface="Tahoma" panose="020B0604030504040204" pitchFamily="34" charset="0"/>
                <a:ea typeface="黑体" panose="02010609060101010101" pitchFamily="49" charset="-122"/>
              </a:rPr>
              <a:t>功能越来越强大。</a:t>
            </a:r>
            <a:endParaRPr lang="en-US" altLang="zh-CN" sz="2000">
              <a:latin typeface="Tahoma" panose="020B0604030504040204" pitchFamily="34" charset="0"/>
              <a:ea typeface="黑体" panose="02010609060101010101" pitchFamily="49" charset="-122"/>
            </a:endParaRPr>
          </a:p>
        </p:txBody>
      </p:sp>
      <p:sp>
        <p:nvSpPr>
          <p:cNvPr id="16" name="Text Box 4"/>
          <p:cNvSpPr txBox="1">
            <a:spLocks noChangeArrowheads="1"/>
          </p:cNvSpPr>
          <p:nvPr/>
        </p:nvSpPr>
        <p:spPr bwMode="auto">
          <a:xfrm>
            <a:off x="1439863" y="6184900"/>
            <a:ext cx="10080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000" dirty="0">
                <a:latin typeface="Tahoma" panose="020B0604030504040204" pitchFamily="34" charset="0"/>
                <a:ea typeface="黑体" panose="02010609060101010101" pitchFamily="49" charset="-122"/>
              </a:rPr>
              <a:t>电子管</a:t>
            </a:r>
            <a:endParaRPr lang="en-US" altLang="zh-CN" sz="2000" dirty="0">
              <a:latin typeface="Tahoma" panose="020B060403050404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anim calcmode="lin" valueType="num">
                                      <p:cBhvr additive="base">
                                        <p:cTn id="31"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4" fill="hold" nodeType="afterEffect">
                                  <p:stCondLst>
                                    <p:cond delay="0"/>
                                  </p:stCondLst>
                                  <p:childTnLst>
                                    <p:set>
                                      <p:cBhvr>
                                        <p:cTn id="35" dur="1" fill="hold">
                                          <p:stCondLst>
                                            <p:cond delay="0"/>
                                          </p:stCondLst>
                                        </p:cTn>
                                        <p:tgtEl>
                                          <p:spTgt spid="15">
                                            <p:txEl>
                                              <p:pRg st="1" end="1"/>
                                            </p:txEl>
                                          </p:spTgt>
                                        </p:tgtEl>
                                        <p:attrNameLst>
                                          <p:attrName>style.visibility</p:attrName>
                                        </p:attrNameLst>
                                      </p:cBhvr>
                                      <p:to>
                                        <p:strVal val="visible"/>
                                      </p:to>
                                    </p:set>
                                    <p:anim calcmode="lin" valueType="num">
                                      <p:cBhvr additive="base">
                                        <p:cTn id="36"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ID="2" presetClass="entr" presetSubtype="4" fill="hold" nodeType="afterEffect">
                                  <p:stCondLst>
                                    <p:cond delay="0"/>
                                  </p:stCondLst>
                                  <p:childTnLst>
                                    <p:set>
                                      <p:cBhvr>
                                        <p:cTn id="40" dur="1" fill="hold">
                                          <p:stCondLst>
                                            <p:cond delay="0"/>
                                          </p:stCondLst>
                                        </p:cTn>
                                        <p:tgtEl>
                                          <p:spTgt spid="15">
                                            <p:txEl>
                                              <p:pRg st="2" end="2"/>
                                            </p:txEl>
                                          </p:spTgt>
                                        </p:tgtEl>
                                        <p:attrNameLst>
                                          <p:attrName>style.visibility</p:attrName>
                                        </p:attrNameLst>
                                      </p:cBhvr>
                                      <p:to>
                                        <p:strVal val="visible"/>
                                      </p:to>
                                    </p:set>
                                    <p:anim calcmode="lin" valueType="num">
                                      <p:cBhvr additive="base">
                                        <p:cTn id="41"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par>
                          <p:cTn id="43" fill="hold">
                            <p:stCondLst>
                              <p:cond delay="1500"/>
                            </p:stCondLst>
                            <p:childTnLst>
                              <p:par>
                                <p:cTn id="44" presetID="2" presetClass="entr" presetSubtype="4" fill="hold" nodeType="afterEffect">
                                  <p:stCondLst>
                                    <p:cond delay="0"/>
                                  </p:stCondLst>
                                  <p:childTnLst>
                                    <p:set>
                                      <p:cBhvr>
                                        <p:cTn id="45" dur="1" fill="hold">
                                          <p:stCondLst>
                                            <p:cond delay="0"/>
                                          </p:stCondLst>
                                        </p:cTn>
                                        <p:tgtEl>
                                          <p:spTgt spid="15">
                                            <p:txEl>
                                              <p:pRg st="3" end="3"/>
                                            </p:txEl>
                                          </p:spTgt>
                                        </p:tgtEl>
                                        <p:attrNameLst>
                                          <p:attrName>style.visibility</p:attrName>
                                        </p:attrNameLst>
                                      </p:cBhvr>
                                      <p:to>
                                        <p:strVal val="visible"/>
                                      </p:to>
                                    </p:set>
                                    <p:anim calcmode="lin" valueType="num">
                                      <p:cBhvr additive="base">
                                        <p:cTn id="46"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par>
                          <p:cTn id="48" fill="hold">
                            <p:stCondLst>
                              <p:cond delay="2000"/>
                            </p:stCondLst>
                            <p:childTnLst>
                              <p:par>
                                <p:cTn id="49" presetID="2" presetClass="entr" presetSubtype="4" fill="hold" nodeType="afterEffect">
                                  <p:stCondLst>
                                    <p:cond delay="0"/>
                                  </p:stCondLst>
                                  <p:childTnLst>
                                    <p:set>
                                      <p:cBhvr>
                                        <p:cTn id="50" dur="1" fill="hold">
                                          <p:stCondLst>
                                            <p:cond delay="0"/>
                                          </p:stCondLst>
                                        </p:cTn>
                                        <p:tgtEl>
                                          <p:spTgt spid="15">
                                            <p:txEl>
                                              <p:pRg st="4" end="4"/>
                                            </p:txEl>
                                          </p:spTgt>
                                        </p:tgtEl>
                                        <p:attrNameLst>
                                          <p:attrName>style.visibility</p:attrName>
                                        </p:attrNameLst>
                                      </p:cBhvr>
                                      <p:to>
                                        <p:strVal val="visible"/>
                                      </p:to>
                                    </p:set>
                                    <p:anim calcmode="lin" valueType="num">
                                      <p:cBhvr additive="base">
                                        <p:cTn id="5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60350"/>
            <a:ext cx="3201988" cy="233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18" name="Picture 2" descr="http://cimage.tianjimedia.com/uploadImages/thirdImages/2015/229/R9GXZ1IQSG2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924175"/>
            <a:ext cx="4011612" cy="267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0" name="Picture 4" descr="http://www.86wan.com/uploads/allimg/1111/2090_111110154433_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9425" y="2781300"/>
            <a:ext cx="2360613"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2" name="Picture 6" descr="http://img0.pconline.com.cn/pconline/1604/08/7757663_2016040715322735-2_thumb.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0201" y="260351"/>
            <a:ext cx="4438710" cy="2663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a:spLocks noChangeArrowheads="1"/>
          </p:cNvSpPr>
          <p:nvPr/>
        </p:nvSpPr>
        <p:spPr bwMode="auto">
          <a:xfrm>
            <a:off x="393701" y="5965825"/>
            <a:ext cx="50423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b="1" dirty="0">
                <a:latin typeface="-apple-system"/>
              </a:rPr>
              <a:t>发展方向：微型化，巨型化，网络化，智能化</a:t>
            </a:r>
            <a:endParaRPr lang="en-US" altLang="zh-CN" sz="2400" b="1" dirty="0">
              <a:latin typeface="-apple-syste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2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2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2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10"/>
          <p:cNvGrpSpPr/>
          <p:nvPr/>
        </p:nvGrpSpPr>
        <p:grpSpPr bwMode="auto">
          <a:xfrm>
            <a:off x="1259771" y="1690094"/>
            <a:ext cx="6674554" cy="3624920"/>
            <a:chOff x="0" y="43"/>
            <a:chExt cx="2649" cy="1170"/>
          </a:xfrm>
        </p:grpSpPr>
        <p:sp>
          <p:nvSpPr>
            <p:cNvPr id="20484" name="AutoShape 5"/>
            <p:cNvSpPr>
              <a:spLocks noChangeArrowheads="1"/>
            </p:cNvSpPr>
            <p:nvPr/>
          </p:nvSpPr>
          <p:spPr bwMode="auto">
            <a:xfrm>
              <a:off x="0" y="495"/>
              <a:ext cx="1171" cy="165"/>
            </a:xfrm>
            <a:prstGeom prst="roundRect">
              <a:avLst>
                <a:gd name="adj" fmla="val 16667"/>
              </a:avLst>
            </a:prstGeom>
          </p:spPr>
          <p:style>
            <a:lnRef idx="2">
              <a:schemeClr val="dk1"/>
            </a:lnRef>
            <a:fillRef idx="1">
              <a:schemeClr val="lt1"/>
            </a:fillRef>
            <a:effectRef idx="0">
              <a:schemeClr val="dk1"/>
            </a:effectRef>
            <a:fontRef idx="minor">
              <a:schemeClr val="dk1"/>
            </a:fontRef>
          </p:style>
          <p:txBody>
            <a:bodyPr anchor="ctr">
              <a:spAutoFit/>
            </a:bodyPr>
            <a:lstStyle/>
            <a:p>
              <a:pPr algn="ctr" eaLnBrk="1" hangingPunct="1">
                <a:buFont typeface="Arial" panose="020B0604020202020204" pitchFamily="34" charset="0"/>
                <a:buNone/>
                <a:defRPr/>
              </a:pPr>
              <a:r>
                <a:rPr lang="zh-CN" altLang="en-US" sz="2400" b="1" dirty="0">
                  <a:solidFill>
                    <a:srgbClr val="002060"/>
                  </a:solidFill>
                  <a:latin typeface="楷体_GB2312" pitchFamily="1" charset="-122"/>
                  <a:ea typeface="楷体_GB2312" pitchFamily="1" charset="-122"/>
                  <a:sym typeface="楷体_GB2312" pitchFamily="1" charset="-122"/>
                  <a:hlinkClick r:id="rId2" action="ppaction://hlinksldjump"/>
                </a:rPr>
                <a:t>计算机系统组成</a:t>
              </a:r>
              <a:endParaRPr lang="zh-CN" altLang="en-US" sz="2400" b="1" dirty="0">
                <a:solidFill>
                  <a:srgbClr val="002060"/>
                </a:solidFill>
                <a:latin typeface="楷体_GB2312" pitchFamily="1" charset="-122"/>
                <a:ea typeface="楷体_GB2312" pitchFamily="1" charset="-122"/>
                <a:sym typeface="楷体_GB2312" pitchFamily="1" charset="-122"/>
              </a:endParaRPr>
            </a:p>
          </p:txBody>
        </p:sp>
        <p:sp>
          <p:nvSpPr>
            <p:cNvPr id="20485" name="AutoShape 6"/>
            <p:cNvSpPr>
              <a:spLocks noChangeArrowheads="1"/>
            </p:cNvSpPr>
            <p:nvPr/>
          </p:nvSpPr>
          <p:spPr bwMode="auto">
            <a:xfrm>
              <a:off x="1432" y="1048"/>
              <a:ext cx="1216" cy="165"/>
            </a:xfrm>
            <a:prstGeom prst="roundRect">
              <a:avLst>
                <a:gd name="adj" fmla="val 16667"/>
              </a:avLst>
            </a:prstGeom>
          </p:spPr>
          <p:style>
            <a:lnRef idx="2">
              <a:schemeClr val="dk1"/>
            </a:lnRef>
            <a:fillRef idx="1">
              <a:schemeClr val="lt1"/>
            </a:fillRef>
            <a:effectRef idx="0">
              <a:schemeClr val="dk1"/>
            </a:effectRef>
            <a:fontRef idx="minor">
              <a:schemeClr val="dk1"/>
            </a:fontRef>
          </p:style>
          <p:txBody>
            <a:bodyPr anchor="ctr">
              <a:spAutoFit/>
            </a:bodyPr>
            <a:lstStyle/>
            <a:p>
              <a:pPr eaLnBrk="1" hangingPunct="1">
                <a:buFont typeface="Arial" panose="020B0604020202020204" pitchFamily="34" charset="0"/>
                <a:buNone/>
                <a:defRPr/>
              </a:pPr>
              <a:r>
                <a:rPr lang="zh-CN" altLang="en-US" sz="2400" b="1" dirty="0">
                  <a:solidFill>
                    <a:srgbClr val="006699"/>
                  </a:solidFill>
                  <a:latin typeface="楷体_GB2312" pitchFamily="1" charset="-122"/>
                  <a:ea typeface="楷体_GB2312" pitchFamily="1" charset="-122"/>
                  <a:sym typeface="楷体_GB2312" pitchFamily="1" charset="-122"/>
                  <a:hlinkClick r:id="rId3" action="ppaction://hlinksldjump"/>
                </a:rPr>
                <a:t>计算机硬件系统</a:t>
              </a:r>
              <a:endParaRPr lang="zh-CN" altLang="en-US" sz="2400" b="1" dirty="0">
                <a:solidFill>
                  <a:srgbClr val="006699"/>
                </a:solidFill>
                <a:latin typeface="楷体_GB2312" pitchFamily="1" charset="-122"/>
                <a:ea typeface="楷体_GB2312" pitchFamily="1" charset="-122"/>
                <a:sym typeface="楷体_GB2312" pitchFamily="1" charset="-122"/>
              </a:endParaRPr>
            </a:p>
          </p:txBody>
        </p:sp>
        <p:sp>
          <p:nvSpPr>
            <p:cNvPr id="20486" name="AutoShape 7"/>
            <p:cNvSpPr>
              <a:spLocks noChangeArrowheads="1"/>
            </p:cNvSpPr>
            <p:nvPr/>
          </p:nvSpPr>
          <p:spPr bwMode="auto">
            <a:xfrm>
              <a:off x="1433" y="43"/>
              <a:ext cx="1216" cy="165"/>
            </a:xfrm>
            <a:prstGeom prst="roundRect">
              <a:avLst>
                <a:gd name="adj" fmla="val 16667"/>
              </a:avLst>
            </a:prstGeom>
          </p:spPr>
          <p:style>
            <a:lnRef idx="2">
              <a:schemeClr val="dk1"/>
            </a:lnRef>
            <a:fillRef idx="1">
              <a:schemeClr val="lt1"/>
            </a:fillRef>
            <a:effectRef idx="0">
              <a:schemeClr val="dk1"/>
            </a:effectRef>
            <a:fontRef idx="minor">
              <a:schemeClr val="dk1"/>
            </a:fontRef>
          </p:style>
          <p:txBody>
            <a:bodyPr anchor="ctr">
              <a:spAutoFit/>
            </a:bodyPr>
            <a:lstStyle/>
            <a:p>
              <a:pPr eaLnBrk="1" hangingPunct="1">
                <a:buFont typeface="Arial" panose="020B0604020202020204" pitchFamily="34" charset="0"/>
                <a:buNone/>
                <a:defRPr/>
              </a:pPr>
              <a:r>
                <a:rPr lang="zh-CN" altLang="en-US" sz="2400" b="1" dirty="0">
                  <a:solidFill>
                    <a:srgbClr val="000000"/>
                  </a:solidFill>
                  <a:latin typeface="楷体_GB2312" pitchFamily="1" charset="-122"/>
                  <a:ea typeface="楷体_GB2312" pitchFamily="1" charset="-122"/>
                  <a:sym typeface="楷体_GB2312" pitchFamily="1" charset="-122"/>
                  <a:hlinkClick r:id="rId4" action="ppaction://hlinksldjump"/>
                </a:rPr>
                <a:t>计算机软件系统</a:t>
              </a:r>
              <a:endParaRPr lang="zh-CN" altLang="en-US" sz="2400" b="1" dirty="0">
                <a:solidFill>
                  <a:srgbClr val="000000"/>
                </a:solidFill>
                <a:latin typeface="楷体_GB2312" pitchFamily="1" charset="-122"/>
                <a:ea typeface="楷体_GB2312" pitchFamily="1" charset="-122"/>
                <a:sym typeface="楷体_GB2312" pitchFamily="1" charset="-122"/>
              </a:endParaRPr>
            </a:p>
          </p:txBody>
        </p:sp>
        <p:sp>
          <p:nvSpPr>
            <p:cNvPr id="34823" name="AutoShape 8"/>
            <p:cNvSpPr/>
            <p:nvPr/>
          </p:nvSpPr>
          <p:spPr bwMode="auto">
            <a:xfrm>
              <a:off x="1271" y="114"/>
              <a:ext cx="136" cy="998"/>
            </a:xfrm>
            <a:prstGeom prst="leftBrace">
              <a:avLst>
                <a:gd name="adj1" fmla="val 61118"/>
                <a:gd name="adj2" fmla="val 50000"/>
              </a:avLst>
            </a:prstGeom>
            <a:noFill/>
            <a:ln w="9525">
              <a:solidFill>
                <a:schemeClr val="tx1"/>
              </a:solidFill>
              <a:bevel/>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grpSp>
      <p:sp>
        <p:nvSpPr>
          <p:cNvPr id="34819" name="Text Box 9"/>
          <p:cNvSpPr>
            <a:spLocks noChangeArrowheads="1"/>
          </p:cNvSpPr>
          <p:nvPr/>
        </p:nvSpPr>
        <p:spPr bwMode="auto">
          <a:xfrm>
            <a:off x="314325" y="307975"/>
            <a:ext cx="76200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sz="4400" b="1">
                <a:solidFill>
                  <a:srgbClr val="006699"/>
                </a:solidFill>
                <a:latin typeface="华文楷体" panose="02010600040101010101" pitchFamily="2" charset="-122"/>
                <a:ea typeface="华文楷体" panose="02010600040101010101" pitchFamily="2" charset="-122"/>
                <a:sym typeface="Futura Bk" charset="0"/>
              </a:rPr>
              <a:t>1.2 </a:t>
            </a:r>
            <a:r>
              <a:rPr lang="zh-CN" altLang="en-US" sz="4400" b="1">
                <a:solidFill>
                  <a:srgbClr val="006699"/>
                </a:solidFill>
                <a:latin typeface="华文楷体" panose="02010600040101010101" pitchFamily="2" charset="-122"/>
                <a:ea typeface="华文楷体" panose="02010600040101010101" pitchFamily="2" charset="-122"/>
                <a:sym typeface="Futura Bk" charset="0"/>
              </a:rPr>
              <a:t>计算机系统的组成</a:t>
            </a:r>
            <a:endParaRPr lang="zh-CN" altLang="en-US" sz="4400">
              <a:latin typeface="华文楷体" panose="02010600040101010101" pitchFamily="2" charset="-122"/>
              <a:ea typeface="华文楷体" panose="0201060004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1931988"/>
            <a:ext cx="1905000"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3"/>
          <p:cNvSpPr>
            <a:spLocks noChangeArrowheads="1"/>
          </p:cNvSpPr>
          <p:nvPr/>
        </p:nvSpPr>
        <p:spPr bwMode="auto">
          <a:xfrm>
            <a:off x="6665913" y="4308475"/>
            <a:ext cx="1938337" cy="68262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000" b="1">
                <a:solidFill>
                  <a:srgbClr val="FFFF66"/>
                </a:solidFill>
                <a:latin typeface="隶书" panose="02010509060101010101" pitchFamily="49" charset="-122"/>
                <a:ea typeface="隶书" panose="02010509060101010101" pitchFamily="49" charset="-122"/>
                <a:sym typeface="隶书" panose="02010509060101010101" pitchFamily="49" charset="-122"/>
              </a:rPr>
              <a:t>冯</a:t>
            </a:r>
            <a:r>
              <a:rPr lang="en-US" altLang="zh-CN" sz="2000" b="1">
                <a:solidFill>
                  <a:srgbClr val="FFFF66"/>
                </a:solidFill>
                <a:latin typeface="Tahoma" panose="020B0604030504040204" pitchFamily="34" charset="0"/>
                <a:ea typeface="隶书" panose="02010509060101010101" pitchFamily="49" charset="-122"/>
                <a:sym typeface="Times New Roman" panose="02020603050405020304" pitchFamily="18" charset="0"/>
              </a:rPr>
              <a:t>·</a:t>
            </a:r>
            <a:r>
              <a:rPr lang="zh-CN" altLang="en-US" sz="2000" b="1">
                <a:solidFill>
                  <a:srgbClr val="FFFF66"/>
                </a:solidFill>
                <a:latin typeface="隶书" panose="02010509060101010101" pitchFamily="49" charset="-122"/>
                <a:ea typeface="隶书" panose="02010509060101010101" pitchFamily="49" charset="-122"/>
                <a:sym typeface="隶书" panose="02010509060101010101" pitchFamily="49" charset="-122"/>
              </a:rPr>
              <a:t>诺依曼</a:t>
            </a:r>
          </a:p>
          <a:p>
            <a:pPr algn="ctr" eaLnBrk="1" hangingPunct="1">
              <a:spcBef>
                <a:spcPct val="0"/>
              </a:spcBef>
              <a:buFont typeface="Arial" panose="020B0604020202020204" pitchFamily="34" charset="0"/>
              <a:buNone/>
            </a:pPr>
            <a:r>
              <a:rPr lang="en-US" altLang="zh-CN" sz="2000" b="1">
                <a:solidFill>
                  <a:srgbClr val="FFFF66"/>
                </a:solidFill>
                <a:latin typeface="隶书" panose="02010509060101010101" pitchFamily="49" charset="-122"/>
                <a:ea typeface="隶书" panose="02010509060101010101" pitchFamily="49" charset="-122"/>
                <a:sym typeface="隶书" panose="02010509060101010101" pitchFamily="49" charset="-122"/>
              </a:rPr>
              <a:t>1903</a:t>
            </a:r>
            <a:r>
              <a:rPr lang="zh-CN" altLang="en-US" sz="2000" b="1">
                <a:solidFill>
                  <a:srgbClr val="FFFF66"/>
                </a:solidFill>
                <a:latin typeface="隶书" panose="02010509060101010101" pitchFamily="49" charset="-122"/>
                <a:ea typeface="隶书" panose="02010509060101010101" pitchFamily="49" charset="-122"/>
                <a:sym typeface="隶书" panose="02010509060101010101" pitchFamily="49" charset="-122"/>
              </a:rPr>
              <a:t>年 </a:t>
            </a:r>
            <a:r>
              <a:rPr lang="en-US" altLang="zh-CN" sz="2000" b="1">
                <a:solidFill>
                  <a:srgbClr val="FFFF66"/>
                </a:solidFill>
                <a:latin typeface="隶书" panose="02010509060101010101" pitchFamily="49" charset="-122"/>
                <a:ea typeface="隶书" panose="02010509060101010101" pitchFamily="49" charset="-122"/>
                <a:sym typeface="隶书" panose="02010509060101010101" pitchFamily="49" charset="-122"/>
              </a:rPr>
              <a:t>-1957</a:t>
            </a:r>
            <a:r>
              <a:rPr lang="zh-CN" altLang="en-US" sz="2000" b="1">
                <a:solidFill>
                  <a:srgbClr val="FFFF66"/>
                </a:solidFill>
                <a:latin typeface="隶书" panose="02010509060101010101" pitchFamily="49" charset="-122"/>
                <a:ea typeface="隶书" panose="02010509060101010101" pitchFamily="49" charset="-122"/>
                <a:sym typeface="隶书" panose="02010509060101010101" pitchFamily="49" charset="-122"/>
              </a:rPr>
              <a:t>年</a:t>
            </a:r>
            <a:r>
              <a:rPr lang="zh-CN" altLang="en-US" sz="2400">
                <a:solidFill>
                  <a:srgbClr val="006699"/>
                </a:solidFill>
                <a:latin typeface="Tahoma" panose="020B0604030504040204" pitchFamily="34" charset="0"/>
                <a:ea typeface="隶书" panose="02010509060101010101" pitchFamily="49" charset="-122"/>
                <a:sym typeface="Tahoma" panose="020B0604030504040204" pitchFamily="34" charset="0"/>
              </a:rPr>
              <a:t> </a:t>
            </a:r>
            <a:r>
              <a:rPr lang="zh-CN" altLang="en-US" sz="2000" b="1">
                <a:solidFill>
                  <a:srgbClr val="006699"/>
                </a:solidFill>
                <a:latin typeface="隶书" panose="02010509060101010101" pitchFamily="49" charset="-122"/>
                <a:ea typeface="隶书" panose="02010509060101010101" pitchFamily="49" charset="-122"/>
                <a:sym typeface="隶书" panose="02010509060101010101" pitchFamily="49" charset="-122"/>
              </a:rPr>
              <a:t> </a:t>
            </a:r>
            <a:endParaRPr lang="zh-CN" altLang="en-US" sz="1800">
              <a:latin typeface="Calibri" panose="020F0502020204030204" pitchFamily="34" charset="0"/>
            </a:endParaRPr>
          </a:p>
        </p:txBody>
      </p:sp>
      <p:sp>
        <p:nvSpPr>
          <p:cNvPr id="35844" name="Rectangle 4"/>
          <p:cNvSpPr>
            <a:spLocks noChangeArrowheads="1"/>
          </p:cNvSpPr>
          <p:nvPr/>
        </p:nvSpPr>
        <p:spPr bwMode="auto">
          <a:xfrm>
            <a:off x="395288" y="1038225"/>
            <a:ext cx="5976937" cy="4202113"/>
          </a:xfrm>
          <a:prstGeom prst="rect">
            <a:avLst/>
          </a:prstGeom>
          <a:solidFill>
            <a:srgbClr val="CCECFF"/>
          </a:solidFill>
          <a:ln w="9525">
            <a:solidFill>
              <a:schemeClr val="accent2"/>
            </a:solidFill>
            <a:miter lim="800000"/>
          </a:ln>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chemeClr val="folHlink"/>
              </a:buClr>
              <a:buSzPct val="60000"/>
              <a:buFont typeface="Wingdings" panose="05000000000000000000" pitchFamily="2" charset="2"/>
              <a:buChar char="n"/>
            </a:pP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计算机是自动化的信息处理装置，它采用了</a:t>
            </a:r>
            <a:r>
              <a:rPr lang="zh-CN" altLang="en-US" sz="2800" b="1">
                <a:solidFill>
                  <a:srgbClr val="006699"/>
                </a:solidFill>
                <a:latin typeface="Tahoma" panose="020B0604030504040204" pitchFamily="34" charset="0"/>
                <a:ea typeface="隶书" panose="02010509060101010101" pitchFamily="49" charset="-122"/>
                <a:sym typeface="Tahoma" panose="020B0604030504040204" pitchFamily="34" charset="0"/>
              </a:rPr>
              <a:t>“</a:t>
            </a: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存储程序</a:t>
            </a:r>
            <a:r>
              <a:rPr lang="zh-CN" altLang="en-US" sz="2800" b="1">
                <a:solidFill>
                  <a:srgbClr val="006699"/>
                </a:solidFill>
                <a:latin typeface="Tahoma" panose="020B0604030504040204" pitchFamily="34" charset="0"/>
                <a:ea typeface="隶书" panose="02010509060101010101" pitchFamily="49" charset="-122"/>
                <a:sym typeface="Tahoma" panose="020B0604030504040204" pitchFamily="34" charset="0"/>
              </a:rPr>
              <a:t>”</a:t>
            </a: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工作原理。这一原理是</a:t>
            </a:r>
            <a:r>
              <a:rPr lang="en-US" altLang="zh-CN" sz="2800" b="1">
                <a:solidFill>
                  <a:srgbClr val="006699"/>
                </a:solidFill>
                <a:latin typeface="隶书" panose="02010509060101010101" pitchFamily="49" charset="-122"/>
                <a:ea typeface="隶书" panose="02010509060101010101" pitchFamily="49" charset="-122"/>
                <a:sym typeface="隶书" panose="02010509060101010101" pitchFamily="49" charset="-122"/>
              </a:rPr>
              <a:t>1946</a:t>
            </a: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年由美籍匈牙利数学家冯</a:t>
            </a:r>
            <a:r>
              <a:rPr lang="en-US" altLang="zh-CN" sz="2800" b="1">
                <a:solidFill>
                  <a:srgbClr val="006699"/>
                </a:solidFill>
                <a:latin typeface="Tahoma" panose="020B0604030504040204" pitchFamily="34" charset="0"/>
                <a:ea typeface="隶书" panose="02010509060101010101" pitchFamily="49" charset="-122"/>
                <a:sym typeface="Tahoma" panose="020B0604030504040204" pitchFamily="34" charset="0"/>
              </a:rPr>
              <a:t>·</a:t>
            </a: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诺伊曼提出的，故称为冯诺伊曼原理，其主要思想如下：</a:t>
            </a:r>
          </a:p>
          <a:p>
            <a:pPr eaLnBrk="1" hangingPunct="1">
              <a:buClr>
                <a:schemeClr val="folHlink"/>
              </a:buClr>
              <a:buSzPct val="60000"/>
              <a:buFont typeface="Wingdings" panose="05000000000000000000" pitchFamily="2" charset="2"/>
              <a:buChar char="n"/>
            </a:pP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计算机硬件由五个基本部分组成。</a:t>
            </a:r>
          </a:p>
          <a:p>
            <a:pPr eaLnBrk="1" hangingPunct="1">
              <a:buClr>
                <a:schemeClr val="folHlink"/>
              </a:buClr>
              <a:buSzPct val="60000"/>
              <a:buFont typeface="Wingdings" panose="05000000000000000000" pitchFamily="2" charset="2"/>
              <a:buChar char="n"/>
            </a:pP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采用二进制。</a:t>
            </a:r>
          </a:p>
          <a:p>
            <a:pPr eaLnBrk="1" hangingPunct="1">
              <a:buClr>
                <a:schemeClr val="folHlink"/>
              </a:buClr>
              <a:buSzPct val="60000"/>
              <a:buFont typeface="Wingdings" panose="05000000000000000000" pitchFamily="2" charset="2"/>
              <a:buChar char="n"/>
            </a:pPr>
            <a:r>
              <a:rPr lang="zh-CN" altLang="en-US" sz="2800" b="1">
                <a:solidFill>
                  <a:srgbClr val="006699"/>
                </a:solidFill>
                <a:latin typeface="隶书" panose="02010509060101010101" pitchFamily="49" charset="-122"/>
                <a:ea typeface="隶书" panose="02010509060101010101" pitchFamily="49" charset="-122"/>
                <a:sym typeface="隶书" panose="02010509060101010101" pitchFamily="49" charset="-122"/>
              </a:rPr>
              <a:t>存储程序的思想，即程序和数据一样，存放在存储器中。</a:t>
            </a:r>
            <a:endParaRPr lang="zh-CN" altLang="en-US" sz="1800">
              <a:latin typeface="Calibri" panose="020F0502020204030204" pitchFamily="34"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6B468379-B8EE-43A3-AF72-398A696DE0C3}" type="slidenum">
              <a:rPr lang="zh-CN" altLang="en-US" sz="900">
                <a:solidFill>
                  <a:srgbClr val="848589"/>
                </a:solidFill>
                <a:latin typeface="Futura Bk" charset="0"/>
                <a:sym typeface="Futura Bk" charset="0"/>
              </a:rPr>
              <a:t>21</a:t>
            </a:fld>
            <a:endParaRPr lang="zh-CN" altLang="en-US" sz="900">
              <a:solidFill>
                <a:srgbClr val="848589"/>
              </a:solidFill>
              <a:latin typeface="Futura Bk" charset="0"/>
              <a:sym typeface="Futura Bk" charset="0"/>
            </a:endParaRPr>
          </a:p>
        </p:txBody>
      </p:sp>
      <p:grpSp>
        <p:nvGrpSpPr>
          <p:cNvPr id="36867" name="Group 2"/>
          <p:cNvGrpSpPr/>
          <p:nvPr/>
        </p:nvGrpSpPr>
        <p:grpSpPr bwMode="auto">
          <a:xfrm>
            <a:off x="-36513" y="1844675"/>
            <a:ext cx="9144001" cy="4592638"/>
            <a:chOff x="0" y="0"/>
            <a:chExt cx="5760" cy="2893"/>
          </a:xfrm>
        </p:grpSpPr>
        <p:sp>
          <p:nvSpPr>
            <p:cNvPr id="36869" name="Rectangle 3"/>
            <p:cNvSpPr>
              <a:spLocks noChangeArrowheads="1"/>
            </p:cNvSpPr>
            <p:nvPr/>
          </p:nvSpPr>
          <p:spPr bwMode="auto">
            <a:xfrm>
              <a:off x="0" y="1207"/>
              <a:ext cx="5760" cy="335"/>
            </a:xfrm>
            <a:prstGeom prst="rect">
              <a:avLst/>
            </a:prstGeom>
            <a:solidFill>
              <a:schemeClr val="bg1"/>
            </a:solidFill>
            <a:ln w="12700">
              <a:solidFill>
                <a:schemeClr val="hlink"/>
              </a:solidFill>
              <a:miter lim="800000"/>
            </a:ln>
          </p:spPr>
          <p:txBody>
            <a:bodyPr anchor="ctr">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Char char="n"/>
              </a:pPr>
              <a:endParaRPr lang="zh-CN" altLang="zh-CN" sz="2800">
                <a:solidFill>
                  <a:schemeClr val="bg1"/>
                </a:solidFill>
                <a:latin typeface="Tahoma" panose="020B0604030504040204" pitchFamily="34" charset="0"/>
                <a:sym typeface="Tahoma" panose="020B0604030504040204" pitchFamily="34" charset="0"/>
              </a:endParaRPr>
            </a:p>
          </p:txBody>
        </p:sp>
        <p:grpSp>
          <p:nvGrpSpPr>
            <p:cNvPr id="36870" name="Group 4"/>
            <p:cNvGrpSpPr/>
            <p:nvPr/>
          </p:nvGrpSpPr>
          <p:grpSpPr bwMode="auto">
            <a:xfrm>
              <a:off x="4306" y="0"/>
              <a:ext cx="1114" cy="538"/>
              <a:chOff x="0" y="0"/>
              <a:chExt cx="1190" cy="590"/>
            </a:xfrm>
          </p:grpSpPr>
          <p:sp>
            <p:nvSpPr>
              <p:cNvPr id="36904" name="Rectangle 5"/>
              <p:cNvSpPr>
                <a:spLocks noChangeArrowheads="1"/>
              </p:cNvSpPr>
              <p:nvPr/>
            </p:nvSpPr>
            <p:spPr bwMode="auto">
              <a:xfrm>
                <a:off x="550" y="0"/>
                <a:ext cx="640" cy="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nSpc>
                    <a:spcPct val="125000"/>
                  </a:lnSpc>
                  <a:spcBef>
                    <a:spcPct val="0"/>
                  </a:spcBef>
                  <a:buFont typeface="Arial" panose="020B0604020202020204" pitchFamily="34" charset="0"/>
                  <a:buNone/>
                </a:pPr>
                <a:r>
                  <a:rPr lang="zh-CN" altLang="en-US" sz="2000" b="1">
                    <a:solidFill>
                      <a:srgbClr val="006699"/>
                    </a:solidFill>
                    <a:latin typeface="幼圆" panose="02010509060101010101" pitchFamily="49" charset="-122"/>
                    <a:ea typeface="幼圆" panose="02010509060101010101" pitchFamily="49" charset="-122"/>
                    <a:sym typeface="幼圆" panose="02010509060101010101" pitchFamily="49" charset="-122"/>
                  </a:rPr>
                  <a:t>数据流</a:t>
                </a:r>
              </a:p>
              <a:p>
                <a:pPr>
                  <a:lnSpc>
                    <a:spcPct val="125000"/>
                  </a:lnSpc>
                  <a:spcBef>
                    <a:spcPct val="0"/>
                  </a:spcBef>
                  <a:buFont typeface="Arial" panose="020B0604020202020204" pitchFamily="34" charset="0"/>
                  <a:buNone/>
                </a:pPr>
                <a:r>
                  <a:rPr lang="zh-CN" altLang="en-US" sz="2000" b="1">
                    <a:solidFill>
                      <a:srgbClr val="006699"/>
                    </a:solidFill>
                    <a:latin typeface="幼圆" panose="02010509060101010101" pitchFamily="49" charset="-122"/>
                    <a:ea typeface="幼圆" panose="02010509060101010101" pitchFamily="49" charset="-122"/>
                    <a:sym typeface="幼圆" panose="02010509060101010101" pitchFamily="49" charset="-122"/>
                  </a:rPr>
                  <a:t>控制流</a:t>
                </a:r>
                <a:endParaRPr lang="zh-CN" altLang="en-US" sz="1600" b="1">
                  <a:solidFill>
                    <a:srgbClr val="006699"/>
                  </a:solidFill>
                  <a:latin typeface="幼圆" panose="02010509060101010101" pitchFamily="49" charset="-122"/>
                  <a:ea typeface="幼圆" panose="02010509060101010101" pitchFamily="49" charset="-122"/>
                  <a:sym typeface="幼圆" panose="02010509060101010101" pitchFamily="49" charset="-122"/>
                </a:endParaRPr>
              </a:p>
            </p:txBody>
          </p:sp>
          <p:sp>
            <p:nvSpPr>
              <p:cNvPr id="36905" name="AutoShape 6"/>
              <p:cNvSpPr>
                <a:spLocks noChangeArrowheads="1"/>
              </p:cNvSpPr>
              <p:nvPr/>
            </p:nvSpPr>
            <p:spPr bwMode="auto">
              <a:xfrm rot="16200000" flipH="1">
                <a:off x="198" y="-48"/>
                <a:ext cx="96" cy="480"/>
              </a:xfrm>
              <a:prstGeom prst="downArrow">
                <a:avLst>
                  <a:gd name="adj1" fmla="val 50000"/>
                  <a:gd name="adj2" fmla="val 204815"/>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6906" name="Line 7"/>
              <p:cNvSpPr>
                <a:spLocks noChangeShapeType="1"/>
              </p:cNvSpPr>
              <p:nvPr/>
            </p:nvSpPr>
            <p:spPr bwMode="auto">
              <a:xfrm>
                <a:off x="0" y="432"/>
                <a:ext cx="480" cy="1"/>
              </a:xfrm>
              <a:prstGeom prst="line">
                <a:avLst/>
              </a:prstGeom>
              <a:noFill/>
              <a:ln w="57150">
                <a:solidFill>
                  <a:schemeClr val="tx1"/>
                </a:solidFill>
                <a:bevel/>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36871" name="AutoShape 8"/>
            <p:cNvCxnSpPr>
              <a:cxnSpLocks noChangeShapeType="1"/>
            </p:cNvCxnSpPr>
            <p:nvPr/>
          </p:nvCxnSpPr>
          <p:spPr bwMode="auto">
            <a:xfrm flipV="1">
              <a:off x="3439" y="212"/>
              <a:ext cx="45" cy="2330"/>
            </a:xfrm>
            <a:prstGeom prst="bentConnector3">
              <a:avLst>
                <a:gd name="adj1" fmla="val 610417"/>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36872" name="Text Box 9"/>
            <p:cNvSpPr>
              <a:spLocks noChangeArrowheads="1"/>
            </p:cNvSpPr>
            <p:nvPr/>
          </p:nvSpPr>
          <p:spPr bwMode="auto">
            <a:xfrm>
              <a:off x="2430" y="658"/>
              <a:ext cx="289" cy="48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1800">
                  <a:solidFill>
                    <a:srgbClr val="006699"/>
                  </a:solidFill>
                  <a:latin typeface="Tahoma" panose="020B0604030504040204" pitchFamily="34" charset="0"/>
                  <a:sym typeface="Tahoma" panose="020B0604030504040204" pitchFamily="34" charset="0"/>
                </a:rPr>
                <a:t>取数</a:t>
              </a:r>
              <a:endParaRPr lang="zh-CN" altLang="en-US" sz="1800">
                <a:latin typeface="Calibri" panose="020F0502020204030204" pitchFamily="34" charset="0"/>
              </a:endParaRPr>
            </a:p>
          </p:txBody>
        </p:sp>
        <p:sp>
          <p:nvSpPr>
            <p:cNvPr id="36873" name="Text Box 10"/>
            <p:cNvSpPr>
              <a:spLocks noChangeArrowheads="1"/>
            </p:cNvSpPr>
            <p:nvPr/>
          </p:nvSpPr>
          <p:spPr bwMode="auto">
            <a:xfrm>
              <a:off x="2867" y="527"/>
              <a:ext cx="289" cy="48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1800">
                  <a:solidFill>
                    <a:srgbClr val="006699"/>
                  </a:solidFill>
                  <a:latin typeface="Tahoma" panose="020B0604030504040204" pitchFamily="34" charset="0"/>
                  <a:sym typeface="Tahoma" panose="020B0604030504040204" pitchFamily="34" charset="0"/>
                </a:rPr>
                <a:t>存数</a:t>
              </a:r>
              <a:endParaRPr lang="zh-CN" altLang="en-US" sz="1800">
                <a:latin typeface="Calibri" panose="020F0502020204030204" pitchFamily="34" charset="0"/>
              </a:endParaRPr>
            </a:p>
          </p:txBody>
        </p:sp>
        <p:sp>
          <p:nvSpPr>
            <p:cNvPr id="36874" name="Text Box 11"/>
            <p:cNvSpPr>
              <a:spLocks noChangeArrowheads="1"/>
            </p:cNvSpPr>
            <p:nvPr/>
          </p:nvSpPr>
          <p:spPr bwMode="auto">
            <a:xfrm>
              <a:off x="2430" y="1841"/>
              <a:ext cx="289" cy="48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1800">
                  <a:solidFill>
                    <a:srgbClr val="006699"/>
                  </a:solidFill>
                  <a:latin typeface="Tahoma" panose="020B0604030504040204" pitchFamily="34" charset="0"/>
                  <a:sym typeface="Tahoma" panose="020B0604030504040204" pitchFamily="34" charset="0"/>
                </a:rPr>
                <a:t>地址</a:t>
              </a:r>
              <a:endParaRPr lang="zh-CN" altLang="en-US" sz="1800">
                <a:latin typeface="Calibri" panose="020F0502020204030204" pitchFamily="34" charset="0"/>
              </a:endParaRPr>
            </a:p>
          </p:txBody>
        </p:sp>
        <p:sp>
          <p:nvSpPr>
            <p:cNvPr id="36875" name="Text Box 12"/>
            <p:cNvSpPr>
              <a:spLocks noChangeArrowheads="1"/>
            </p:cNvSpPr>
            <p:nvPr/>
          </p:nvSpPr>
          <p:spPr bwMode="auto">
            <a:xfrm>
              <a:off x="3016" y="1678"/>
              <a:ext cx="289" cy="48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1800">
                  <a:solidFill>
                    <a:srgbClr val="006699"/>
                  </a:solidFill>
                  <a:latin typeface="Tahoma" panose="020B0604030504040204" pitchFamily="34" charset="0"/>
                  <a:sym typeface="Tahoma" panose="020B0604030504040204" pitchFamily="34" charset="0"/>
                </a:rPr>
                <a:t>指令</a:t>
              </a:r>
              <a:endParaRPr lang="zh-CN" altLang="en-US" sz="1800">
                <a:latin typeface="Calibri" panose="020F0502020204030204" pitchFamily="34" charset="0"/>
              </a:endParaRPr>
            </a:p>
          </p:txBody>
        </p:sp>
        <p:sp>
          <p:nvSpPr>
            <p:cNvPr id="36876" name="AutoShape 13">
              <a:hlinkClick r:id="rId3" action="ppaction://hlinksldjump"/>
            </p:cNvPr>
            <p:cNvSpPr>
              <a:spLocks noChangeArrowheads="1"/>
            </p:cNvSpPr>
            <p:nvPr/>
          </p:nvSpPr>
          <p:spPr bwMode="auto">
            <a:xfrm>
              <a:off x="2205" y="1116"/>
              <a:ext cx="1258" cy="549"/>
            </a:xfrm>
            <a:prstGeom prst="can">
              <a:avLst>
                <a:gd name="adj" fmla="val 50000"/>
              </a:avLst>
            </a:prstGeom>
            <a:solidFill>
              <a:schemeClr val="bg1"/>
            </a:solidFill>
            <a:ln w="9525">
              <a:solidFill>
                <a:schemeClr val="tx1"/>
              </a:solidFill>
              <a:bevel/>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400" b="1">
                  <a:solidFill>
                    <a:srgbClr val="006699"/>
                  </a:solidFill>
                  <a:latin typeface="幼圆" panose="02010509060101010101" pitchFamily="49" charset="-122"/>
                  <a:ea typeface="幼圆" panose="02010509060101010101" pitchFamily="49" charset="-122"/>
                  <a:sym typeface="幼圆" panose="02010509060101010101" pitchFamily="49" charset="-122"/>
                </a:rPr>
                <a:t>（内）存储器</a:t>
              </a:r>
              <a:endParaRPr lang="zh-CN" altLang="en-US" sz="2400">
                <a:solidFill>
                  <a:srgbClr val="006699"/>
                </a:solidFill>
                <a:latin typeface="幼圆" panose="02010509060101010101" pitchFamily="49" charset="-122"/>
                <a:ea typeface="幼圆" panose="02010509060101010101" pitchFamily="49" charset="-122"/>
                <a:sym typeface="幼圆" panose="02010509060101010101" pitchFamily="49" charset="-122"/>
              </a:endParaRPr>
            </a:p>
          </p:txBody>
        </p:sp>
        <p:sp>
          <p:nvSpPr>
            <p:cNvPr id="36877" name="AutoShape 14">
              <a:hlinkClick r:id="rId3" action="ppaction://hlinksldjump"/>
            </p:cNvPr>
            <p:cNvSpPr>
              <a:spLocks noChangeArrowheads="1"/>
            </p:cNvSpPr>
            <p:nvPr/>
          </p:nvSpPr>
          <p:spPr bwMode="auto">
            <a:xfrm>
              <a:off x="2205" y="2323"/>
              <a:ext cx="1258" cy="570"/>
            </a:xfrm>
            <a:prstGeom prst="can">
              <a:avLst>
                <a:gd name="adj" fmla="val 50000"/>
              </a:avLst>
            </a:prstGeom>
            <a:solidFill>
              <a:schemeClr val="bg1"/>
            </a:solidFill>
            <a:ln w="9525">
              <a:solidFill>
                <a:schemeClr val="tx1"/>
              </a:solidFill>
              <a:bevel/>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400" b="1">
                  <a:solidFill>
                    <a:srgbClr val="006699"/>
                  </a:solidFill>
                  <a:latin typeface="幼圆" panose="02010509060101010101" pitchFamily="49" charset="-122"/>
                  <a:ea typeface="幼圆" panose="02010509060101010101" pitchFamily="49" charset="-122"/>
                  <a:sym typeface="幼圆" panose="02010509060101010101" pitchFamily="49" charset="-122"/>
                </a:rPr>
                <a:t>控制器</a:t>
              </a:r>
              <a:endParaRPr lang="zh-CN" altLang="en-US" sz="2400">
                <a:solidFill>
                  <a:srgbClr val="006699"/>
                </a:solidFill>
                <a:latin typeface="幼圆" panose="02010509060101010101" pitchFamily="49" charset="-122"/>
                <a:ea typeface="幼圆" panose="02010509060101010101" pitchFamily="49" charset="-122"/>
                <a:sym typeface="幼圆" panose="02010509060101010101" pitchFamily="49" charset="-122"/>
              </a:endParaRPr>
            </a:p>
          </p:txBody>
        </p:sp>
        <p:sp>
          <p:nvSpPr>
            <p:cNvPr id="36878" name="AutoShape 15">
              <a:hlinkClick r:id="rId3" action="ppaction://hlinksldjump"/>
            </p:cNvPr>
            <p:cNvSpPr>
              <a:spLocks noChangeArrowheads="1"/>
            </p:cNvSpPr>
            <p:nvPr/>
          </p:nvSpPr>
          <p:spPr bwMode="auto">
            <a:xfrm>
              <a:off x="2205" y="45"/>
              <a:ext cx="1303" cy="465"/>
            </a:xfrm>
            <a:prstGeom prst="can">
              <a:avLst>
                <a:gd name="adj" fmla="val 50000"/>
              </a:avLst>
            </a:prstGeom>
            <a:solidFill>
              <a:schemeClr val="bg1"/>
            </a:solidFill>
            <a:ln w="9525">
              <a:solidFill>
                <a:schemeClr val="tx1"/>
              </a:solidFill>
              <a:bevel/>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800" b="1">
                  <a:solidFill>
                    <a:srgbClr val="006699"/>
                  </a:solidFill>
                  <a:latin typeface="幼圆" panose="02010509060101010101" pitchFamily="49" charset="-122"/>
                  <a:ea typeface="幼圆" panose="02010509060101010101" pitchFamily="49" charset="-122"/>
                  <a:sym typeface="幼圆" panose="02010509060101010101" pitchFamily="49" charset="-122"/>
                </a:rPr>
                <a:t>运算器</a:t>
              </a:r>
              <a:endParaRPr lang="zh-CN" altLang="en-US" sz="2000">
                <a:solidFill>
                  <a:srgbClr val="006699"/>
                </a:solidFill>
                <a:latin typeface="幼圆" panose="02010509060101010101" pitchFamily="49" charset="-122"/>
                <a:ea typeface="幼圆" panose="02010509060101010101" pitchFamily="49" charset="-122"/>
                <a:sym typeface="幼圆" panose="02010509060101010101" pitchFamily="49" charset="-122"/>
              </a:endParaRPr>
            </a:p>
          </p:txBody>
        </p:sp>
        <p:sp>
          <p:nvSpPr>
            <p:cNvPr id="36879" name="AutoShape 16"/>
            <p:cNvSpPr>
              <a:spLocks noChangeArrowheads="1"/>
            </p:cNvSpPr>
            <p:nvPr/>
          </p:nvSpPr>
          <p:spPr bwMode="auto">
            <a:xfrm flipH="1">
              <a:off x="2879" y="1666"/>
              <a:ext cx="90" cy="657"/>
            </a:xfrm>
            <a:prstGeom prst="downArrow">
              <a:avLst>
                <a:gd name="adj1" fmla="val 40287"/>
                <a:gd name="adj2" fmla="val 237250"/>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6880" name="AutoShape 17"/>
            <p:cNvSpPr>
              <a:spLocks noChangeArrowheads="1"/>
            </p:cNvSpPr>
            <p:nvPr/>
          </p:nvSpPr>
          <p:spPr bwMode="auto">
            <a:xfrm rot="10800000" flipH="1">
              <a:off x="2654" y="1666"/>
              <a:ext cx="90" cy="657"/>
            </a:xfrm>
            <a:prstGeom prst="downArrow">
              <a:avLst>
                <a:gd name="adj1" fmla="val 40287"/>
                <a:gd name="adj2" fmla="val 237250"/>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6881" name="AutoShape 18"/>
            <p:cNvSpPr>
              <a:spLocks noChangeArrowheads="1"/>
            </p:cNvSpPr>
            <p:nvPr/>
          </p:nvSpPr>
          <p:spPr bwMode="auto">
            <a:xfrm rot="10800000" flipH="1">
              <a:off x="2654" y="496"/>
              <a:ext cx="90" cy="657"/>
            </a:xfrm>
            <a:prstGeom prst="downArrow">
              <a:avLst>
                <a:gd name="adj1" fmla="val 40287"/>
                <a:gd name="adj2" fmla="val 237250"/>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6882" name="AutoShape 19"/>
            <p:cNvSpPr>
              <a:spLocks noChangeArrowheads="1"/>
            </p:cNvSpPr>
            <p:nvPr/>
          </p:nvSpPr>
          <p:spPr bwMode="auto">
            <a:xfrm flipH="1">
              <a:off x="2879" y="508"/>
              <a:ext cx="90" cy="657"/>
            </a:xfrm>
            <a:prstGeom prst="downArrow">
              <a:avLst>
                <a:gd name="adj1" fmla="val 40287"/>
                <a:gd name="adj2" fmla="val 237250"/>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grpSp>
          <p:nvGrpSpPr>
            <p:cNvPr id="36883" name="Group 20"/>
            <p:cNvGrpSpPr/>
            <p:nvPr/>
          </p:nvGrpSpPr>
          <p:grpSpPr bwMode="auto">
            <a:xfrm>
              <a:off x="3463" y="1097"/>
              <a:ext cx="2002" cy="657"/>
              <a:chOff x="0" y="0"/>
              <a:chExt cx="2139" cy="720"/>
            </a:xfrm>
          </p:grpSpPr>
          <p:sp>
            <p:nvSpPr>
              <p:cNvPr id="36901" name="Rectangle 21"/>
              <p:cNvSpPr>
                <a:spLocks noChangeArrowheads="1"/>
              </p:cNvSpPr>
              <p:nvPr/>
            </p:nvSpPr>
            <p:spPr bwMode="auto">
              <a:xfrm>
                <a:off x="734" y="0"/>
                <a:ext cx="576" cy="7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a:spcBef>
                    <a:spcPct val="0"/>
                  </a:spcBef>
                  <a:buFont typeface="Arial" panose="020B0604020202020204" pitchFamily="34" charset="0"/>
                  <a:buNone/>
                </a:pPr>
                <a:r>
                  <a:rPr lang="zh-CN" altLang="en-US" sz="2800" b="1">
                    <a:solidFill>
                      <a:srgbClr val="000000"/>
                    </a:solidFill>
                    <a:latin typeface="幼圆" panose="02010509060101010101" pitchFamily="49" charset="-122"/>
                    <a:ea typeface="幼圆" panose="02010509060101010101" pitchFamily="49" charset="-122"/>
                    <a:sym typeface="幼圆" panose="02010509060101010101" pitchFamily="49" charset="-122"/>
                  </a:rPr>
                  <a:t>输出</a:t>
                </a:r>
              </a:p>
              <a:p>
                <a:pPr algn="ctr">
                  <a:spcBef>
                    <a:spcPct val="0"/>
                  </a:spcBef>
                  <a:buFont typeface="Arial" panose="020B0604020202020204" pitchFamily="34" charset="0"/>
                  <a:buNone/>
                </a:pPr>
                <a:r>
                  <a:rPr lang="zh-CN" altLang="en-US" sz="2800" b="1">
                    <a:solidFill>
                      <a:srgbClr val="000000"/>
                    </a:solidFill>
                    <a:latin typeface="幼圆" panose="02010509060101010101" pitchFamily="49" charset="-122"/>
                    <a:ea typeface="幼圆" panose="02010509060101010101" pitchFamily="49" charset="-122"/>
                    <a:sym typeface="幼圆" panose="02010509060101010101" pitchFamily="49" charset="-122"/>
                  </a:rPr>
                  <a:t>设备</a:t>
                </a:r>
                <a:endParaRPr lang="zh-CN" altLang="en-US" sz="1800">
                  <a:latin typeface="Calibri" panose="020F0502020204030204" pitchFamily="34" charset="0"/>
                </a:endParaRPr>
              </a:p>
            </p:txBody>
          </p:sp>
          <p:sp>
            <p:nvSpPr>
              <p:cNvPr id="36902" name="AutoShape 22"/>
              <p:cNvSpPr>
                <a:spLocks noChangeArrowheads="1"/>
              </p:cNvSpPr>
              <p:nvPr/>
            </p:nvSpPr>
            <p:spPr bwMode="auto">
              <a:xfrm rot="16200000" flipH="1">
                <a:off x="288" y="0"/>
                <a:ext cx="144" cy="720"/>
              </a:xfrm>
              <a:prstGeom prst="downArrow">
                <a:avLst>
                  <a:gd name="adj1" fmla="val 40287"/>
                  <a:gd name="adj2" fmla="val 162500"/>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6903" name="AutoShape 23"/>
              <p:cNvSpPr>
                <a:spLocks noChangeArrowheads="1"/>
              </p:cNvSpPr>
              <p:nvPr/>
            </p:nvSpPr>
            <p:spPr bwMode="auto">
              <a:xfrm rot="16200000" flipH="1">
                <a:off x="1707" y="-13"/>
                <a:ext cx="144" cy="720"/>
              </a:xfrm>
              <a:prstGeom prst="downArrow">
                <a:avLst>
                  <a:gd name="adj1" fmla="val 40287"/>
                  <a:gd name="adj2" fmla="val 162500"/>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grpSp>
        <p:sp>
          <p:nvSpPr>
            <p:cNvPr id="36884" name="Rectangle 24"/>
            <p:cNvSpPr>
              <a:spLocks noChangeArrowheads="1"/>
            </p:cNvSpPr>
            <p:nvPr/>
          </p:nvSpPr>
          <p:spPr bwMode="auto">
            <a:xfrm>
              <a:off x="992" y="1043"/>
              <a:ext cx="539" cy="6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a:spcBef>
                  <a:spcPct val="0"/>
                </a:spcBef>
                <a:buFont typeface="Arial" panose="020B0604020202020204" pitchFamily="34" charset="0"/>
                <a:buNone/>
              </a:pPr>
              <a:r>
                <a:rPr lang="zh-CN" altLang="en-US" sz="2800" b="1">
                  <a:solidFill>
                    <a:srgbClr val="000000"/>
                  </a:solidFill>
                  <a:latin typeface="幼圆" panose="02010509060101010101" pitchFamily="49" charset="-122"/>
                  <a:ea typeface="幼圆" panose="02010509060101010101" pitchFamily="49" charset="-122"/>
                  <a:sym typeface="幼圆" panose="02010509060101010101" pitchFamily="49" charset="-122"/>
                </a:rPr>
                <a:t>输入</a:t>
              </a:r>
            </a:p>
            <a:p>
              <a:pPr algn="ctr">
                <a:spcBef>
                  <a:spcPct val="0"/>
                </a:spcBef>
                <a:buFont typeface="Arial" panose="020B0604020202020204" pitchFamily="34" charset="0"/>
                <a:buNone/>
              </a:pPr>
              <a:r>
                <a:rPr lang="zh-CN" altLang="en-US" sz="2800" b="1">
                  <a:solidFill>
                    <a:srgbClr val="000000"/>
                  </a:solidFill>
                  <a:latin typeface="幼圆" panose="02010509060101010101" pitchFamily="49" charset="-122"/>
                  <a:ea typeface="幼圆" panose="02010509060101010101" pitchFamily="49" charset="-122"/>
                  <a:sym typeface="幼圆" panose="02010509060101010101" pitchFamily="49" charset="-122"/>
                </a:rPr>
                <a:t>设备</a:t>
              </a:r>
              <a:endParaRPr lang="zh-CN" altLang="en-US" sz="1800">
                <a:latin typeface="Calibri" panose="020F0502020204030204" pitchFamily="34" charset="0"/>
              </a:endParaRPr>
            </a:p>
          </p:txBody>
        </p:sp>
        <p:sp>
          <p:nvSpPr>
            <p:cNvPr id="36885" name="AutoShape 25"/>
            <p:cNvSpPr>
              <a:spLocks noChangeArrowheads="1"/>
            </p:cNvSpPr>
            <p:nvPr/>
          </p:nvSpPr>
          <p:spPr bwMode="auto">
            <a:xfrm rot="16200000" flipH="1">
              <a:off x="1802" y="1070"/>
              <a:ext cx="132" cy="674"/>
            </a:xfrm>
            <a:prstGeom prst="downArrow">
              <a:avLst>
                <a:gd name="adj1" fmla="val 40287"/>
                <a:gd name="adj2" fmla="val 165923"/>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6886" name="AutoShape 26"/>
            <p:cNvSpPr>
              <a:spLocks noChangeArrowheads="1"/>
            </p:cNvSpPr>
            <p:nvPr/>
          </p:nvSpPr>
          <p:spPr bwMode="auto">
            <a:xfrm rot="16200000" flipH="1">
              <a:off x="542" y="1077"/>
              <a:ext cx="131" cy="674"/>
            </a:xfrm>
            <a:prstGeom prst="downArrow">
              <a:avLst>
                <a:gd name="adj1" fmla="val 40287"/>
                <a:gd name="adj2" fmla="val 167190"/>
              </a:avLst>
            </a:prstGeom>
            <a:solidFill>
              <a:schemeClr val="tx1"/>
            </a:solidFill>
            <a:ln w="9525">
              <a:solidFill>
                <a:srgbClr val="FFFF66"/>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6887" name="Text Box 27"/>
            <p:cNvSpPr>
              <a:spLocks noChangeArrowheads="1"/>
            </p:cNvSpPr>
            <p:nvPr/>
          </p:nvSpPr>
          <p:spPr bwMode="auto">
            <a:xfrm>
              <a:off x="249" y="1224"/>
              <a:ext cx="539" cy="17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bIns="0">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1800">
                  <a:solidFill>
                    <a:srgbClr val="006699"/>
                  </a:solidFill>
                  <a:latin typeface="Tahoma" panose="020B0604030504040204" pitchFamily="34" charset="0"/>
                  <a:sym typeface="Tahoma" panose="020B0604030504040204" pitchFamily="34" charset="0"/>
                </a:rPr>
                <a:t>程序</a:t>
              </a:r>
              <a:r>
                <a:rPr lang="en-US" altLang="zh-CN" sz="1800">
                  <a:solidFill>
                    <a:srgbClr val="006699"/>
                  </a:solidFill>
                  <a:latin typeface="Tahoma" panose="020B0604030504040204" pitchFamily="34" charset="0"/>
                  <a:sym typeface="Tahoma" panose="020B0604030504040204" pitchFamily="34" charset="0"/>
                </a:rPr>
                <a:t>+</a:t>
              </a:r>
              <a:endParaRPr lang="zh-CN" altLang="en-US" sz="1800">
                <a:latin typeface="Calibri" panose="020F0502020204030204" pitchFamily="34" charset="0"/>
              </a:endParaRPr>
            </a:p>
          </p:txBody>
        </p:sp>
        <p:sp>
          <p:nvSpPr>
            <p:cNvPr id="36888" name="Text Box 28"/>
            <p:cNvSpPr>
              <a:spLocks noChangeArrowheads="1"/>
            </p:cNvSpPr>
            <p:nvPr/>
          </p:nvSpPr>
          <p:spPr bwMode="auto">
            <a:xfrm>
              <a:off x="267" y="1493"/>
              <a:ext cx="449" cy="23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1800">
                  <a:solidFill>
                    <a:srgbClr val="006699"/>
                  </a:solidFill>
                  <a:latin typeface="Tahoma" panose="020B0604030504040204" pitchFamily="34" charset="0"/>
                  <a:sym typeface="Tahoma" panose="020B0604030504040204" pitchFamily="34" charset="0"/>
                </a:rPr>
                <a:t>数据</a:t>
              </a:r>
              <a:endParaRPr lang="zh-CN" altLang="en-US" sz="1800">
                <a:latin typeface="Calibri" panose="020F0502020204030204" pitchFamily="34" charset="0"/>
              </a:endParaRPr>
            </a:p>
          </p:txBody>
        </p:sp>
        <p:sp>
          <p:nvSpPr>
            <p:cNvPr id="36889" name="Text Box 29"/>
            <p:cNvSpPr>
              <a:spLocks noChangeArrowheads="1"/>
            </p:cNvSpPr>
            <p:nvPr/>
          </p:nvSpPr>
          <p:spPr bwMode="auto">
            <a:xfrm>
              <a:off x="3787" y="308"/>
              <a:ext cx="346" cy="83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2400">
                  <a:solidFill>
                    <a:srgbClr val="006699"/>
                  </a:solidFill>
                  <a:latin typeface="Tahoma" panose="020B0604030504040204" pitchFamily="34" charset="0"/>
                  <a:sym typeface="Tahoma" panose="020B0604030504040204" pitchFamily="34" charset="0"/>
                </a:rPr>
                <a:t>操作命令</a:t>
              </a:r>
              <a:endParaRPr lang="zh-CN" altLang="en-US" sz="1800">
                <a:latin typeface="Calibri" panose="020F0502020204030204" pitchFamily="34" charset="0"/>
              </a:endParaRPr>
            </a:p>
          </p:txBody>
        </p:sp>
        <p:sp>
          <p:nvSpPr>
            <p:cNvPr id="36890" name="Text Box 30"/>
            <p:cNvSpPr>
              <a:spLocks noChangeArrowheads="1"/>
            </p:cNvSpPr>
            <p:nvPr/>
          </p:nvSpPr>
          <p:spPr bwMode="auto">
            <a:xfrm>
              <a:off x="4830" y="898"/>
              <a:ext cx="454" cy="40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1800">
                  <a:solidFill>
                    <a:srgbClr val="006699"/>
                  </a:solidFill>
                  <a:latin typeface="Arial" panose="020B0604020202020204" pitchFamily="34" charset="0"/>
                  <a:sym typeface="Arial" panose="020B0604020202020204" pitchFamily="34" charset="0"/>
                </a:rPr>
                <a:t>处理</a:t>
              </a:r>
              <a:r>
                <a:rPr lang="zh-CN" altLang="en-US" sz="1800">
                  <a:solidFill>
                    <a:srgbClr val="006699"/>
                  </a:solidFill>
                  <a:latin typeface="Tahoma" panose="020B0604030504040204" pitchFamily="34" charset="0"/>
                  <a:sym typeface="Tahoma" panose="020B0604030504040204" pitchFamily="34" charset="0"/>
                </a:rPr>
                <a:t>结果</a:t>
              </a:r>
              <a:endParaRPr lang="zh-CN" altLang="en-US" sz="1800">
                <a:latin typeface="Calibri" panose="020F0502020204030204" pitchFamily="34" charset="0"/>
              </a:endParaRPr>
            </a:p>
          </p:txBody>
        </p:sp>
        <p:cxnSp>
          <p:nvCxnSpPr>
            <p:cNvPr id="36891" name="AutoShape 31"/>
            <p:cNvCxnSpPr>
              <a:cxnSpLocks noChangeShapeType="1"/>
            </p:cNvCxnSpPr>
            <p:nvPr/>
          </p:nvCxnSpPr>
          <p:spPr bwMode="auto">
            <a:xfrm rot="10800000" flipH="1">
              <a:off x="2205" y="220"/>
              <a:ext cx="1" cy="2331"/>
            </a:xfrm>
            <a:prstGeom prst="bentConnector3">
              <a:avLst>
                <a:gd name="adj1" fmla="val -27900000"/>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36892" name="Text Box 32"/>
            <p:cNvSpPr>
              <a:spLocks noChangeArrowheads="1"/>
            </p:cNvSpPr>
            <p:nvPr/>
          </p:nvSpPr>
          <p:spPr bwMode="auto">
            <a:xfrm>
              <a:off x="1519" y="352"/>
              <a:ext cx="346" cy="83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2400">
                  <a:solidFill>
                    <a:srgbClr val="006699"/>
                  </a:solidFill>
                  <a:latin typeface="Tahoma" panose="020B0604030504040204" pitchFamily="34" charset="0"/>
                  <a:sym typeface="Tahoma" panose="020B0604030504040204" pitchFamily="34" charset="0"/>
                </a:rPr>
                <a:t>反馈信号</a:t>
              </a:r>
              <a:endParaRPr lang="zh-CN" altLang="en-US" sz="1800">
                <a:latin typeface="Calibri" panose="020F0502020204030204" pitchFamily="34" charset="0"/>
              </a:endParaRPr>
            </a:p>
          </p:txBody>
        </p:sp>
        <p:cxnSp>
          <p:nvCxnSpPr>
            <p:cNvPr id="36893" name="AutoShape 33"/>
            <p:cNvCxnSpPr>
              <a:cxnSpLocks noChangeShapeType="1"/>
            </p:cNvCxnSpPr>
            <p:nvPr/>
          </p:nvCxnSpPr>
          <p:spPr bwMode="auto">
            <a:xfrm rot="-5400000">
              <a:off x="3415" y="1836"/>
              <a:ext cx="886" cy="764"/>
            </a:xfrm>
            <a:prstGeom prst="bentConnector3">
              <a:avLst>
                <a:gd name="adj1" fmla="val 1028"/>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6894" name="AutoShape 34"/>
            <p:cNvCxnSpPr>
              <a:cxnSpLocks noChangeShapeType="1"/>
            </p:cNvCxnSpPr>
            <p:nvPr/>
          </p:nvCxnSpPr>
          <p:spPr bwMode="auto">
            <a:xfrm rot="10800000" flipV="1">
              <a:off x="3469" y="1769"/>
              <a:ext cx="1156" cy="976"/>
            </a:xfrm>
            <a:prstGeom prst="bentConnector3">
              <a:avLst>
                <a:gd name="adj1" fmla="val -79"/>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36895" name="Text Box 35"/>
            <p:cNvSpPr>
              <a:spLocks noChangeArrowheads="1"/>
            </p:cNvSpPr>
            <p:nvPr/>
          </p:nvSpPr>
          <p:spPr bwMode="auto">
            <a:xfrm>
              <a:off x="3833" y="1769"/>
              <a:ext cx="346" cy="83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2400">
                  <a:solidFill>
                    <a:srgbClr val="006699"/>
                  </a:solidFill>
                  <a:latin typeface="Tahoma" panose="020B0604030504040204" pitchFamily="34" charset="0"/>
                  <a:sym typeface="Tahoma" panose="020B0604030504040204" pitchFamily="34" charset="0"/>
                </a:rPr>
                <a:t>响应信号</a:t>
              </a:r>
              <a:endParaRPr lang="zh-CN" altLang="en-US" sz="1800">
                <a:latin typeface="Calibri" panose="020F0502020204030204" pitchFamily="34" charset="0"/>
              </a:endParaRPr>
            </a:p>
          </p:txBody>
        </p:sp>
        <p:sp>
          <p:nvSpPr>
            <p:cNvPr id="36896" name="Text Box 36"/>
            <p:cNvSpPr>
              <a:spLocks noChangeArrowheads="1"/>
            </p:cNvSpPr>
            <p:nvPr/>
          </p:nvSpPr>
          <p:spPr bwMode="auto">
            <a:xfrm>
              <a:off x="4694" y="1814"/>
              <a:ext cx="346" cy="83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2400">
                  <a:solidFill>
                    <a:srgbClr val="006699"/>
                  </a:solidFill>
                  <a:latin typeface="Tahoma" panose="020B0604030504040204" pitchFamily="34" charset="0"/>
                  <a:sym typeface="Tahoma" panose="020B0604030504040204" pitchFamily="34" charset="0"/>
                </a:rPr>
                <a:t>请求信号</a:t>
              </a:r>
              <a:endParaRPr lang="zh-CN" altLang="en-US" sz="1800">
                <a:latin typeface="Calibri" panose="020F0502020204030204" pitchFamily="34" charset="0"/>
              </a:endParaRPr>
            </a:p>
          </p:txBody>
        </p:sp>
        <p:cxnSp>
          <p:nvCxnSpPr>
            <p:cNvPr id="36897" name="AutoShape 37"/>
            <p:cNvCxnSpPr>
              <a:cxnSpLocks noChangeShapeType="1"/>
            </p:cNvCxnSpPr>
            <p:nvPr/>
          </p:nvCxnSpPr>
          <p:spPr bwMode="auto">
            <a:xfrm rot="10800000">
              <a:off x="1396" y="1742"/>
              <a:ext cx="809" cy="898"/>
            </a:xfrm>
            <a:prstGeom prst="bentConnector2">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6898" name="AutoShape 38"/>
            <p:cNvCxnSpPr>
              <a:cxnSpLocks noChangeShapeType="1"/>
            </p:cNvCxnSpPr>
            <p:nvPr/>
          </p:nvCxnSpPr>
          <p:spPr bwMode="auto">
            <a:xfrm>
              <a:off x="998" y="1823"/>
              <a:ext cx="1213" cy="898"/>
            </a:xfrm>
            <a:prstGeom prst="bentConnector3">
              <a:avLst>
                <a:gd name="adj1" fmla="val 2394"/>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36899" name="Text Box 39"/>
            <p:cNvSpPr>
              <a:spLocks noChangeArrowheads="1"/>
            </p:cNvSpPr>
            <p:nvPr/>
          </p:nvSpPr>
          <p:spPr bwMode="auto">
            <a:xfrm>
              <a:off x="1445" y="1791"/>
              <a:ext cx="346" cy="83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2400">
                  <a:solidFill>
                    <a:srgbClr val="006699"/>
                  </a:solidFill>
                  <a:latin typeface="Tahoma" panose="020B0604030504040204" pitchFamily="34" charset="0"/>
                  <a:sym typeface="Tahoma" panose="020B0604030504040204" pitchFamily="34" charset="0"/>
                </a:rPr>
                <a:t>响应信号</a:t>
              </a:r>
              <a:endParaRPr lang="zh-CN" altLang="en-US" sz="1800">
                <a:latin typeface="Calibri" panose="020F0502020204030204" pitchFamily="34" charset="0"/>
              </a:endParaRPr>
            </a:p>
          </p:txBody>
        </p:sp>
        <p:sp>
          <p:nvSpPr>
            <p:cNvPr id="36900" name="Text Box 40"/>
            <p:cNvSpPr>
              <a:spLocks noChangeArrowheads="1"/>
            </p:cNvSpPr>
            <p:nvPr/>
          </p:nvSpPr>
          <p:spPr bwMode="auto">
            <a:xfrm>
              <a:off x="612" y="1798"/>
              <a:ext cx="346" cy="83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Font typeface="Arial" panose="020B0604020202020204" pitchFamily="34" charset="0"/>
                <a:buNone/>
              </a:pPr>
              <a:r>
                <a:rPr lang="zh-CN" altLang="en-US" sz="2400">
                  <a:solidFill>
                    <a:srgbClr val="006699"/>
                  </a:solidFill>
                  <a:latin typeface="Tahoma" panose="020B0604030504040204" pitchFamily="34" charset="0"/>
                  <a:sym typeface="Tahoma" panose="020B0604030504040204" pitchFamily="34" charset="0"/>
                </a:rPr>
                <a:t>请求信号</a:t>
              </a:r>
              <a:endParaRPr lang="zh-CN" altLang="en-US" sz="1800">
                <a:latin typeface="Calibri" panose="020F0502020204030204" pitchFamily="34" charset="0"/>
              </a:endParaRPr>
            </a:p>
          </p:txBody>
        </p:sp>
      </p:grpSp>
      <p:sp>
        <p:nvSpPr>
          <p:cNvPr id="36868" name="Text Box 42"/>
          <p:cNvSpPr>
            <a:spLocks noChangeArrowheads="1"/>
          </p:cNvSpPr>
          <p:nvPr/>
        </p:nvSpPr>
        <p:spPr bwMode="auto">
          <a:xfrm>
            <a:off x="298450" y="1084263"/>
            <a:ext cx="44275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b="1">
                <a:solidFill>
                  <a:srgbClr val="006699"/>
                </a:solidFill>
                <a:latin typeface="Calibri" panose="020F0502020204030204" pitchFamily="34" charset="0"/>
              </a:rPr>
              <a:t>冯</a:t>
            </a:r>
            <a:r>
              <a:rPr lang="en-US" altLang="zh-CN" b="1">
                <a:solidFill>
                  <a:srgbClr val="006699"/>
                </a:solidFill>
                <a:latin typeface="Times New Roman" panose="02020603050405020304" pitchFamily="18" charset="0"/>
                <a:sym typeface="Times New Roman" panose="02020603050405020304" pitchFamily="18" charset="0"/>
              </a:rPr>
              <a:t>·</a:t>
            </a:r>
            <a:r>
              <a:rPr lang="zh-CN" altLang="en-US" b="1">
                <a:solidFill>
                  <a:srgbClr val="006699"/>
                </a:solidFill>
                <a:latin typeface="Calibri" panose="020F0502020204030204" pitchFamily="34" charset="0"/>
              </a:rPr>
              <a:t>诺依曼结构框图</a:t>
            </a:r>
            <a:endParaRPr lang="zh-CN" altLang="en-US">
              <a:solidFill>
                <a:srgbClr val="006699"/>
              </a:solidFill>
              <a:latin typeface="Calibri" panose="020F0502020204030204" pitchFamily="34"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394C5019-4F91-4B66-BCB9-374603A22A0A}" type="slidenum">
              <a:rPr lang="zh-CN" altLang="en-US" sz="900">
                <a:solidFill>
                  <a:srgbClr val="848589"/>
                </a:solidFill>
                <a:latin typeface="Futura Bk" charset="0"/>
                <a:sym typeface="Futura Bk" charset="0"/>
              </a:rPr>
              <a:t>22</a:t>
            </a:fld>
            <a:endParaRPr lang="zh-CN" altLang="en-US" sz="900">
              <a:solidFill>
                <a:srgbClr val="848589"/>
              </a:solidFill>
              <a:latin typeface="Futura Bk" charset="0"/>
              <a:sym typeface="Futura Bk" charset="0"/>
            </a:endParaRPr>
          </a:p>
        </p:txBody>
      </p:sp>
      <p:sp>
        <p:nvSpPr>
          <p:cNvPr id="37891" name="Rectangle 2"/>
          <p:cNvSpPr>
            <a:spLocks noGrp="1" noChangeArrowheads="1"/>
          </p:cNvSpPr>
          <p:nvPr>
            <p:ph sz="half" idx="1"/>
          </p:nvPr>
        </p:nvSpPr>
        <p:spPr>
          <a:xfrm>
            <a:off x="384175" y="1955800"/>
            <a:ext cx="7669213" cy="1816100"/>
          </a:xfrm>
          <a:solidFill>
            <a:srgbClr val="CCFFFF"/>
          </a:solidFill>
          <a:ln>
            <a:solidFill>
              <a:schemeClr val="hlink"/>
            </a:solidFill>
            <a:bevel/>
          </a:ln>
        </p:spPr>
        <p:txBody>
          <a:bodyPr/>
          <a:lstStyle/>
          <a:p>
            <a:pPr marL="342900" indent="-342900" algn="l" eaLnBrk="1" hangingPunct="1"/>
            <a:r>
              <a:rPr lang="en-US" altLang="zh-CN" sz="2400" b="1" dirty="0">
                <a:solidFill>
                  <a:srgbClr val="000000"/>
                </a:solidFill>
              </a:rPr>
              <a:t>1</a:t>
            </a:r>
            <a:r>
              <a:rPr lang="zh-CN" altLang="en-US" sz="2400" b="1" dirty="0">
                <a:solidFill>
                  <a:srgbClr val="000000"/>
                </a:solidFill>
              </a:rPr>
              <a:t>、指令：是指计算机完成某个基本操作的命令。</a:t>
            </a:r>
          </a:p>
          <a:p>
            <a:pPr marL="342900" indent="-342900" algn="l" eaLnBrk="1" hangingPunct="1"/>
            <a:r>
              <a:rPr lang="en-US" altLang="zh-CN" sz="2400" b="1" dirty="0">
                <a:solidFill>
                  <a:srgbClr val="000000"/>
                </a:solidFill>
              </a:rPr>
              <a:t>2</a:t>
            </a:r>
            <a:r>
              <a:rPr lang="zh-CN" altLang="en-US" sz="2400" b="1" dirty="0">
                <a:solidFill>
                  <a:srgbClr val="000000"/>
                </a:solidFill>
              </a:rPr>
              <a:t>、指令系统：一台计算机所能执行的全部指令的集合。</a:t>
            </a:r>
          </a:p>
          <a:p>
            <a:pPr marL="342900" indent="-342900" algn="l" eaLnBrk="1" hangingPunct="1"/>
            <a:r>
              <a:rPr lang="en-US" altLang="zh-CN" sz="2400" b="1" dirty="0">
                <a:solidFill>
                  <a:srgbClr val="000000"/>
                </a:solidFill>
              </a:rPr>
              <a:t>3</a:t>
            </a:r>
            <a:r>
              <a:rPr lang="zh-CN" altLang="en-US" sz="2400" b="1" dirty="0">
                <a:solidFill>
                  <a:srgbClr val="000000"/>
                </a:solidFill>
              </a:rPr>
              <a:t>、指令的执行过程示意图</a:t>
            </a:r>
            <a:r>
              <a:rPr lang="en-US" altLang="zh-CN" sz="2400" b="1" dirty="0">
                <a:solidFill>
                  <a:srgbClr val="000000"/>
                </a:solidFill>
              </a:rPr>
              <a:t>:</a:t>
            </a:r>
            <a:endParaRPr lang="zh-CN" altLang="en-US" sz="3200" dirty="0"/>
          </a:p>
        </p:txBody>
      </p:sp>
      <p:pic>
        <p:nvPicPr>
          <p:cNvPr id="37892" name="Object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4813" y="4230688"/>
            <a:ext cx="7205662"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Text Box 5"/>
          <p:cNvSpPr>
            <a:spLocks noChangeArrowheads="1"/>
          </p:cNvSpPr>
          <p:nvPr/>
        </p:nvSpPr>
        <p:spPr bwMode="auto">
          <a:xfrm>
            <a:off x="530225" y="1023938"/>
            <a:ext cx="2768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dirty="0">
                <a:solidFill>
                  <a:srgbClr val="006699"/>
                </a:solidFill>
                <a:latin typeface="Calibri" panose="020F0502020204030204" pitchFamily="34" charset="0"/>
              </a:rPr>
              <a:t>计算机指令</a:t>
            </a:r>
            <a:endParaRPr lang="zh-CN" altLang="en-US" sz="1800" dirty="0">
              <a:latin typeface="Calibri" panose="020F0502020204030204" pitchFamily="3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6336C797-8A45-481B-B11B-F0E13617A32A}" type="slidenum">
              <a:rPr lang="zh-CN" altLang="en-US" sz="900">
                <a:solidFill>
                  <a:srgbClr val="848589"/>
                </a:solidFill>
                <a:latin typeface="Futura Bk" charset="0"/>
                <a:sym typeface="Futura Bk" charset="0"/>
              </a:rPr>
              <a:t>23</a:t>
            </a:fld>
            <a:endParaRPr lang="zh-CN" altLang="en-US" sz="900">
              <a:solidFill>
                <a:srgbClr val="848589"/>
              </a:solidFill>
              <a:latin typeface="Futura Bk" charset="0"/>
              <a:sym typeface="Futura Bk" charset="0"/>
            </a:endParaRPr>
          </a:p>
        </p:txBody>
      </p:sp>
      <p:sp>
        <p:nvSpPr>
          <p:cNvPr id="39939" name="Rectangle 2"/>
          <p:cNvSpPr>
            <a:spLocks noChangeArrowheads="1"/>
          </p:cNvSpPr>
          <p:nvPr/>
        </p:nvSpPr>
        <p:spPr bwMode="auto">
          <a:xfrm>
            <a:off x="1979613" y="1844675"/>
            <a:ext cx="4981575" cy="528638"/>
          </a:xfrm>
          <a:prstGeom prst="rect">
            <a:avLst/>
          </a:prstGeom>
          <a:solidFill>
            <a:srgbClr val="CCFFFF"/>
          </a:solidFill>
          <a:ln w="9525">
            <a:solidFill>
              <a:srgbClr val="FF0000"/>
            </a:solidFill>
            <a:miter lim="800000"/>
          </a:ln>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a:solidFill>
                  <a:srgbClr val="006699"/>
                </a:solidFill>
                <a:latin typeface="Tahoma" panose="020B0604030504040204" pitchFamily="34" charset="0"/>
                <a:sym typeface="Tahoma" panose="020B0604030504040204" pitchFamily="34" charset="0"/>
              </a:rPr>
              <a:t> </a:t>
            </a:r>
            <a:r>
              <a:rPr lang="zh-CN" altLang="en-US" sz="2800" b="1">
                <a:solidFill>
                  <a:srgbClr val="FF0000"/>
                </a:solidFill>
                <a:latin typeface="Tahoma" panose="020B0604030504040204" pitchFamily="34" charset="0"/>
                <a:sym typeface="Tahoma" panose="020B0604030504040204" pitchFamily="34" charset="0"/>
              </a:rPr>
              <a:t>软件 </a:t>
            </a:r>
            <a:r>
              <a:rPr lang="en-US" altLang="zh-CN" sz="2800" b="1">
                <a:solidFill>
                  <a:srgbClr val="FF0000"/>
                </a:solidFill>
                <a:latin typeface="Tahoma" panose="020B0604030504040204" pitchFamily="34" charset="0"/>
                <a:sym typeface="Tahoma" panose="020B0604030504040204" pitchFamily="34" charset="0"/>
              </a:rPr>
              <a:t>= </a:t>
            </a:r>
            <a:r>
              <a:rPr lang="zh-CN" altLang="en-US" sz="2800" b="1">
                <a:solidFill>
                  <a:srgbClr val="FF0000"/>
                </a:solidFill>
                <a:latin typeface="Tahoma" panose="020B0604030504040204" pitchFamily="34" charset="0"/>
                <a:sym typeface="Tahoma" panose="020B0604030504040204" pitchFamily="34" charset="0"/>
              </a:rPr>
              <a:t>程序 </a:t>
            </a:r>
            <a:r>
              <a:rPr lang="en-US" altLang="zh-CN" sz="2800" b="1">
                <a:solidFill>
                  <a:srgbClr val="FF0000"/>
                </a:solidFill>
                <a:latin typeface="Tahoma" panose="020B0604030504040204" pitchFamily="34" charset="0"/>
                <a:sym typeface="Tahoma" panose="020B0604030504040204" pitchFamily="34" charset="0"/>
              </a:rPr>
              <a:t>+ </a:t>
            </a:r>
            <a:r>
              <a:rPr lang="zh-CN" altLang="en-US" sz="2800" b="1">
                <a:solidFill>
                  <a:srgbClr val="FF0000"/>
                </a:solidFill>
                <a:latin typeface="Tahoma" panose="020B0604030504040204" pitchFamily="34" charset="0"/>
                <a:sym typeface="Tahoma" panose="020B0604030504040204" pitchFamily="34" charset="0"/>
              </a:rPr>
              <a:t>数据 </a:t>
            </a:r>
            <a:r>
              <a:rPr lang="en-US" altLang="zh-CN" sz="2800" b="1">
                <a:solidFill>
                  <a:srgbClr val="FF0000"/>
                </a:solidFill>
                <a:latin typeface="Tahoma" panose="020B0604030504040204" pitchFamily="34" charset="0"/>
                <a:sym typeface="Tahoma" panose="020B0604030504040204" pitchFamily="34" charset="0"/>
              </a:rPr>
              <a:t>+ </a:t>
            </a:r>
            <a:r>
              <a:rPr lang="zh-CN" altLang="en-US" sz="2800" b="1">
                <a:solidFill>
                  <a:srgbClr val="FF0000"/>
                </a:solidFill>
                <a:latin typeface="Tahoma" panose="020B0604030504040204" pitchFamily="34" charset="0"/>
                <a:sym typeface="Tahoma" panose="020B0604030504040204" pitchFamily="34" charset="0"/>
              </a:rPr>
              <a:t>文档</a:t>
            </a:r>
            <a:endParaRPr lang="zh-CN" altLang="en-US" sz="1800">
              <a:latin typeface="Calibri" panose="020F0502020204030204" pitchFamily="34" charset="0"/>
            </a:endParaRPr>
          </a:p>
        </p:txBody>
      </p:sp>
      <p:grpSp>
        <p:nvGrpSpPr>
          <p:cNvPr id="26628" name="Group 4"/>
          <p:cNvGrpSpPr/>
          <p:nvPr/>
        </p:nvGrpSpPr>
        <p:grpSpPr bwMode="auto">
          <a:xfrm>
            <a:off x="841375" y="2565400"/>
            <a:ext cx="6202363" cy="3887788"/>
            <a:chOff x="0" y="0"/>
            <a:chExt cx="3907" cy="2449"/>
          </a:xfrm>
        </p:grpSpPr>
        <p:sp>
          <p:nvSpPr>
            <p:cNvPr id="39943" name="AutoShape 5"/>
            <p:cNvSpPr/>
            <p:nvPr/>
          </p:nvSpPr>
          <p:spPr bwMode="auto">
            <a:xfrm>
              <a:off x="1089" y="0"/>
              <a:ext cx="45" cy="1316"/>
            </a:xfrm>
            <a:prstGeom prst="leftBrace">
              <a:avLst>
                <a:gd name="adj1" fmla="val 243568"/>
                <a:gd name="adj2" fmla="val 48176"/>
              </a:avLst>
            </a:prstGeom>
            <a:noFill/>
            <a:ln w="9525">
              <a:solidFill>
                <a:schemeClr val="tx1"/>
              </a:solidFill>
              <a:bevel/>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9944" name="Rectangle 6"/>
            <p:cNvSpPr>
              <a:spLocks noChangeArrowheads="1"/>
            </p:cNvSpPr>
            <p:nvPr/>
          </p:nvSpPr>
          <p:spPr bwMode="auto">
            <a:xfrm>
              <a:off x="0" y="771"/>
              <a:ext cx="408"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chemeClr val="folHlink"/>
                </a:buClr>
                <a:buSzPct val="60000"/>
                <a:buFont typeface="Wingdings" panose="05000000000000000000" pitchFamily="2" charset="2"/>
                <a:buNone/>
              </a:pP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软件系统</a:t>
              </a:r>
              <a:endParaRPr lang="zh-CN" altLang="en-US" sz="1800">
                <a:latin typeface="Calibri" panose="020F0502020204030204" pitchFamily="34" charset="0"/>
              </a:endParaRPr>
            </a:p>
          </p:txBody>
        </p:sp>
        <p:sp>
          <p:nvSpPr>
            <p:cNvPr id="39945" name="AutoShape 7"/>
            <p:cNvSpPr/>
            <p:nvPr/>
          </p:nvSpPr>
          <p:spPr bwMode="auto">
            <a:xfrm>
              <a:off x="337" y="622"/>
              <a:ext cx="91" cy="1451"/>
            </a:xfrm>
            <a:prstGeom prst="leftBrace">
              <a:avLst>
                <a:gd name="adj1" fmla="val 132728"/>
                <a:gd name="adj2" fmla="val 48176"/>
              </a:avLst>
            </a:prstGeom>
            <a:noFill/>
            <a:ln w="9525">
              <a:solidFill>
                <a:schemeClr val="tx1"/>
              </a:solidFill>
              <a:bevel/>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9946" name="Text Box 8"/>
            <p:cNvSpPr>
              <a:spLocks noChangeArrowheads="1"/>
            </p:cNvSpPr>
            <p:nvPr/>
          </p:nvSpPr>
          <p:spPr bwMode="auto">
            <a:xfrm>
              <a:off x="441" y="329"/>
              <a:ext cx="647"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chemeClr val="folHlink"/>
                </a:buClr>
                <a:buSzPct val="60000"/>
                <a:buFont typeface="Wingdings" panose="05000000000000000000" pitchFamily="2" charset="2"/>
                <a:buNone/>
              </a:pPr>
              <a:r>
                <a:rPr lang="zh-CN" altLang="en-US" sz="2800" b="1">
                  <a:solidFill>
                    <a:srgbClr val="006699"/>
                  </a:solidFill>
                  <a:latin typeface="Tahoma" panose="020B0604030504040204" pitchFamily="34" charset="0"/>
                  <a:sym typeface="Tahoma" panose="020B0604030504040204" pitchFamily="34" charset="0"/>
                </a:rPr>
                <a:t>系统软件</a:t>
              </a:r>
              <a:endParaRPr lang="zh-CN" altLang="en-US" sz="1800">
                <a:latin typeface="Calibri" panose="020F0502020204030204" pitchFamily="34" charset="0"/>
              </a:endParaRPr>
            </a:p>
          </p:txBody>
        </p:sp>
        <p:sp>
          <p:nvSpPr>
            <p:cNvPr id="39947" name="Text Box 9"/>
            <p:cNvSpPr>
              <a:spLocks noChangeArrowheads="1"/>
            </p:cNvSpPr>
            <p:nvPr/>
          </p:nvSpPr>
          <p:spPr bwMode="auto">
            <a:xfrm>
              <a:off x="434" y="1678"/>
              <a:ext cx="647"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chemeClr val="folHlink"/>
                </a:buClr>
                <a:buSzPct val="60000"/>
                <a:buFont typeface="Wingdings" panose="05000000000000000000" pitchFamily="2" charset="2"/>
                <a:buNone/>
              </a:pPr>
              <a:r>
                <a:rPr lang="zh-CN" altLang="en-US" sz="2800" b="1">
                  <a:solidFill>
                    <a:srgbClr val="006699"/>
                  </a:solidFill>
                  <a:latin typeface="Tahoma" panose="020B0604030504040204" pitchFamily="34" charset="0"/>
                  <a:sym typeface="Tahoma" panose="020B0604030504040204" pitchFamily="34" charset="0"/>
                </a:rPr>
                <a:t>应用软件</a:t>
              </a:r>
              <a:endParaRPr lang="zh-CN" altLang="en-US" sz="1800">
                <a:latin typeface="Calibri" panose="020F0502020204030204" pitchFamily="34" charset="0"/>
              </a:endParaRPr>
            </a:p>
          </p:txBody>
        </p:sp>
        <p:sp>
          <p:nvSpPr>
            <p:cNvPr id="39948" name="AutoShape 10"/>
            <p:cNvSpPr/>
            <p:nvPr/>
          </p:nvSpPr>
          <p:spPr bwMode="auto">
            <a:xfrm>
              <a:off x="1089" y="1468"/>
              <a:ext cx="45" cy="981"/>
            </a:xfrm>
            <a:prstGeom prst="leftBrace">
              <a:avLst>
                <a:gd name="adj1" fmla="val 181566"/>
                <a:gd name="adj2" fmla="val 48176"/>
              </a:avLst>
            </a:prstGeom>
            <a:noFill/>
            <a:ln w="9525">
              <a:solidFill>
                <a:schemeClr val="tx1"/>
              </a:solidFill>
              <a:bevel/>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39949" name="Text Box 11"/>
            <p:cNvSpPr>
              <a:spLocks noChangeArrowheads="1"/>
            </p:cNvSpPr>
            <p:nvPr/>
          </p:nvSpPr>
          <p:spPr bwMode="auto">
            <a:xfrm>
              <a:off x="1134" y="63"/>
              <a:ext cx="2625" cy="1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chemeClr val="folHlink"/>
                </a:buClr>
                <a:buSzPct val="60000"/>
                <a:buFont typeface="Wingdings" panose="05000000000000000000" pitchFamily="2" charset="2"/>
                <a:buNone/>
              </a:pPr>
              <a:r>
                <a:rPr lang="zh-CN" altLang="en-US" sz="2400" b="1">
                  <a:solidFill>
                    <a:srgbClr val="006699"/>
                  </a:solidFill>
                  <a:latin typeface="Tahoma" panose="020B0604030504040204" pitchFamily="34" charset="0"/>
                  <a:sym typeface="Tahoma" panose="020B0604030504040204" pitchFamily="34" charset="0"/>
                </a:rPr>
                <a:t>操作系统</a:t>
              </a:r>
            </a:p>
            <a:p>
              <a:pPr eaLnBrk="1" hangingPunct="1">
                <a:buClr>
                  <a:schemeClr val="folHlink"/>
                </a:buClr>
                <a:buSzPct val="60000"/>
                <a:buFont typeface="Wingdings" panose="05000000000000000000" pitchFamily="2" charset="2"/>
                <a:buNone/>
              </a:pPr>
              <a:r>
                <a:rPr lang="zh-CN" altLang="en-US" sz="2400" b="1">
                  <a:solidFill>
                    <a:srgbClr val="006699"/>
                  </a:solidFill>
                  <a:latin typeface="Tahoma" panose="020B0604030504040204" pitchFamily="34" charset="0"/>
                  <a:sym typeface="Tahoma" panose="020B0604030504040204" pitchFamily="34" charset="0"/>
                </a:rPr>
                <a:t>程序语言处理系统</a:t>
              </a:r>
            </a:p>
            <a:p>
              <a:pPr eaLnBrk="1" hangingPunct="1">
                <a:buClr>
                  <a:schemeClr val="folHlink"/>
                </a:buClr>
                <a:buSzPct val="60000"/>
                <a:buFont typeface="Wingdings" panose="05000000000000000000" pitchFamily="2" charset="2"/>
                <a:buNone/>
              </a:pPr>
              <a:r>
                <a:rPr lang="zh-CN" altLang="en-US" sz="2400" b="1">
                  <a:solidFill>
                    <a:srgbClr val="006699"/>
                  </a:solidFill>
                  <a:latin typeface="Tahoma" panose="020B0604030504040204" pitchFamily="34" charset="0"/>
                  <a:sym typeface="Tahoma" panose="020B0604030504040204" pitchFamily="34" charset="0"/>
                </a:rPr>
                <a:t>数据库管理系统</a:t>
              </a:r>
            </a:p>
            <a:p>
              <a:pPr eaLnBrk="1" hangingPunct="1">
                <a:buClr>
                  <a:schemeClr val="folHlink"/>
                </a:buClr>
                <a:buSzPct val="60000"/>
                <a:buFont typeface="Wingdings" panose="05000000000000000000" pitchFamily="2" charset="2"/>
                <a:buNone/>
              </a:pPr>
              <a:r>
                <a:rPr lang="zh-CN" altLang="en-US" sz="2400" b="1">
                  <a:solidFill>
                    <a:srgbClr val="006699"/>
                  </a:solidFill>
                  <a:latin typeface="Tahoma" panose="020B0604030504040204" pitchFamily="34" charset="0"/>
                  <a:sym typeface="Tahoma" panose="020B0604030504040204" pitchFamily="34" charset="0"/>
                </a:rPr>
                <a:t>服务程序：检查、诊断、排错</a:t>
              </a:r>
              <a:endParaRPr lang="zh-CN" altLang="en-US" sz="1800">
                <a:latin typeface="Calibri" panose="020F0502020204030204" pitchFamily="34" charset="0"/>
              </a:endParaRPr>
            </a:p>
          </p:txBody>
        </p:sp>
        <p:sp>
          <p:nvSpPr>
            <p:cNvPr id="39950" name="Text Box 12"/>
            <p:cNvSpPr>
              <a:spLocks noChangeArrowheads="1"/>
            </p:cNvSpPr>
            <p:nvPr/>
          </p:nvSpPr>
          <p:spPr bwMode="auto">
            <a:xfrm>
              <a:off x="1121" y="1571"/>
              <a:ext cx="2786" cy="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chemeClr val="folHlink"/>
                </a:buClr>
                <a:buSzPct val="60000"/>
                <a:buFont typeface="Wingdings" panose="05000000000000000000" pitchFamily="2" charset="2"/>
                <a:buNone/>
              </a:pPr>
              <a:r>
                <a:rPr lang="zh-CN" altLang="en-US" sz="2200" b="1">
                  <a:solidFill>
                    <a:srgbClr val="006699"/>
                  </a:solidFill>
                  <a:latin typeface="Tahoma" panose="020B0604030504040204" pitchFamily="34" charset="0"/>
                  <a:sym typeface="Tahoma" panose="020B0604030504040204" pitchFamily="34" charset="0"/>
                </a:rPr>
                <a:t>通用程序：如：</a:t>
              </a:r>
              <a:r>
                <a:rPr lang="en-US" altLang="zh-CN" sz="2200" b="1">
                  <a:solidFill>
                    <a:srgbClr val="006699"/>
                  </a:solidFill>
                  <a:latin typeface="Tahoma" panose="020B0604030504040204" pitchFamily="34" charset="0"/>
                  <a:sym typeface="Tahoma" panose="020B0604030504040204" pitchFamily="34" charset="0"/>
                </a:rPr>
                <a:t>office </a:t>
              </a:r>
              <a:r>
                <a:rPr lang="zh-CN" altLang="en-US" sz="2200" b="1">
                  <a:solidFill>
                    <a:srgbClr val="006699"/>
                  </a:solidFill>
                  <a:latin typeface="Tahoma" panose="020B0604030504040204" pitchFamily="34" charset="0"/>
                  <a:sym typeface="Tahoma" panose="020B0604030504040204" pitchFamily="34" charset="0"/>
                </a:rPr>
                <a:t>办公程序等</a:t>
              </a:r>
            </a:p>
            <a:p>
              <a:pPr eaLnBrk="1" hangingPunct="1">
                <a:buClr>
                  <a:schemeClr val="folHlink"/>
                </a:buClr>
                <a:buSzPct val="60000"/>
                <a:buFont typeface="Wingdings" panose="05000000000000000000" pitchFamily="2" charset="2"/>
                <a:buNone/>
              </a:pPr>
              <a:endParaRPr lang="zh-CN" altLang="en-US" sz="2200" b="1">
                <a:solidFill>
                  <a:srgbClr val="006699"/>
                </a:solidFill>
                <a:latin typeface="Tahoma" panose="020B0604030504040204" pitchFamily="34" charset="0"/>
                <a:sym typeface="Tahoma" panose="020B0604030504040204" pitchFamily="34" charset="0"/>
              </a:endParaRPr>
            </a:p>
            <a:p>
              <a:pPr eaLnBrk="1" hangingPunct="1">
                <a:buClr>
                  <a:schemeClr val="folHlink"/>
                </a:buClr>
                <a:buSzPct val="60000"/>
                <a:buFont typeface="Wingdings" panose="05000000000000000000" pitchFamily="2" charset="2"/>
                <a:buNone/>
              </a:pPr>
              <a:r>
                <a:rPr lang="zh-CN" altLang="en-US" sz="2200" b="1">
                  <a:solidFill>
                    <a:srgbClr val="006699"/>
                  </a:solidFill>
                  <a:latin typeface="Tahoma" panose="020B0604030504040204" pitchFamily="34" charset="0"/>
                  <a:sym typeface="Tahoma" panose="020B0604030504040204" pitchFamily="34" charset="0"/>
                </a:rPr>
                <a:t>专用程序：用户程序</a:t>
              </a:r>
              <a:endParaRPr lang="zh-CN" altLang="en-US" sz="1800">
                <a:latin typeface="Calibri" panose="020F0502020204030204" pitchFamily="34" charset="0"/>
              </a:endParaRPr>
            </a:p>
          </p:txBody>
        </p:sp>
      </p:grpSp>
      <p:sp>
        <p:nvSpPr>
          <p:cNvPr id="39941" name="Text Box 14"/>
          <p:cNvSpPr>
            <a:spLocks noChangeArrowheads="1"/>
          </p:cNvSpPr>
          <p:nvPr/>
        </p:nvSpPr>
        <p:spPr bwMode="auto">
          <a:xfrm>
            <a:off x="401638" y="962025"/>
            <a:ext cx="38020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b="1" dirty="0">
                <a:solidFill>
                  <a:srgbClr val="006699"/>
                </a:solidFill>
                <a:latin typeface="Calibri" panose="020F0502020204030204" pitchFamily="34" charset="0"/>
              </a:rPr>
              <a:t>计算机软件系统</a:t>
            </a:r>
            <a:endParaRPr lang="zh-CN" altLang="en-US" sz="1800"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filter="strips(upRight)">
                                      <p:cBhvr>
                                        <p:cTn id="7"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B3C8189A-7F6C-43EF-846A-FCAD51C600F5}" type="slidenum">
              <a:rPr lang="zh-CN" altLang="en-US" sz="900">
                <a:solidFill>
                  <a:srgbClr val="848589"/>
                </a:solidFill>
                <a:latin typeface="Futura Bk" charset="0"/>
                <a:sym typeface="Futura Bk" charset="0"/>
              </a:rPr>
              <a:t>24</a:t>
            </a:fld>
            <a:endParaRPr lang="zh-CN" altLang="en-US" sz="900">
              <a:solidFill>
                <a:srgbClr val="848589"/>
              </a:solidFill>
              <a:latin typeface="Futura Bk" charset="0"/>
              <a:sym typeface="Futura Bk" charset="0"/>
            </a:endParaRPr>
          </a:p>
        </p:txBody>
      </p:sp>
      <p:sp>
        <p:nvSpPr>
          <p:cNvPr id="40965" name="Text Box 24"/>
          <p:cNvSpPr>
            <a:spLocks noChangeArrowheads="1"/>
          </p:cNvSpPr>
          <p:nvPr/>
        </p:nvSpPr>
        <p:spPr bwMode="auto">
          <a:xfrm>
            <a:off x="398463" y="1047750"/>
            <a:ext cx="7358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dirty="0">
                <a:solidFill>
                  <a:srgbClr val="006699"/>
                </a:solidFill>
                <a:latin typeface="Calibri" panose="020F0502020204030204" pitchFamily="34" charset="0"/>
              </a:rPr>
              <a:t>计算机硬件系统</a:t>
            </a:r>
            <a:r>
              <a:rPr lang="en-US" altLang="zh-CN" sz="2800" b="1" dirty="0">
                <a:solidFill>
                  <a:srgbClr val="006699"/>
                </a:solidFill>
                <a:latin typeface="Calibri" panose="020F0502020204030204" pitchFamily="34" charset="0"/>
              </a:rPr>
              <a:t>——</a:t>
            </a:r>
            <a:r>
              <a:rPr lang="zh-CN" altLang="en-US" sz="2800" b="1" dirty="0">
                <a:solidFill>
                  <a:srgbClr val="0000FF"/>
                </a:solidFill>
                <a:latin typeface="Calibri" panose="020F0502020204030204" pitchFamily="34" charset="0"/>
              </a:rPr>
              <a:t>计算机硬件</a:t>
            </a:r>
            <a:endParaRPr lang="zh-CN" altLang="en-US" sz="2800" dirty="0">
              <a:solidFill>
                <a:srgbClr val="006699"/>
              </a:solidFill>
              <a:latin typeface="Calibri" panose="020F0502020204030204" pitchFamily="34" charset="0"/>
            </a:endParaRPr>
          </a:p>
        </p:txBody>
      </p:sp>
      <p:pic>
        <p:nvPicPr>
          <p:cNvPr id="25" name="Picture 13" descr="计算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995" y="2204915"/>
            <a:ext cx="4100962" cy="2973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4" descr="笔记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044" y="2204915"/>
            <a:ext cx="3779395" cy="288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A55D8E9F-A33A-44BE-BDFF-324DBC497B82}" type="slidenum">
              <a:rPr lang="zh-CN" altLang="en-US" sz="900">
                <a:solidFill>
                  <a:srgbClr val="848589"/>
                </a:solidFill>
                <a:latin typeface="Futura Bk" charset="0"/>
                <a:sym typeface="Futura Bk" charset="0"/>
              </a:rPr>
              <a:t>25</a:t>
            </a:fld>
            <a:endParaRPr lang="zh-CN" altLang="en-US" sz="900">
              <a:solidFill>
                <a:srgbClr val="848589"/>
              </a:solidFill>
              <a:latin typeface="Futura Bk" charset="0"/>
              <a:sym typeface="Futura Bk" charset="0"/>
            </a:endParaRPr>
          </a:p>
        </p:txBody>
      </p:sp>
      <p:pic>
        <p:nvPicPr>
          <p:cNvPr id="4198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557338"/>
            <a:ext cx="6985000" cy="473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AutoShape 4"/>
          <p:cNvSpPr>
            <a:spLocks noChangeArrowheads="1"/>
          </p:cNvSpPr>
          <p:nvPr/>
        </p:nvSpPr>
        <p:spPr bwMode="auto">
          <a:xfrm>
            <a:off x="0" y="1858963"/>
            <a:ext cx="1042988" cy="1054100"/>
          </a:xfrm>
          <a:prstGeom prst="cloudCallout">
            <a:avLst>
              <a:gd name="adj1" fmla="val 139042"/>
              <a:gd name="adj2" fmla="val 23644"/>
            </a:avLst>
          </a:prstGeom>
          <a:solidFill>
            <a:srgbClr val="FFFF00"/>
          </a:solidFill>
          <a:ln w="25400">
            <a:solidFill>
              <a:srgbClr val="FF0000"/>
            </a:solidFill>
            <a:bevel/>
          </a:ln>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en-US" altLang="zh-CN" sz="2000" b="1">
                <a:solidFill>
                  <a:srgbClr val="006699"/>
                </a:solidFill>
                <a:latin typeface="Tahoma" panose="020B0604030504040204" pitchFamily="34" charset="0"/>
                <a:sym typeface="Tahoma" panose="020B0604030504040204" pitchFamily="34" charset="0"/>
              </a:rPr>
              <a:t>PCI</a:t>
            </a:r>
            <a:endParaRPr lang="zh-CN" altLang="en-US" sz="2000" b="1">
              <a:solidFill>
                <a:srgbClr val="006699"/>
              </a:solidFill>
              <a:latin typeface="Tahoma" panose="020B0604030504040204" pitchFamily="34" charset="0"/>
              <a:sym typeface="Tahoma" panose="020B0604030504040204" pitchFamily="34" charset="0"/>
            </a:endParaRPr>
          </a:p>
          <a:p>
            <a:pPr algn="ctr" eaLnBrk="1" hangingPunct="1">
              <a:buClr>
                <a:schemeClr val="folHlink"/>
              </a:buClr>
              <a:buSzPct val="60000"/>
              <a:buFont typeface="Wingdings" panose="05000000000000000000" pitchFamily="2" charset="2"/>
              <a:buNone/>
            </a:pPr>
            <a:r>
              <a:rPr lang="zh-CN" altLang="en-US" sz="2000" b="1">
                <a:solidFill>
                  <a:srgbClr val="006699"/>
                </a:solidFill>
                <a:latin typeface="Tahoma" panose="020B0604030504040204" pitchFamily="34" charset="0"/>
                <a:sym typeface="Tahoma" panose="020B0604030504040204" pitchFamily="34" charset="0"/>
              </a:rPr>
              <a:t>插槽</a:t>
            </a:r>
            <a:endParaRPr lang="zh-CN" altLang="en-US" sz="1800">
              <a:latin typeface="Calibri" panose="020F0502020204030204" pitchFamily="34" charset="0"/>
            </a:endParaRPr>
          </a:p>
        </p:txBody>
      </p:sp>
      <p:sp>
        <p:nvSpPr>
          <p:cNvPr id="29701" name="AutoShape 5"/>
          <p:cNvSpPr>
            <a:spLocks noChangeArrowheads="1"/>
          </p:cNvSpPr>
          <p:nvPr/>
        </p:nvSpPr>
        <p:spPr bwMode="auto">
          <a:xfrm>
            <a:off x="2339975" y="1196975"/>
            <a:ext cx="1619250" cy="493713"/>
          </a:xfrm>
          <a:prstGeom prst="cloudCallout">
            <a:avLst>
              <a:gd name="adj1" fmla="val 69505"/>
              <a:gd name="adj2" fmla="val 344852"/>
            </a:avLst>
          </a:prstGeom>
          <a:gradFill rotWithShape="1">
            <a:gsLst>
              <a:gs pos="0">
                <a:srgbClr val="03D4A8"/>
              </a:gs>
              <a:gs pos="25000">
                <a:srgbClr val="21D6E0"/>
              </a:gs>
              <a:gs pos="75000">
                <a:srgbClr val="0087E6"/>
              </a:gs>
              <a:gs pos="100000">
                <a:srgbClr val="005CBF"/>
              </a:gs>
            </a:gsLst>
            <a:lin ang="5400000" scaled="1"/>
          </a:gradFill>
          <a:ln w="25400">
            <a:solidFill>
              <a:srgbClr val="FF0000"/>
            </a:solidFill>
            <a:bevel/>
          </a:ln>
        </p:spPr>
        <p:txBody>
          <a:bodyPr wrap="none"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en-US" altLang="zh-CN" sz="2000" b="1">
                <a:solidFill>
                  <a:srgbClr val="006699"/>
                </a:solidFill>
                <a:latin typeface="Tahoma" panose="020B0604030504040204" pitchFamily="34" charset="0"/>
                <a:sym typeface="Tahoma" panose="020B0604030504040204" pitchFamily="34" charset="0"/>
              </a:rPr>
              <a:t>AGP</a:t>
            </a:r>
            <a:r>
              <a:rPr lang="zh-CN" altLang="en-US" sz="2000" b="1">
                <a:solidFill>
                  <a:srgbClr val="006699"/>
                </a:solidFill>
                <a:latin typeface="Tahoma" panose="020B0604030504040204" pitchFamily="34" charset="0"/>
                <a:sym typeface="Tahoma" panose="020B0604030504040204" pitchFamily="34" charset="0"/>
              </a:rPr>
              <a:t>插槽</a:t>
            </a:r>
            <a:endParaRPr lang="zh-CN" altLang="en-US" sz="1800">
              <a:latin typeface="Calibri" panose="020F0502020204030204" pitchFamily="34" charset="0"/>
            </a:endParaRPr>
          </a:p>
        </p:txBody>
      </p:sp>
      <p:sp>
        <p:nvSpPr>
          <p:cNvPr id="29702" name="AutoShape 6">
            <a:hlinkClick r:id="rId4" action="ppaction://hlinksldjump"/>
          </p:cNvPr>
          <p:cNvSpPr>
            <a:spLocks noChangeArrowheads="1"/>
          </p:cNvSpPr>
          <p:nvPr/>
        </p:nvSpPr>
        <p:spPr bwMode="auto">
          <a:xfrm>
            <a:off x="8027988" y="2420938"/>
            <a:ext cx="935037" cy="960437"/>
          </a:xfrm>
          <a:prstGeom prst="cloudCallout">
            <a:avLst>
              <a:gd name="adj1" fmla="val -127079"/>
              <a:gd name="adj2" fmla="val 80407"/>
            </a:avLst>
          </a:prstGeom>
          <a:gradFill rotWithShape="1">
            <a:gsLst>
              <a:gs pos="0">
                <a:srgbClr val="000082"/>
              </a:gs>
              <a:gs pos="29999">
                <a:srgbClr val="66008F"/>
              </a:gs>
              <a:gs pos="64998">
                <a:srgbClr val="BA0066"/>
              </a:gs>
              <a:gs pos="89998">
                <a:srgbClr val="FF0000"/>
              </a:gs>
              <a:gs pos="100000">
                <a:srgbClr val="FF8200"/>
              </a:gs>
            </a:gsLst>
            <a:lin ang="5400000" scaled="1"/>
          </a:gradFill>
          <a:ln w="25400">
            <a:solidFill>
              <a:srgbClr val="FF0000"/>
            </a:solidFill>
            <a:bevel/>
          </a:ln>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000" b="1">
                <a:solidFill>
                  <a:srgbClr val="006699"/>
                </a:solidFill>
                <a:latin typeface="Tahoma" panose="020B0604030504040204" pitchFamily="34" charset="0"/>
                <a:sym typeface="Tahoma" panose="020B0604030504040204" pitchFamily="34" charset="0"/>
              </a:rPr>
              <a:t>CPU</a:t>
            </a:r>
            <a:endParaRPr lang="zh-CN" altLang="en-US" sz="2000" b="1">
              <a:solidFill>
                <a:srgbClr val="006699"/>
              </a:solidFill>
              <a:latin typeface="Tahoma" panose="020B0604030504040204" pitchFamily="34" charset="0"/>
              <a:sym typeface="Tahoma" panose="020B0604030504040204" pitchFamily="34" charset="0"/>
            </a:endParaRP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插槽</a:t>
            </a:r>
            <a:endParaRPr lang="zh-CN" altLang="en-US" sz="1800">
              <a:latin typeface="Calibri" panose="020F0502020204030204" pitchFamily="34" charset="0"/>
            </a:endParaRPr>
          </a:p>
        </p:txBody>
      </p:sp>
      <p:sp>
        <p:nvSpPr>
          <p:cNvPr id="29703" name="AutoShape 7">
            <a:hlinkClick r:id="rId5" action="ppaction://hlinksldjump"/>
          </p:cNvPr>
          <p:cNvSpPr>
            <a:spLocks noChangeArrowheads="1"/>
          </p:cNvSpPr>
          <p:nvPr/>
        </p:nvSpPr>
        <p:spPr bwMode="auto">
          <a:xfrm>
            <a:off x="7739063" y="3716338"/>
            <a:ext cx="1404937" cy="1428750"/>
          </a:xfrm>
          <a:prstGeom prst="cloudCallout">
            <a:avLst>
              <a:gd name="adj1" fmla="val -84125"/>
              <a:gd name="adj2" fmla="val 69106"/>
            </a:avLst>
          </a:prstGeom>
          <a:gradFill rotWithShape="1">
            <a:gsLst>
              <a:gs pos="0">
                <a:srgbClr val="000000"/>
              </a:gs>
              <a:gs pos="39998">
                <a:srgbClr val="0A128C"/>
              </a:gs>
              <a:gs pos="70000">
                <a:srgbClr val="181CC7"/>
              </a:gs>
              <a:gs pos="87999">
                <a:srgbClr val="7005D4"/>
              </a:gs>
              <a:gs pos="100000">
                <a:srgbClr val="8C3D91"/>
              </a:gs>
            </a:gsLst>
            <a:lin ang="5400000" scaled="1"/>
          </a:gradFill>
          <a:ln w="25400">
            <a:solidFill>
              <a:srgbClr val="FF0000"/>
            </a:solidFill>
            <a:bevel/>
          </a:ln>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000" b="1">
                <a:solidFill>
                  <a:srgbClr val="006699"/>
                </a:solidFill>
                <a:latin typeface="Tahoma" panose="020B0604030504040204" pitchFamily="34" charset="0"/>
                <a:sym typeface="Tahoma" panose="020B0604030504040204" pitchFamily="34" charset="0"/>
                <a:hlinkClick r:id="rId5" action="ppaction://hlinksldjump"/>
              </a:rPr>
              <a:t>(</a:t>
            </a:r>
            <a:r>
              <a:rPr lang="zh-CN" altLang="en-US" sz="2000" b="1">
                <a:solidFill>
                  <a:srgbClr val="006699"/>
                </a:solidFill>
                <a:latin typeface="Tahoma" panose="020B0604030504040204" pitchFamily="34" charset="0"/>
                <a:sym typeface="Tahoma" panose="020B0604030504040204" pitchFamily="34" charset="0"/>
                <a:hlinkClick r:id="rId5" action="ppaction://hlinksldjump"/>
              </a:rPr>
              <a:t>主存</a:t>
            </a:r>
            <a:r>
              <a:rPr lang="en-US" altLang="zh-CN" sz="2000" b="1">
                <a:solidFill>
                  <a:srgbClr val="006699"/>
                </a:solidFill>
                <a:latin typeface="Tahoma" panose="020B0604030504040204" pitchFamily="34" charset="0"/>
                <a:sym typeface="Tahoma" panose="020B0604030504040204" pitchFamily="34" charset="0"/>
                <a:hlinkClick r:id="rId5" action="ppaction://hlinksldjump"/>
              </a:rPr>
              <a:t>)</a:t>
            </a:r>
            <a:endParaRPr lang="zh-CN" altLang="en-US" sz="2000" b="1">
              <a:solidFill>
                <a:srgbClr val="006699"/>
              </a:solidFill>
              <a:latin typeface="Tahoma" panose="020B0604030504040204" pitchFamily="34" charset="0"/>
              <a:sym typeface="Tahoma" panose="020B0604030504040204" pitchFamily="34" charset="0"/>
              <a:hlinkClick r:id="rId5" action="ppaction://hlinksldjump"/>
            </a:endParaRP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内存</a:t>
            </a: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插槽</a:t>
            </a:r>
            <a:endParaRPr lang="zh-CN" altLang="en-US" sz="1800">
              <a:latin typeface="Calibri" panose="020F0502020204030204" pitchFamily="34" charset="0"/>
            </a:endParaRPr>
          </a:p>
        </p:txBody>
      </p:sp>
      <p:sp>
        <p:nvSpPr>
          <p:cNvPr id="29704" name="AutoShape 8">
            <a:hlinkClick r:id="rId6" action="ppaction://hlinksldjump"/>
          </p:cNvPr>
          <p:cNvSpPr>
            <a:spLocks noChangeArrowheads="1"/>
          </p:cNvSpPr>
          <p:nvPr/>
        </p:nvSpPr>
        <p:spPr bwMode="auto">
          <a:xfrm>
            <a:off x="0" y="5084763"/>
            <a:ext cx="1042988" cy="1428750"/>
          </a:xfrm>
          <a:prstGeom prst="cloudCallout">
            <a:avLst>
              <a:gd name="adj1" fmla="val 125491"/>
              <a:gd name="adj2" fmla="val -29560"/>
            </a:avLst>
          </a:prstGeom>
          <a:gradFill rotWithShape="1">
            <a:gsLst>
              <a:gs pos="0">
                <a:srgbClr val="000000"/>
              </a:gs>
              <a:gs pos="39998">
                <a:srgbClr val="0A128C"/>
              </a:gs>
              <a:gs pos="70000">
                <a:srgbClr val="181CC7"/>
              </a:gs>
              <a:gs pos="87999">
                <a:srgbClr val="7005D4"/>
              </a:gs>
              <a:gs pos="100000">
                <a:srgbClr val="8C3D91"/>
              </a:gs>
            </a:gsLst>
            <a:lin ang="5400000" scaled="1"/>
          </a:gradFill>
          <a:ln w="25400">
            <a:solidFill>
              <a:srgbClr val="FF0000"/>
            </a:solidFill>
            <a:bevel/>
          </a:ln>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hlinkClick r:id="rId6" action="ppaction://hlinksldjump"/>
              </a:rPr>
              <a:t>硬盘</a:t>
            </a:r>
            <a:endParaRPr lang="zh-CN" altLang="en-US" sz="2000" b="1">
              <a:solidFill>
                <a:srgbClr val="006699"/>
              </a:solidFill>
              <a:latin typeface="Tahoma" panose="020B0604030504040204" pitchFamily="34" charset="0"/>
              <a:sym typeface="Tahoma" panose="020B0604030504040204" pitchFamily="34" charset="0"/>
            </a:endParaRPr>
          </a:p>
          <a:p>
            <a:pPr algn="ctr" eaLnBrk="1" hangingPunct="1">
              <a:spcBef>
                <a:spcPct val="0"/>
              </a:spcBef>
              <a:buFont typeface="Arial" panose="020B0604020202020204" pitchFamily="34" charset="0"/>
              <a:buNone/>
            </a:pPr>
            <a:r>
              <a:rPr lang="en-US" altLang="zh-CN" sz="2000" b="1">
                <a:solidFill>
                  <a:srgbClr val="006699"/>
                </a:solidFill>
                <a:latin typeface="Tahoma" panose="020B0604030504040204" pitchFamily="34" charset="0"/>
                <a:sym typeface="Tahoma" panose="020B0604030504040204" pitchFamily="34" charset="0"/>
                <a:hlinkClick r:id="rId6" action="ppaction://hlinksldjump"/>
              </a:rPr>
              <a:t>IDE</a:t>
            </a:r>
            <a:endParaRPr lang="zh-CN" altLang="en-US" sz="2000" b="1">
              <a:solidFill>
                <a:srgbClr val="006699"/>
              </a:solidFill>
              <a:latin typeface="Tahoma" panose="020B0604030504040204" pitchFamily="34" charset="0"/>
              <a:sym typeface="Tahoma" panose="020B0604030504040204" pitchFamily="34" charset="0"/>
              <a:hlinkClick r:id="rId6" action="ppaction://hlinksldjump"/>
            </a:endParaRP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hlinkClick r:id="rId6" action="ppaction://hlinksldjump"/>
              </a:rPr>
              <a:t>插槽</a:t>
            </a:r>
            <a:endParaRPr lang="zh-CN" altLang="en-US" sz="2000" b="1">
              <a:solidFill>
                <a:srgbClr val="006699"/>
              </a:solidFill>
              <a:latin typeface="Tahoma" panose="020B0604030504040204" pitchFamily="34" charset="0"/>
              <a:sym typeface="Tahoma" panose="020B0604030504040204" pitchFamily="34" charset="0"/>
            </a:endParaRPr>
          </a:p>
        </p:txBody>
      </p:sp>
      <p:sp>
        <p:nvSpPr>
          <p:cNvPr id="29705" name="AutoShape 9"/>
          <p:cNvSpPr>
            <a:spLocks noChangeArrowheads="1"/>
          </p:cNvSpPr>
          <p:nvPr/>
        </p:nvSpPr>
        <p:spPr bwMode="auto">
          <a:xfrm>
            <a:off x="0" y="3141663"/>
            <a:ext cx="900113" cy="1428750"/>
          </a:xfrm>
          <a:prstGeom prst="cloudCallout">
            <a:avLst>
              <a:gd name="adj1" fmla="val 90213"/>
              <a:gd name="adj2" fmla="val 30218"/>
            </a:avLst>
          </a:prstGeom>
          <a:solidFill>
            <a:srgbClr val="EBF7FF">
              <a:alpha val="63136"/>
            </a:srgbClr>
          </a:solidFill>
          <a:ln w="25400">
            <a:solidFill>
              <a:srgbClr val="FF0000"/>
            </a:solidFill>
            <a:bevel/>
          </a:ln>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软盘</a:t>
            </a:r>
          </a:p>
          <a:p>
            <a:pPr algn="ctr" eaLnBrk="1" hangingPunct="1">
              <a:spcBef>
                <a:spcPct val="0"/>
              </a:spcBef>
              <a:buFont typeface="Arial" panose="020B0604020202020204" pitchFamily="34" charset="0"/>
              <a:buNone/>
            </a:pPr>
            <a:r>
              <a:rPr lang="en-US" altLang="zh-CN" sz="2000" b="1">
                <a:solidFill>
                  <a:srgbClr val="006699"/>
                </a:solidFill>
                <a:latin typeface="Tahoma" panose="020B0604030504040204" pitchFamily="34" charset="0"/>
                <a:sym typeface="Tahoma" panose="020B0604030504040204" pitchFamily="34" charset="0"/>
              </a:rPr>
              <a:t>IDE</a:t>
            </a:r>
            <a:endParaRPr lang="zh-CN" altLang="en-US" sz="2000" b="1">
              <a:solidFill>
                <a:srgbClr val="006699"/>
              </a:solidFill>
              <a:latin typeface="Tahoma" panose="020B0604030504040204" pitchFamily="34" charset="0"/>
              <a:sym typeface="Tahoma" panose="020B0604030504040204" pitchFamily="34" charset="0"/>
            </a:endParaRP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插槽</a:t>
            </a:r>
            <a:endParaRPr lang="zh-CN" altLang="en-US" sz="1800">
              <a:latin typeface="Calibri" panose="020F0502020204030204" pitchFamily="34" charset="0"/>
            </a:endParaRPr>
          </a:p>
        </p:txBody>
      </p:sp>
      <p:sp>
        <p:nvSpPr>
          <p:cNvPr id="29706" name="AutoShape 10"/>
          <p:cNvSpPr>
            <a:spLocks noChangeArrowheads="1"/>
          </p:cNvSpPr>
          <p:nvPr/>
        </p:nvSpPr>
        <p:spPr bwMode="auto">
          <a:xfrm>
            <a:off x="5795963" y="6364288"/>
            <a:ext cx="2232025" cy="493712"/>
          </a:xfrm>
          <a:prstGeom prst="cloudCallout">
            <a:avLst>
              <a:gd name="adj1" fmla="val -71764"/>
              <a:gd name="adj2" fmla="val -441639"/>
            </a:avLst>
          </a:prstGeom>
          <a:solidFill>
            <a:srgbClr val="FFFF00"/>
          </a:solidFill>
          <a:ln w="25400">
            <a:solidFill>
              <a:srgbClr val="FF0000"/>
            </a:solidFill>
            <a:bevel/>
          </a:ln>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000" b="1">
                <a:solidFill>
                  <a:srgbClr val="006699"/>
                </a:solidFill>
                <a:latin typeface="Tahoma" panose="020B0604030504040204" pitchFamily="34" charset="0"/>
                <a:sym typeface="Tahoma" panose="020B0604030504040204" pitchFamily="34" charset="0"/>
              </a:rPr>
              <a:t>北桥芯片组</a:t>
            </a:r>
            <a:endParaRPr lang="zh-CN" altLang="en-US" sz="1800">
              <a:latin typeface="Calibri" panose="020F0502020204030204" pitchFamily="34" charset="0"/>
            </a:endParaRPr>
          </a:p>
        </p:txBody>
      </p:sp>
      <p:sp>
        <p:nvSpPr>
          <p:cNvPr id="29707" name="AutoShape 11"/>
          <p:cNvSpPr>
            <a:spLocks noChangeArrowheads="1"/>
          </p:cNvSpPr>
          <p:nvPr/>
        </p:nvSpPr>
        <p:spPr bwMode="auto">
          <a:xfrm>
            <a:off x="1619250" y="6364288"/>
            <a:ext cx="954088" cy="493712"/>
          </a:xfrm>
          <a:prstGeom prst="cloudCallout">
            <a:avLst>
              <a:gd name="adj1" fmla="val 54819"/>
              <a:gd name="adj2" fmla="val -338426"/>
            </a:avLst>
          </a:prstGeom>
          <a:solidFill>
            <a:srgbClr val="FFFF00"/>
          </a:solidFill>
          <a:ln w="25400">
            <a:solidFill>
              <a:srgbClr val="FF0000"/>
            </a:solidFill>
            <a:bevel/>
          </a:ln>
        </p:spPr>
        <p:txBody>
          <a:bodyPr wrap="none"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000" b="1">
                <a:solidFill>
                  <a:srgbClr val="006699"/>
                </a:solidFill>
                <a:latin typeface="Tahoma" panose="020B0604030504040204" pitchFamily="34" charset="0"/>
                <a:sym typeface="Tahoma" panose="020B0604030504040204" pitchFamily="34" charset="0"/>
              </a:rPr>
              <a:t>ROM</a:t>
            </a:r>
            <a:endParaRPr lang="zh-CN" altLang="en-US" sz="1800">
              <a:latin typeface="Calibri" panose="020F0502020204030204" pitchFamily="34" charset="0"/>
            </a:endParaRPr>
          </a:p>
        </p:txBody>
      </p:sp>
      <p:sp>
        <p:nvSpPr>
          <p:cNvPr id="29708" name="AutoShape 12"/>
          <p:cNvSpPr>
            <a:spLocks noChangeArrowheads="1"/>
          </p:cNvSpPr>
          <p:nvPr/>
        </p:nvSpPr>
        <p:spPr bwMode="auto">
          <a:xfrm>
            <a:off x="3708400" y="6364288"/>
            <a:ext cx="1981200" cy="493712"/>
          </a:xfrm>
          <a:prstGeom prst="cloudCallout">
            <a:avLst>
              <a:gd name="adj1" fmla="val -52481"/>
              <a:gd name="adj2" fmla="val -225565"/>
            </a:avLst>
          </a:prstGeom>
          <a:solidFill>
            <a:srgbClr val="FFFF00"/>
          </a:solidFill>
          <a:ln w="25400">
            <a:solidFill>
              <a:srgbClr val="FF0000"/>
            </a:solidFill>
            <a:bevel/>
          </a:ln>
        </p:spPr>
        <p:txBody>
          <a:bodyPr wrap="none"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南桥芯片组</a:t>
            </a:r>
            <a:endParaRPr lang="zh-CN" altLang="en-US" sz="1800">
              <a:latin typeface="Calibri" panose="020F0502020204030204" pitchFamily="34" charset="0"/>
            </a:endParaRPr>
          </a:p>
        </p:txBody>
      </p:sp>
      <p:sp>
        <p:nvSpPr>
          <p:cNvPr id="29709" name="AutoShape 13"/>
          <p:cNvSpPr>
            <a:spLocks noChangeArrowheads="1"/>
          </p:cNvSpPr>
          <p:nvPr/>
        </p:nvSpPr>
        <p:spPr bwMode="auto">
          <a:xfrm>
            <a:off x="4141788" y="793750"/>
            <a:ext cx="1192212" cy="960438"/>
          </a:xfrm>
          <a:prstGeom prst="cloudCallout">
            <a:avLst>
              <a:gd name="adj1" fmla="val 5227"/>
              <a:gd name="adj2" fmla="val 73306"/>
            </a:avLst>
          </a:prstGeom>
          <a:gradFill rotWithShape="1">
            <a:gsLst>
              <a:gs pos="0">
                <a:srgbClr val="FC9FCB"/>
              </a:gs>
              <a:gs pos="12999">
                <a:srgbClr val="F8B049"/>
              </a:gs>
              <a:gs pos="21001">
                <a:srgbClr val="F8B049"/>
              </a:gs>
              <a:gs pos="62999">
                <a:srgbClr val="FEE7F2"/>
              </a:gs>
              <a:gs pos="67000">
                <a:srgbClr val="F952A0"/>
              </a:gs>
              <a:gs pos="68999">
                <a:srgbClr val="C50849"/>
              </a:gs>
              <a:gs pos="82001">
                <a:srgbClr val="B43E85"/>
              </a:gs>
              <a:gs pos="100000">
                <a:srgbClr val="F8B049"/>
              </a:gs>
            </a:gsLst>
            <a:lin ang="5400000" scaled="1"/>
          </a:gradFill>
          <a:ln w="25400">
            <a:solidFill>
              <a:srgbClr val="FF0000"/>
            </a:solidFill>
            <a:bevel/>
          </a:ln>
        </p:spPr>
        <p:txBody>
          <a:bodyPr wrap="none"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000" b="1">
                <a:solidFill>
                  <a:srgbClr val="006699"/>
                </a:solidFill>
                <a:latin typeface="Tahoma" panose="020B0604030504040204" pitchFamily="34" charset="0"/>
                <a:sym typeface="Tahoma" panose="020B0604030504040204" pitchFamily="34" charset="0"/>
              </a:rPr>
              <a:t>USB</a:t>
            </a:r>
            <a:endParaRPr lang="zh-CN" altLang="en-US" sz="2000" b="1">
              <a:solidFill>
                <a:srgbClr val="006699"/>
              </a:solidFill>
              <a:latin typeface="Tahoma" panose="020B0604030504040204" pitchFamily="34" charset="0"/>
              <a:sym typeface="Tahoma" panose="020B0604030504040204" pitchFamily="34" charset="0"/>
            </a:endParaRP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接口组</a:t>
            </a:r>
            <a:endParaRPr lang="zh-CN" altLang="en-US" sz="1800">
              <a:latin typeface="Calibri" panose="020F0502020204030204" pitchFamily="34" charset="0"/>
            </a:endParaRPr>
          </a:p>
        </p:txBody>
      </p:sp>
      <p:sp>
        <p:nvSpPr>
          <p:cNvPr id="29710" name="AutoShape 14"/>
          <p:cNvSpPr>
            <a:spLocks noChangeArrowheads="1"/>
          </p:cNvSpPr>
          <p:nvPr/>
        </p:nvSpPr>
        <p:spPr bwMode="auto">
          <a:xfrm>
            <a:off x="5364163" y="765175"/>
            <a:ext cx="1590675" cy="960438"/>
          </a:xfrm>
          <a:prstGeom prst="cloudCallout">
            <a:avLst>
              <a:gd name="adj1" fmla="val -41523"/>
              <a:gd name="adj2" fmla="val 71153"/>
            </a:avLst>
          </a:prstGeom>
          <a:solidFill>
            <a:srgbClr val="FFFF00"/>
          </a:solidFill>
          <a:ln w="25400">
            <a:solidFill>
              <a:srgbClr val="FF0000"/>
            </a:solidFill>
            <a:bevel/>
          </a:ln>
        </p:spPr>
        <p:txBody>
          <a:bodyPr wrap="none"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游戏、声</a:t>
            </a: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音接口组</a:t>
            </a:r>
            <a:endParaRPr lang="zh-CN" altLang="en-US" sz="1800">
              <a:latin typeface="Calibri" panose="020F0502020204030204" pitchFamily="34" charset="0"/>
            </a:endParaRPr>
          </a:p>
        </p:txBody>
      </p:sp>
      <p:sp>
        <p:nvSpPr>
          <p:cNvPr id="29711" name="AutoShape 15"/>
          <p:cNvSpPr>
            <a:spLocks noChangeArrowheads="1"/>
          </p:cNvSpPr>
          <p:nvPr/>
        </p:nvSpPr>
        <p:spPr bwMode="auto">
          <a:xfrm>
            <a:off x="7162800" y="785813"/>
            <a:ext cx="1981200" cy="960437"/>
          </a:xfrm>
          <a:prstGeom prst="cloudCallout">
            <a:avLst>
              <a:gd name="adj1" fmla="val -61694"/>
              <a:gd name="adj2" fmla="val 66856"/>
            </a:avLst>
          </a:prstGeom>
          <a:gradFill rotWithShape="1">
            <a:gsLst>
              <a:gs pos="0">
                <a:srgbClr val="DCEBF5"/>
              </a:gs>
              <a:gs pos="7999">
                <a:srgbClr val="83A7C3"/>
              </a:gs>
              <a:gs pos="12999">
                <a:srgbClr val="768FB9"/>
              </a:gs>
              <a:gs pos="21001">
                <a:srgbClr val="83A7C3"/>
              </a:gs>
              <a:gs pos="51999">
                <a:srgbClr val="FFFFFF"/>
              </a:gs>
              <a:gs pos="56000">
                <a:srgbClr val="9C6563"/>
              </a:gs>
              <a:gs pos="57999">
                <a:srgbClr val="80302D"/>
              </a:gs>
              <a:gs pos="71001">
                <a:srgbClr val="C0524E"/>
              </a:gs>
              <a:gs pos="93999">
                <a:srgbClr val="EBDAD4"/>
              </a:gs>
              <a:gs pos="100000">
                <a:srgbClr val="55261C"/>
              </a:gs>
            </a:gsLst>
            <a:lin ang="5400000" scaled="1"/>
          </a:gradFill>
          <a:ln w="25400">
            <a:solidFill>
              <a:srgbClr val="FF0000"/>
            </a:solidFill>
            <a:bevel/>
          </a:ln>
        </p:spPr>
        <p:txBody>
          <a:bodyPr wrap="none" lIns="0" tIns="0" rIns="0" bIns="0">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并行、串行</a:t>
            </a:r>
          </a:p>
          <a:p>
            <a:pPr algn="ctr" eaLnBrk="1" hangingPunct="1">
              <a:spcBef>
                <a:spcPct val="0"/>
              </a:spcBef>
              <a:buFont typeface="Arial" panose="020B0604020202020204" pitchFamily="34" charset="0"/>
              <a:buNone/>
            </a:pPr>
            <a:r>
              <a:rPr lang="zh-CN" altLang="en-US" sz="2000" b="1">
                <a:solidFill>
                  <a:srgbClr val="006699"/>
                </a:solidFill>
                <a:latin typeface="Tahoma" panose="020B0604030504040204" pitchFamily="34" charset="0"/>
                <a:sym typeface="Tahoma" panose="020B0604030504040204" pitchFamily="34" charset="0"/>
              </a:rPr>
              <a:t>接口组</a:t>
            </a:r>
            <a:endParaRPr lang="zh-CN" altLang="en-US" sz="1800">
              <a:latin typeface="Calibri" panose="020F0502020204030204" pitchFamily="34" charset="0"/>
            </a:endParaRPr>
          </a:p>
        </p:txBody>
      </p:sp>
      <p:sp>
        <p:nvSpPr>
          <p:cNvPr id="29712" name="Rectangle 16"/>
          <p:cNvSpPr>
            <a:spLocks noChangeArrowheads="1"/>
          </p:cNvSpPr>
          <p:nvPr/>
        </p:nvSpPr>
        <p:spPr bwMode="auto">
          <a:xfrm>
            <a:off x="1835150" y="2924175"/>
            <a:ext cx="5545138" cy="1873250"/>
          </a:xfrm>
          <a:prstGeom prst="rect">
            <a:avLst/>
          </a:prstGeom>
          <a:solidFill>
            <a:schemeClr val="accent1"/>
          </a:solidFill>
          <a:ln w="9525">
            <a:solidFill>
              <a:schemeClr val="tx1"/>
            </a:solidFill>
            <a:miter lim="800000"/>
          </a:ln>
        </p:spPr>
        <p:txBody>
          <a:bodyPr wrap="none" lIns="92075" tIns="46038" rIns="92075" bIns="46038" anchor="ct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7200" b="1">
                <a:solidFill>
                  <a:srgbClr val="006699"/>
                </a:solidFill>
                <a:latin typeface="Tahoma" panose="020B0604030504040204" pitchFamily="34" charset="0"/>
                <a:ea typeface="华文楷体" panose="02010600040101010101" pitchFamily="2" charset="-122"/>
                <a:sym typeface="Tahoma" panose="020B0604030504040204" pitchFamily="34" charset="0"/>
              </a:rPr>
              <a:t>主板的组成</a:t>
            </a:r>
            <a:endParaRPr lang="zh-CN" altLang="en-US" sz="1800">
              <a:latin typeface="Calibri" panose="020F0502020204030204" pitchFamily="34" charset="0"/>
            </a:endParaRPr>
          </a:p>
        </p:txBody>
      </p:sp>
      <p:sp>
        <p:nvSpPr>
          <p:cNvPr id="29713" name="AutoShape 17"/>
          <p:cNvSpPr>
            <a:spLocks noChangeArrowheads="1"/>
          </p:cNvSpPr>
          <p:nvPr/>
        </p:nvSpPr>
        <p:spPr bwMode="auto">
          <a:xfrm>
            <a:off x="2627313" y="6381750"/>
            <a:ext cx="1008062" cy="476250"/>
          </a:xfrm>
          <a:prstGeom prst="cloudCallout">
            <a:avLst>
              <a:gd name="adj1" fmla="val 39292"/>
              <a:gd name="adj2" fmla="val -134667"/>
            </a:avLst>
          </a:prstGeom>
          <a:solidFill>
            <a:srgbClr val="FFFF00"/>
          </a:solidFill>
          <a:ln w="9525">
            <a:solidFill>
              <a:schemeClr val="hlink"/>
            </a:solidFill>
            <a:bevel/>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1800" b="1">
                <a:solidFill>
                  <a:srgbClr val="006699"/>
                </a:solidFill>
                <a:latin typeface="Tahoma" panose="020B0604030504040204" pitchFamily="34" charset="0"/>
                <a:sym typeface="Tahoma" panose="020B0604030504040204" pitchFamily="34" charset="0"/>
              </a:rPr>
              <a:t>电池</a:t>
            </a:r>
            <a:endParaRPr lang="zh-CN" altLang="en-US" sz="1800">
              <a:latin typeface="Calibri" panose="020F0502020204030204" pitchFamily="34" charset="0"/>
            </a:endParaRPr>
          </a:p>
        </p:txBody>
      </p:sp>
      <p:sp>
        <p:nvSpPr>
          <p:cNvPr id="42002" name="Text Box 18"/>
          <p:cNvSpPr>
            <a:spLocks noChangeArrowheads="1"/>
          </p:cNvSpPr>
          <p:nvPr/>
        </p:nvSpPr>
        <p:spPr bwMode="auto">
          <a:xfrm>
            <a:off x="300038" y="639763"/>
            <a:ext cx="40815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dirty="0">
                <a:solidFill>
                  <a:srgbClr val="006699"/>
                </a:solidFill>
                <a:latin typeface="Calibri" panose="020F0502020204030204" pitchFamily="34" charset="0"/>
              </a:rPr>
              <a:t>计算机硬件系统</a:t>
            </a:r>
            <a:r>
              <a:rPr lang="en-US" altLang="zh-CN" sz="2800" b="1" dirty="0">
                <a:solidFill>
                  <a:srgbClr val="006699"/>
                </a:solidFill>
                <a:latin typeface="Calibri" panose="020F0502020204030204" pitchFamily="34" charset="0"/>
              </a:rPr>
              <a:t>——</a:t>
            </a:r>
            <a:r>
              <a:rPr lang="zh-CN" altLang="en-US" sz="2800" b="1" dirty="0">
                <a:solidFill>
                  <a:srgbClr val="0000FF"/>
                </a:solidFill>
                <a:latin typeface="Calibri" panose="020F0502020204030204" pitchFamily="34" charset="0"/>
              </a:rPr>
              <a:t>主板</a:t>
            </a:r>
            <a:endParaRPr lang="zh-CN" altLang="en-US" sz="1800"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grpId="0" nodeType="afterEffect">
                                  <p:stCondLst>
                                    <p:cond delay="0"/>
                                  </p:stCondLst>
                                  <p:childTnLst>
                                    <p:set>
                                      <p:cBhvr>
                                        <p:cTn id="6" dur="1" fill="hold">
                                          <p:stCondLst>
                                            <p:cond delay="0"/>
                                          </p:stCondLst>
                                        </p:cTn>
                                        <p:tgtEl>
                                          <p:spTgt spid="29712"/>
                                        </p:tgtEl>
                                        <p:attrNameLst>
                                          <p:attrName>style.visibility</p:attrName>
                                        </p:attrNameLst>
                                      </p:cBhvr>
                                      <p:to>
                                        <p:strVal val="visible"/>
                                      </p:to>
                                    </p:set>
                                    <p:anim calcmode="lin" valueType="num">
                                      <p:cBhvr>
                                        <p:cTn id="7" dur="500" fill="hold"/>
                                        <p:tgtEl>
                                          <p:spTgt spid="2971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971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971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971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xit" presetSubtype="4" fill="hold" grpId="1" nodeType="clickEffect">
                                  <p:stCondLst>
                                    <p:cond delay="0"/>
                                  </p:stCondLst>
                                  <p:childTnLst>
                                    <p:anim calcmode="lin" valueType="num">
                                      <p:cBhvr>
                                        <p:cTn id="14" dur="500"/>
                                        <p:tgtEl>
                                          <p:spTgt spid="29712"/>
                                        </p:tgtEl>
                                        <p:attrNameLst>
                                          <p:attrName>ppt_x</p:attrName>
                                        </p:attrNameLst>
                                      </p:cBhvr>
                                      <p:tavLst>
                                        <p:tav tm="0">
                                          <p:val>
                                            <p:strVal val="ppt_x"/>
                                          </p:val>
                                        </p:tav>
                                        <p:tav tm="100000">
                                          <p:val>
                                            <p:strVal val="ppt_x"/>
                                          </p:val>
                                        </p:tav>
                                      </p:tavLst>
                                    </p:anim>
                                    <p:anim calcmode="lin" valueType="num">
                                      <p:cBhvr>
                                        <p:cTn id="15" dur="500"/>
                                        <p:tgtEl>
                                          <p:spTgt spid="29712"/>
                                        </p:tgtEl>
                                        <p:attrNameLst>
                                          <p:attrName>ppt_y</p:attrName>
                                        </p:attrNameLst>
                                      </p:cBhvr>
                                      <p:tavLst>
                                        <p:tav tm="0">
                                          <p:val>
                                            <p:strVal val="ppt_y"/>
                                          </p:val>
                                        </p:tav>
                                        <p:tav tm="100000">
                                          <p:val>
                                            <p:strVal val="1+ppt_h/2"/>
                                          </p:val>
                                        </p:tav>
                                      </p:tavLst>
                                    </p:anim>
                                    <p:set>
                                      <p:cBhvr>
                                        <p:cTn id="16" dur="1" fill="hold">
                                          <p:stCondLst>
                                            <p:cond delay="499"/>
                                          </p:stCondLst>
                                        </p:cTn>
                                        <p:tgtEl>
                                          <p:spTgt spid="2971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35" presetClass="entr" presetSubtype="0" fill="hold" nodeType="clickEffect">
                                  <p:stCondLst>
                                    <p:cond delay="0"/>
                                  </p:stCondLst>
                                  <p:childTnLst>
                                    <p:set>
                                      <p:cBhvr>
                                        <p:cTn id="20" dur="1" fill="hold">
                                          <p:stCondLst>
                                            <p:cond delay="0"/>
                                          </p:stCondLst>
                                        </p:cTn>
                                        <p:tgtEl>
                                          <p:spTgt spid="29702"/>
                                        </p:tgtEl>
                                        <p:attrNameLst>
                                          <p:attrName>style.visibility</p:attrName>
                                        </p:attrNameLst>
                                      </p:cBhvr>
                                      <p:to>
                                        <p:strVal val="visible"/>
                                      </p:to>
                                    </p:set>
                                    <p:animEffect filter="fade">
                                      <p:cBhvr>
                                        <p:cTn id="21" dur="2000"/>
                                        <p:tgtEl>
                                          <p:spTgt spid="29702"/>
                                        </p:tgtEl>
                                      </p:cBhvr>
                                    </p:animEffect>
                                    <p:anim calcmode="lin" valueType="num">
                                      <p:cBhvr>
                                        <p:cTn id="22" dur="2000" fill="hold"/>
                                        <p:tgtEl>
                                          <p:spTgt spid="29702"/>
                                        </p:tgtEl>
                                        <p:attrNameLst>
                                          <p:attrName>style.rotation</p:attrName>
                                        </p:attrNameLst>
                                      </p:cBhvr>
                                      <p:tavLst>
                                        <p:tav tm="0">
                                          <p:val>
                                            <p:fltVal val="720"/>
                                          </p:val>
                                        </p:tav>
                                        <p:tav tm="100000">
                                          <p:val>
                                            <p:fltVal val="0"/>
                                          </p:val>
                                        </p:tav>
                                      </p:tavLst>
                                    </p:anim>
                                    <p:anim calcmode="lin" valueType="num">
                                      <p:cBhvr>
                                        <p:cTn id="23" dur="2000" fill="hold"/>
                                        <p:tgtEl>
                                          <p:spTgt spid="29702"/>
                                        </p:tgtEl>
                                        <p:attrNameLst>
                                          <p:attrName>ppt_h</p:attrName>
                                        </p:attrNameLst>
                                      </p:cBhvr>
                                      <p:tavLst>
                                        <p:tav tm="0">
                                          <p:val>
                                            <p:fltVal val="0"/>
                                          </p:val>
                                        </p:tav>
                                        <p:tav tm="100000">
                                          <p:val>
                                            <p:strVal val="#ppt_h"/>
                                          </p:val>
                                        </p:tav>
                                      </p:tavLst>
                                    </p:anim>
                                    <p:anim calcmode="lin" valueType="num">
                                      <p:cBhvr>
                                        <p:cTn id="24" dur="2000" fill="hold"/>
                                        <p:tgtEl>
                                          <p:spTgt spid="29702"/>
                                        </p:tgtEl>
                                        <p:attrNameLst>
                                          <p:attrName>ppt_w</p:attrName>
                                        </p:attrNameLst>
                                      </p:cBhvr>
                                      <p:tavLst>
                                        <p:tav tm="0">
                                          <p:val>
                                            <p:fltVal val="0"/>
                                          </p:val>
                                        </p:tav>
                                        <p:tav tm="100000">
                                          <p:val>
                                            <p:strVal val="#ppt_w"/>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29703"/>
                                        </p:tgtEl>
                                        <p:attrNameLst>
                                          <p:attrName>style.visibility</p:attrName>
                                        </p:attrNameLst>
                                      </p:cBhvr>
                                      <p:to>
                                        <p:strVal val="visible"/>
                                      </p:to>
                                    </p:set>
                                    <p:anim calcmode="lin" valueType="num">
                                      <p:cBhvr>
                                        <p:cTn id="29" dur="500" fill="hold"/>
                                        <p:tgtEl>
                                          <p:spTgt spid="29703"/>
                                        </p:tgtEl>
                                        <p:attrNameLst>
                                          <p:attrName>ppt_w</p:attrName>
                                        </p:attrNameLst>
                                      </p:cBhvr>
                                      <p:tavLst>
                                        <p:tav tm="0">
                                          <p:val>
                                            <p:fltVal val="0"/>
                                          </p:val>
                                        </p:tav>
                                        <p:tav tm="100000">
                                          <p:val>
                                            <p:strVal val="#ppt_w"/>
                                          </p:val>
                                        </p:tav>
                                      </p:tavLst>
                                    </p:anim>
                                    <p:anim calcmode="lin" valueType="num">
                                      <p:cBhvr>
                                        <p:cTn id="30" dur="500" fill="hold"/>
                                        <p:tgtEl>
                                          <p:spTgt spid="29703"/>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29704"/>
                                        </p:tgtEl>
                                        <p:attrNameLst>
                                          <p:attrName>style.visibility</p:attrName>
                                        </p:attrNameLst>
                                      </p:cBhvr>
                                      <p:to>
                                        <p:strVal val="visible"/>
                                      </p:to>
                                    </p:set>
                                    <p:animEffect filter="fade">
                                      <p:cBhvr>
                                        <p:cTn id="35" dur="1000"/>
                                        <p:tgtEl>
                                          <p:spTgt spid="29704"/>
                                        </p:tgtEl>
                                      </p:cBhvr>
                                    </p:animEffect>
                                    <p:anim calcmode="lin" valueType="num">
                                      <p:cBhvr>
                                        <p:cTn id="36" dur="1000" fill="hold"/>
                                        <p:tgtEl>
                                          <p:spTgt spid="29704"/>
                                        </p:tgtEl>
                                        <p:attrNameLst>
                                          <p:attrName>ppt_x</p:attrName>
                                        </p:attrNameLst>
                                      </p:cBhvr>
                                      <p:tavLst>
                                        <p:tav tm="0">
                                          <p:val>
                                            <p:strVal val="#ppt_x"/>
                                          </p:val>
                                        </p:tav>
                                        <p:tav tm="100000">
                                          <p:val>
                                            <p:strVal val="#ppt_x"/>
                                          </p:val>
                                        </p:tav>
                                      </p:tavLst>
                                    </p:anim>
                                    <p:anim calcmode="lin" valueType="num">
                                      <p:cBhvr>
                                        <p:cTn id="37" dur="1000" fill="hold"/>
                                        <p:tgtEl>
                                          <p:spTgt spid="2970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9705"/>
                                        </p:tgtEl>
                                        <p:attrNameLst>
                                          <p:attrName>style.visibility</p:attrName>
                                        </p:attrNameLst>
                                      </p:cBhvr>
                                      <p:to>
                                        <p:strVal val="visible"/>
                                      </p:to>
                                    </p:set>
                                    <p:animEffect filter="blinds(horizontal)">
                                      <p:cBhvr>
                                        <p:cTn id="42" dur="500"/>
                                        <p:tgtEl>
                                          <p:spTgt spid="29705"/>
                                        </p:tgtEl>
                                      </p:cBhvr>
                                    </p:animEffect>
                                  </p:childTnLst>
                                </p:cTn>
                              </p:par>
                            </p:childTnLst>
                          </p:cTn>
                        </p:par>
                      </p:childTnLst>
                    </p:cTn>
                  </p:par>
                  <p:par>
                    <p:cTn id="43" fill="hold">
                      <p:stCondLst>
                        <p:cond delay="indefinite"/>
                      </p:stCondLst>
                      <p:childTnLst>
                        <p:par>
                          <p:cTn id="44" fill="hold">
                            <p:stCondLst>
                              <p:cond delay="0"/>
                            </p:stCondLst>
                            <p:childTnLst>
                              <p:par>
                                <p:cTn id="45" presetID="51" presetClass="entr" presetSubtype="0" fill="hold" grpId="0" nodeType="clickEffect">
                                  <p:stCondLst>
                                    <p:cond delay="0"/>
                                  </p:stCondLst>
                                  <p:childTnLst>
                                    <p:set>
                                      <p:cBhvr>
                                        <p:cTn id="46" dur="1" fill="hold">
                                          <p:stCondLst>
                                            <p:cond delay="0"/>
                                          </p:stCondLst>
                                        </p:cTn>
                                        <p:tgtEl>
                                          <p:spTgt spid="29701"/>
                                        </p:tgtEl>
                                        <p:attrNameLst>
                                          <p:attrName>style.visibility</p:attrName>
                                        </p:attrNameLst>
                                      </p:cBhvr>
                                      <p:to>
                                        <p:strVal val="visible"/>
                                      </p:to>
                                    </p:set>
                                    <p:animEffect filter="fade">
                                      <p:cBhvr>
                                        <p:cTn id="47" dur="770" decel="100000"/>
                                        <p:tgtEl>
                                          <p:spTgt spid="29701"/>
                                        </p:tgtEl>
                                      </p:cBhvr>
                                    </p:animEffect>
                                    <p:animScale>
                                      <p:cBhvr>
                                        <p:cTn id="48" dur="770" decel="100000"/>
                                        <p:tgtEl>
                                          <p:spTgt spid="29701"/>
                                        </p:tgtEl>
                                      </p:cBhvr>
                                      <p:from x="10000" y="10000"/>
                                      <p:to x="200000" y="450000"/>
                                    </p:animScale>
                                    <p:animScale>
                                      <p:cBhvr>
                                        <p:cTn id="49" dur="1230" accel="100000" fill="hold">
                                          <p:stCondLst>
                                            <p:cond delay="770"/>
                                          </p:stCondLst>
                                        </p:cTn>
                                        <p:tgtEl>
                                          <p:spTgt spid="29701"/>
                                        </p:tgtEl>
                                      </p:cBhvr>
                                      <p:from x="200000" y="450000"/>
                                      <p:to x="100000" y="100000"/>
                                    </p:animScale>
                                    <p:set>
                                      <p:cBhvr>
                                        <p:cTn id="50" dur="770" fill="hold"/>
                                        <p:tgtEl>
                                          <p:spTgt spid="29701"/>
                                        </p:tgtEl>
                                        <p:attrNameLst>
                                          <p:attrName>ppt_x</p:attrName>
                                        </p:attrNameLst>
                                      </p:cBhvr>
                                      <p:to>
                                        <p:strVal val="(0.5)"/>
                                      </p:to>
                                    </p:set>
                                    <p:anim to="(#ppt_x)" calcmode="lin" valueType="num">
                                      <p:cBhvr>
                                        <p:cTn id="51" dur="1230" accel="100000" fill="hold">
                                          <p:stCondLst>
                                            <p:cond delay="770"/>
                                          </p:stCondLst>
                                        </p:cTn>
                                        <p:tgtEl>
                                          <p:spTgt spid="29701"/>
                                        </p:tgtEl>
                                        <p:attrNameLst>
                                          <p:attrName>ppt_x</p:attrName>
                                        </p:attrNameLst>
                                      </p:cBhvr>
                                    </p:anim>
                                    <p:set>
                                      <p:cBhvr>
                                        <p:cTn id="52" dur="770" fill="hold"/>
                                        <p:tgtEl>
                                          <p:spTgt spid="29701"/>
                                        </p:tgtEl>
                                        <p:attrNameLst>
                                          <p:attrName>ppt_y</p:attrName>
                                        </p:attrNameLst>
                                      </p:cBhvr>
                                      <p:to>
                                        <p:strVal val="(#ppt_y+0.4)"/>
                                      </p:to>
                                    </p:set>
                                    <p:anim to="(#ppt_y)" calcmode="lin" valueType="num">
                                      <p:cBhvr>
                                        <p:cTn id="53" dur="1230" accel="100000" fill="hold">
                                          <p:stCondLst>
                                            <p:cond delay="770"/>
                                          </p:stCondLst>
                                        </p:cTn>
                                        <p:tgtEl>
                                          <p:spTgt spid="29701"/>
                                        </p:tgtEl>
                                        <p:attrNameLst>
                                          <p:attrName>ppt_y</p:attrName>
                                        </p:attrNameLst>
                                      </p:cBhvr>
                                    </p:anim>
                                  </p:childTnLst>
                                </p:cTn>
                              </p:par>
                            </p:childTnLst>
                          </p:cTn>
                        </p:par>
                      </p:childTnLst>
                    </p:cTn>
                  </p:par>
                  <p:par>
                    <p:cTn id="54" fill="hold">
                      <p:stCondLst>
                        <p:cond delay="indefinite"/>
                      </p:stCondLst>
                      <p:childTnLst>
                        <p:par>
                          <p:cTn id="55" fill="hold">
                            <p:stCondLst>
                              <p:cond delay="0"/>
                            </p:stCondLst>
                            <p:childTnLst>
                              <p:par>
                                <p:cTn id="56" presetID="41" presetClass="entr" presetSubtype="0" fill="hold" nodeType="clickEffect">
                                  <p:stCondLst>
                                    <p:cond delay="0"/>
                                  </p:stCondLst>
                                  <p:iterate type="lt">
                                    <p:tmPct val="10000"/>
                                  </p:iterate>
                                  <p:childTnLst>
                                    <p:set>
                                      <p:cBhvr>
                                        <p:cTn id="57" dur="1" fill="hold">
                                          <p:stCondLst>
                                            <p:cond delay="0"/>
                                          </p:stCondLst>
                                        </p:cTn>
                                        <p:tgtEl>
                                          <p:spTgt spid="29711"/>
                                        </p:tgtEl>
                                        <p:attrNameLst>
                                          <p:attrName>style.visibility</p:attrName>
                                        </p:attrNameLst>
                                      </p:cBhvr>
                                      <p:to>
                                        <p:strVal val="visible"/>
                                      </p:to>
                                    </p:set>
                                    <p:anim calcmode="lin" valueType="num">
                                      <p:cBhvr>
                                        <p:cTn id="58" dur="500" fill="hold"/>
                                        <p:tgtEl>
                                          <p:spTgt spid="29711"/>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29711"/>
                                        </p:tgtEl>
                                        <p:attrNameLst>
                                          <p:attrName>ppt_y</p:attrName>
                                        </p:attrNameLst>
                                      </p:cBhvr>
                                      <p:tavLst>
                                        <p:tav tm="0">
                                          <p:val>
                                            <p:strVal val="#ppt_y"/>
                                          </p:val>
                                        </p:tav>
                                        <p:tav tm="100000">
                                          <p:val>
                                            <p:strVal val="#ppt_y"/>
                                          </p:val>
                                        </p:tav>
                                      </p:tavLst>
                                    </p:anim>
                                    <p:anim calcmode="lin" valueType="num">
                                      <p:cBhvr>
                                        <p:cTn id="60" dur="500" fill="hold"/>
                                        <p:tgtEl>
                                          <p:spTgt spid="29711"/>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29711"/>
                                        </p:tgtEl>
                                        <p:attrNameLst>
                                          <p:attrName>ppt_w</p:attrName>
                                        </p:attrNameLst>
                                      </p:cBhvr>
                                      <p:tavLst>
                                        <p:tav tm="0">
                                          <p:val>
                                            <p:strVal val="#ppt_w/10"/>
                                          </p:val>
                                        </p:tav>
                                        <p:tav tm="50000">
                                          <p:val>
                                            <p:strVal val="#ppt_w+.01"/>
                                          </p:val>
                                        </p:tav>
                                        <p:tav tm="100000">
                                          <p:val>
                                            <p:strVal val="#ppt_w"/>
                                          </p:val>
                                        </p:tav>
                                      </p:tavLst>
                                    </p:anim>
                                    <p:animEffect filter="fade">
                                      <p:cBhvr>
                                        <p:cTn id="62" dur="500" tmFilter="0,0; .5, 1; 1, 1"/>
                                        <p:tgtEl>
                                          <p:spTgt spid="29711"/>
                                        </p:tgtEl>
                                      </p:cBhvr>
                                    </p:animEffect>
                                  </p:childTnLst>
                                </p:cTn>
                              </p:par>
                            </p:childTnLst>
                          </p:cTn>
                        </p:par>
                      </p:childTnLst>
                    </p:cTn>
                  </p:par>
                  <p:par>
                    <p:cTn id="63" fill="hold">
                      <p:stCondLst>
                        <p:cond delay="indefinite"/>
                      </p:stCondLst>
                      <p:childTnLst>
                        <p:par>
                          <p:cTn id="64" fill="hold">
                            <p:stCondLst>
                              <p:cond delay="0"/>
                            </p:stCondLst>
                            <p:childTnLst>
                              <p:par>
                                <p:cTn id="65" presetID="52" presetClass="entr" presetSubtype="0" fill="hold" grpId="0" nodeType="clickEffect">
                                  <p:stCondLst>
                                    <p:cond delay="0"/>
                                  </p:stCondLst>
                                  <p:childTnLst>
                                    <p:set>
                                      <p:cBhvr>
                                        <p:cTn id="66" dur="1" fill="hold">
                                          <p:stCondLst>
                                            <p:cond delay="0"/>
                                          </p:stCondLst>
                                        </p:cTn>
                                        <p:tgtEl>
                                          <p:spTgt spid="29709"/>
                                        </p:tgtEl>
                                        <p:attrNameLst>
                                          <p:attrName>style.visibility</p:attrName>
                                        </p:attrNameLst>
                                      </p:cBhvr>
                                      <p:to>
                                        <p:strVal val="visible"/>
                                      </p:to>
                                    </p:set>
                                    <p:animScale>
                                      <p:cBhvr>
                                        <p:cTn id="67" dur="1000" decel="50000" fill="hold">
                                          <p:stCondLst>
                                            <p:cond delay="0"/>
                                          </p:stCondLst>
                                        </p:cTn>
                                        <p:tgtEl>
                                          <p:spTgt spid="2970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68" dur="1000" decel="50000" fill="hold">
                                          <p:stCondLst>
                                            <p:cond delay="0"/>
                                          </p:stCondLst>
                                        </p:cTn>
                                        <p:tgtEl>
                                          <p:spTgt spid="29709"/>
                                        </p:tgtEl>
                                        <p:attrNameLst>
                                          <p:attrName>ppt_x</p:attrName>
                                          <p:attrName>ppt_y</p:attrName>
                                        </p:attrNameLst>
                                      </p:cBhvr>
                                      <p:rCtr x="0" y="0"/>
                                    </p:animMotion>
                                    <p:animEffect filter="fade">
                                      <p:cBhvr>
                                        <p:cTn id="69" dur="1000"/>
                                        <p:tgtEl>
                                          <p:spTgt spid="29709"/>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9707"/>
                                        </p:tgtEl>
                                        <p:attrNameLst>
                                          <p:attrName>style.visibility</p:attrName>
                                        </p:attrNameLst>
                                      </p:cBhvr>
                                      <p:to>
                                        <p:strVal val="visible"/>
                                      </p:to>
                                    </p:set>
                                    <p:animEffect filter="blinds(horizontal)">
                                      <p:cBhvr>
                                        <p:cTn id="74" dur="500"/>
                                        <p:tgtEl>
                                          <p:spTgt spid="29707"/>
                                        </p:tgtEl>
                                      </p:cBhvr>
                                    </p:animEffect>
                                  </p:childTnLst>
                                </p:cTn>
                              </p:par>
                            </p:childTnLst>
                          </p:cTn>
                        </p:par>
                      </p:childTnLst>
                    </p:cTn>
                  </p:par>
                  <p:par>
                    <p:cTn id="75" fill="hold">
                      <p:stCondLst>
                        <p:cond delay="indefinite"/>
                      </p:stCondLst>
                      <p:childTnLst>
                        <p:par>
                          <p:cTn id="76" fill="hold">
                            <p:stCondLst>
                              <p:cond delay="0"/>
                            </p:stCondLst>
                            <p:childTnLst>
                              <p:par>
                                <p:cTn id="77" presetID="38" presetClass="entr" presetSubtype="0" accel="50000" fill="hold" grpId="0" nodeType="clickEffect">
                                  <p:stCondLst>
                                    <p:cond delay="0"/>
                                  </p:stCondLst>
                                  <p:iterate type="lt">
                                    <p:tmPct val="50000"/>
                                  </p:iterate>
                                  <p:childTnLst>
                                    <p:set>
                                      <p:cBhvr>
                                        <p:cTn id="78" dur="1" fill="hold">
                                          <p:stCondLst>
                                            <p:cond delay="0"/>
                                          </p:stCondLst>
                                        </p:cTn>
                                        <p:tgtEl>
                                          <p:spTgt spid="29700"/>
                                        </p:tgtEl>
                                        <p:attrNameLst>
                                          <p:attrName>style.visibility</p:attrName>
                                        </p:attrNameLst>
                                      </p:cBhvr>
                                      <p:to>
                                        <p:strVal val="visible"/>
                                      </p:to>
                                    </p:set>
                                    <p:set>
                                      <p:cBhvr>
                                        <p:cTn id="79" dur="455" fill="hold">
                                          <p:stCondLst>
                                            <p:cond delay="0"/>
                                          </p:stCondLst>
                                        </p:cTn>
                                        <p:tgtEl>
                                          <p:spTgt spid="29700"/>
                                        </p:tgtEl>
                                        <p:attrNameLst>
                                          <p:attrName>style.rotation</p:attrName>
                                        </p:attrNameLst>
                                      </p:cBhvr>
                                      <p:to>
                                        <p:strVal val="-45.0"/>
                                      </p:to>
                                    </p:set>
                                    <p:anim calcmode="lin" valueType="num">
                                      <p:cBhvr>
                                        <p:cTn id="80" dur="455" fill="hold">
                                          <p:stCondLst>
                                            <p:cond delay="455"/>
                                          </p:stCondLst>
                                        </p:cTn>
                                        <p:tgtEl>
                                          <p:spTgt spid="29700"/>
                                        </p:tgtEl>
                                        <p:attrNameLst>
                                          <p:attrName>style.rotation</p:attrName>
                                        </p:attrNameLst>
                                      </p:cBhvr>
                                      <p:tavLst>
                                        <p:tav tm="0">
                                          <p:val>
                                            <p:fltVal val="-45"/>
                                          </p:val>
                                        </p:tav>
                                        <p:tav tm="69900">
                                          <p:val>
                                            <p:fltVal val="45"/>
                                          </p:val>
                                        </p:tav>
                                        <p:tav tm="100000">
                                          <p:val>
                                            <p:fltVal val="0"/>
                                          </p:val>
                                        </p:tav>
                                      </p:tavLst>
                                    </p:anim>
                                    <p:anim calcmode="lin" valueType="num">
                                      <p:cBhvr>
                                        <p:cTn id="81" dur="455" fill="hold">
                                          <p:stCondLst>
                                            <p:cond delay="0"/>
                                          </p:stCondLst>
                                        </p:cTn>
                                        <p:tgtEl>
                                          <p:spTgt spid="29700"/>
                                        </p:tgtEl>
                                        <p:attrNameLst>
                                          <p:attrName>ppt_y</p:attrName>
                                        </p:attrNameLst>
                                      </p:cBhvr>
                                      <p:tavLst>
                                        <p:tav tm="0">
                                          <p:val>
                                            <p:strVal val="#ppt_y-1"/>
                                          </p:val>
                                        </p:tav>
                                        <p:tav tm="100000">
                                          <p:val>
                                            <p:strVal val="#ppt_y-(0.354*#ppt_w-0.172*#ppt_h)"/>
                                          </p:val>
                                        </p:tav>
                                      </p:tavLst>
                                    </p:anim>
                                    <p:anim calcmode="lin" valueType="num">
                                      <p:cBhvr>
                                        <p:cTn id="82" dur="156" decel="50000" autoRev="1" fill="hold">
                                          <p:stCondLst>
                                            <p:cond delay="455"/>
                                          </p:stCondLst>
                                        </p:cTn>
                                        <p:tgtEl>
                                          <p:spTgt spid="29700"/>
                                        </p:tgtEl>
                                        <p:attrNameLst>
                                          <p:attrName>ppt_y</p:attrName>
                                        </p:attrNameLst>
                                      </p:cBhvr>
                                      <p:tavLst>
                                        <p:tav tm="0">
                                          <p:val>
                                            <p:strVal val="#ppt_y-(0.354*#ppt_w-0.172*#ppt_h)"/>
                                          </p:val>
                                        </p:tav>
                                        <p:tav tm="100000">
                                          <p:val>
                                            <p:strVal val="#ppt_y-(0.354*#ppt_w-0.172*#ppt_h)-#ppt_h/2"/>
                                          </p:val>
                                        </p:tav>
                                      </p:tavLst>
                                    </p:anim>
                                    <p:anim calcmode="lin" valueType="num">
                                      <p:cBhvr>
                                        <p:cTn id="83" dur="136" fill="hold">
                                          <p:stCondLst>
                                            <p:cond delay="864"/>
                                          </p:stCondLst>
                                        </p:cTn>
                                        <p:tgtEl>
                                          <p:spTgt spid="29700"/>
                                        </p:tgtEl>
                                        <p:attrNameLst>
                                          <p:attrName>ppt_y</p:attrName>
                                        </p:attrNameLst>
                                      </p:cBhvr>
                                      <p:tavLst>
                                        <p:tav tm="0">
                                          <p:val>
                                            <p:strVal val="#ppt_y-(0.354*#ppt_w-0.172*#ppt_h)"/>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8" presetClass="entr" presetSubtype="0" accel="50000" fill="hold" grpId="0" nodeType="clickEffect">
                                  <p:stCondLst>
                                    <p:cond delay="0"/>
                                  </p:stCondLst>
                                  <p:childTnLst>
                                    <p:set>
                                      <p:cBhvr>
                                        <p:cTn id="87" dur="1" fill="hold">
                                          <p:stCondLst>
                                            <p:cond delay="0"/>
                                          </p:stCondLst>
                                        </p:cTn>
                                        <p:tgtEl>
                                          <p:spTgt spid="29710"/>
                                        </p:tgtEl>
                                        <p:attrNameLst>
                                          <p:attrName>style.visibility</p:attrName>
                                        </p:attrNameLst>
                                      </p:cBhvr>
                                      <p:to>
                                        <p:strVal val="visible"/>
                                      </p:to>
                                    </p:set>
                                    <p:anim calcmode="lin" valueType="num">
                                      <p:cBhvr>
                                        <p:cTn id="88" dur="1000" fill="hold"/>
                                        <p:tgtEl>
                                          <p:spTgt spid="29710"/>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9" dur="1000" fill="hold"/>
                                        <p:tgtEl>
                                          <p:spTgt spid="29710"/>
                                        </p:tgtEl>
                                        <p:attrNameLst>
                                          <p:attrName>ppt_x</p:attrName>
                                        </p:attrNameLst>
                                      </p:cBhvr>
                                      <p:tavLst>
                                        <p:tav tm="0">
                                          <p:val>
                                            <p:fltVal val="-1"/>
                                          </p:val>
                                        </p:tav>
                                        <p:tav tm="50000">
                                          <p:val>
                                            <p:fltVal val="0.95"/>
                                          </p:val>
                                        </p:tav>
                                        <p:tav tm="100000">
                                          <p:val>
                                            <p:strVal val="#ppt_x"/>
                                          </p:val>
                                        </p:tav>
                                      </p:tavLst>
                                    </p:anim>
                                    <p:anim calcmode="lin" valueType="num">
                                      <p:cBhvr>
                                        <p:cTn id="90" dur="1000" fill="hold"/>
                                        <p:tgtEl>
                                          <p:spTgt spid="29710"/>
                                        </p:tgtEl>
                                        <p:attrNameLst>
                                          <p:attrName>ppt_y</p:attrName>
                                        </p:attrNameLst>
                                      </p:cBhvr>
                                      <p:tavLst>
                                        <p:tav tm="0">
                                          <p:val>
                                            <p:strVal val="#ppt_y"/>
                                          </p:val>
                                        </p:tav>
                                        <p:tav tm="100000">
                                          <p:val>
                                            <p:strVal val="#ppt_y"/>
                                          </p:val>
                                        </p:tav>
                                      </p:tavLst>
                                    </p:anim>
                                    <p:animEffect filter="fade">
                                      <p:cBhvr>
                                        <p:cTn id="91" dur="1000"/>
                                        <p:tgtEl>
                                          <p:spTgt spid="29710"/>
                                        </p:tgtEl>
                                      </p:cBhvr>
                                    </p:animEffect>
                                  </p:childTnLst>
                                </p:cTn>
                              </p:par>
                            </p:childTnLst>
                          </p:cTn>
                        </p:par>
                      </p:childTnLst>
                    </p:cTn>
                  </p:par>
                  <p:par>
                    <p:cTn id="92" fill="hold">
                      <p:stCondLst>
                        <p:cond delay="indefinite"/>
                      </p:stCondLst>
                      <p:childTnLst>
                        <p:par>
                          <p:cTn id="93" fill="hold">
                            <p:stCondLst>
                              <p:cond delay="0"/>
                            </p:stCondLst>
                            <p:childTnLst>
                              <p:par>
                                <p:cTn id="94" presetID="30" presetClass="entr" presetSubtype="0" fill="hold" grpId="0" nodeType="clickEffect">
                                  <p:stCondLst>
                                    <p:cond delay="0"/>
                                  </p:stCondLst>
                                  <p:childTnLst>
                                    <p:set>
                                      <p:cBhvr>
                                        <p:cTn id="95" dur="1" fill="hold">
                                          <p:stCondLst>
                                            <p:cond delay="0"/>
                                          </p:stCondLst>
                                        </p:cTn>
                                        <p:tgtEl>
                                          <p:spTgt spid="29708"/>
                                        </p:tgtEl>
                                        <p:attrNameLst>
                                          <p:attrName>style.visibility</p:attrName>
                                        </p:attrNameLst>
                                      </p:cBhvr>
                                      <p:to>
                                        <p:strVal val="visible"/>
                                      </p:to>
                                    </p:set>
                                    <p:animEffect filter="fade">
                                      <p:cBhvr>
                                        <p:cTn id="96" dur="800" decel="100000"/>
                                        <p:tgtEl>
                                          <p:spTgt spid="29708"/>
                                        </p:tgtEl>
                                      </p:cBhvr>
                                    </p:animEffect>
                                    <p:anim calcmode="lin" valueType="num">
                                      <p:cBhvr>
                                        <p:cTn id="97" dur="800" decel="100000" fill="hold"/>
                                        <p:tgtEl>
                                          <p:spTgt spid="29708"/>
                                        </p:tgtEl>
                                        <p:attrNameLst>
                                          <p:attrName>style.rotation</p:attrName>
                                        </p:attrNameLst>
                                      </p:cBhvr>
                                      <p:tavLst>
                                        <p:tav tm="0">
                                          <p:val>
                                            <p:fltVal val="-90"/>
                                          </p:val>
                                        </p:tav>
                                        <p:tav tm="100000">
                                          <p:val>
                                            <p:fltVal val="0"/>
                                          </p:val>
                                        </p:tav>
                                      </p:tavLst>
                                    </p:anim>
                                    <p:anim calcmode="lin" valueType="num">
                                      <p:cBhvr>
                                        <p:cTn id="98" dur="800" decel="100000" fill="hold"/>
                                        <p:tgtEl>
                                          <p:spTgt spid="29708"/>
                                        </p:tgtEl>
                                        <p:attrNameLst>
                                          <p:attrName>ppt_x</p:attrName>
                                        </p:attrNameLst>
                                      </p:cBhvr>
                                      <p:tavLst>
                                        <p:tav tm="0">
                                          <p:val>
                                            <p:strVal val="#ppt_x+0.4"/>
                                          </p:val>
                                        </p:tav>
                                        <p:tav tm="100000">
                                          <p:val>
                                            <p:strVal val="#ppt_x-0.05"/>
                                          </p:val>
                                        </p:tav>
                                      </p:tavLst>
                                    </p:anim>
                                    <p:anim calcmode="lin" valueType="num">
                                      <p:cBhvr>
                                        <p:cTn id="99" dur="800" decel="100000" fill="hold"/>
                                        <p:tgtEl>
                                          <p:spTgt spid="29708"/>
                                        </p:tgtEl>
                                        <p:attrNameLst>
                                          <p:attrName>ppt_y</p:attrName>
                                        </p:attrNameLst>
                                      </p:cBhvr>
                                      <p:tavLst>
                                        <p:tav tm="0">
                                          <p:val>
                                            <p:strVal val="#ppt_y-0.4"/>
                                          </p:val>
                                        </p:tav>
                                        <p:tav tm="100000">
                                          <p:val>
                                            <p:strVal val="#ppt_y+0.1"/>
                                          </p:val>
                                        </p:tav>
                                      </p:tavLst>
                                    </p:anim>
                                    <p:anim calcmode="lin" valueType="num">
                                      <p:cBhvr>
                                        <p:cTn id="100" dur="200" accel="100000" fill="hold">
                                          <p:stCondLst>
                                            <p:cond delay="800"/>
                                          </p:stCondLst>
                                        </p:cTn>
                                        <p:tgtEl>
                                          <p:spTgt spid="29708"/>
                                        </p:tgtEl>
                                        <p:attrNameLst>
                                          <p:attrName>ppt_x</p:attrName>
                                        </p:attrNameLst>
                                      </p:cBhvr>
                                      <p:tavLst>
                                        <p:tav tm="0">
                                          <p:val>
                                            <p:strVal val="#ppt_x-0.05"/>
                                          </p:val>
                                        </p:tav>
                                        <p:tav tm="100000">
                                          <p:val>
                                            <p:strVal val="#ppt_x"/>
                                          </p:val>
                                        </p:tav>
                                      </p:tavLst>
                                    </p:anim>
                                    <p:anim calcmode="lin" valueType="num">
                                      <p:cBhvr>
                                        <p:cTn id="101" dur="200" accel="100000" fill="hold">
                                          <p:stCondLst>
                                            <p:cond delay="800"/>
                                          </p:stCondLst>
                                        </p:cTn>
                                        <p:tgtEl>
                                          <p:spTgt spid="29708"/>
                                        </p:tgtEl>
                                        <p:attrNameLst>
                                          <p:attrName>ppt_y</p:attrName>
                                        </p:attrNameLst>
                                      </p:cBhvr>
                                      <p:tavLst>
                                        <p:tav tm="0">
                                          <p:val>
                                            <p:strVal val="#ppt_y+0.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30" presetClass="entr" presetSubtype="0" fill="hold" grpId="0" nodeType="clickEffect">
                                  <p:stCondLst>
                                    <p:cond delay="0"/>
                                  </p:stCondLst>
                                  <p:childTnLst>
                                    <p:set>
                                      <p:cBhvr>
                                        <p:cTn id="105" dur="1" fill="hold">
                                          <p:stCondLst>
                                            <p:cond delay="0"/>
                                          </p:stCondLst>
                                        </p:cTn>
                                        <p:tgtEl>
                                          <p:spTgt spid="29706"/>
                                        </p:tgtEl>
                                        <p:attrNameLst>
                                          <p:attrName>style.visibility</p:attrName>
                                        </p:attrNameLst>
                                      </p:cBhvr>
                                      <p:to>
                                        <p:strVal val="visible"/>
                                      </p:to>
                                    </p:set>
                                    <p:animEffect filter="fade">
                                      <p:cBhvr>
                                        <p:cTn id="106" dur="800" decel="100000"/>
                                        <p:tgtEl>
                                          <p:spTgt spid="29706"/>
                                        </p:tgtEl>
                                      </p:cBhvr>
                                    </p:animEffect>
                                    <p:anim calcmode="lin" valueType="num">
                                      <p:cBhvr>
                                        <p:cTn id="107" dur="800" decel="100000" fill="hold"/>
                                        <p:tgtEl>
                                          <p:spTgt spid="29706"/>
                                        </p:tgtEl>
                                        <p:attrNameLst>
                                          <p:attrName>style.rotation</p:attrName>
                                        </p:attrNameLst>
                                      </p:cBhvr>
                                      <p:tavLst>
                                        <p:tav tm="0">
                                          <p:val>
                                            <p:fltVal val="-90"/>
                                          </p:val>
                                        </p:tav>
                                        <p:tav tm="100000">
                                          <p:val>
                                            <p:fltVal val="0"/>
                                          </p:val>
                                        </p:tav>
                                      </p:tavLst>
                                    </p:anim>
                                    <p:anim calcmode="lin" valueType="num">
                                      <p:cBhvr>
                                        <p:cTn id="108" dur="800" decel="100000" fill="hold"/>
                                        <p:tgtEl>
                                          <p:spTgt spid="29706"/>
                                        </p:tgtEl>
                                        <p:attrNameLst>
                                          <p:attrName>ppt_x</p:attrName>
                                        </p:attrNameLst>
                                      </p:cBhvr>
                                      <p:tavLst>
                                        <p:tav tm="0">
                                          <p:val>
                                            <p:strVal val="#ppt_x+0.4"/>
                                          </p:val>
                                        </p:tav>
                                        <p:tav tm="100000">
                                          <p:val>
                                            <p:strVal val="#ppt_x-0.05"/>
                                          </p:val>
                                        </p:tav>
                                      </p:tavLst>
                                    </p:anim>
                                    <p:anim calcmode="lin" valueType="num">
                                      <p:cBhvr>
                                        <p:cTn id="109" dur="800" decel="100000" fill="hold"/>
                                        <p:tgtEl>
                                          <p:spTgt spid="29706"/>
                                        </p:tgtEl>
                                        <p:attrNameLst>
                                          <p:attrName>ppt_y</p:attrName>
                                        </p:attrNameLst>
                                      </p:cBhvr>
                                      <p:tavLst>
                                        <p:tav tm="0">
                                          <p:val>
                                            <p:strVal val="#ppt_y-0.4"/>
                                          </p:val>
                                        </p:tav>
                                        <p:tav tm="100000">
                                          <p:val>
                                            <p:strVal val="#ppt_y+0.1"/>
                                          </p:val>
                                        </p:tav>
                                      </p:tavLst>
                                    </p:anim>
                                    <p:anim calcmode="lin" valueType="num">
                                      <p:cBhvr>
                                        <p:cTn id="110" dur="200" accel="100000" fill="hold">
                                          <p:stCondLst>
                                            <p:cond delay="800"/>
                                          </p:stCondLst>
                                        </p:cTn>
                                        <p:tgtEl>
                                          <p:spTgt spid="29706"/>
                                        </p:tgtEl>
                                        <p:attrNameLst>
                                          <p:attrName>ppt_x</p:attrName>
                                        </p:attrNameLst>
                                      </p:cBhvr>
                                      <p:tavLst>
                                        <p:tav tm="0">
                                          <p:val>
                                            <p:strVal val="#ppt_x-0.05"/>
                                          </p:val>
                                        </p:tav>
                                        <p:tav tm="100000">
                                          <p:val>
                                            <p:strVal val="#ppt_x"/>
                                          </p:val>
                                        </p:tav>
                                      </p:tavLst>
                                    </p:anim>
                                    <p:anim calcmode="lin" valueType="num">
                                      <p:cBhvr>
                                        <p:cTn id="111" dur="200" accel="100000" fill="hold">
                                          <p:stCondLst>
                                            <p:cond delay="800"/>
                                          </p:stCondLst>
                                        </p:cTn>
                                        <p:tgtEl>
                                          <p:spTgt spid="29706"/>
                                        </p:tgtEl>
                                        <p:attrNameLst>
                                          <p:attrName>ppt_y</p:attrName>
                                        </p:attrNameLst>
                                      </p:cBhvr>
                                      <p:tavLst>
                                        <p:tav tm="0">
                                          <p:val>
                                            <p:strVal val="#ppt_y+0.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5" presetClass="entr" presetSubtype="10" fill="hold" grpId="0" nodeType="clickEffect">
                                  <p:stCondLst>
                                    <p:cond delay="0"/>
                                  </p:stCondLst>
                                  <p:childTnLst>
                                    <p:set>
                                      <p:cBhvr>
                                        <p:cTn id="115" dur="1" fill="hold">
                                          <p:stCondLst>
                                            <p:cond delay="0"/>
                                          </p:stCondLst>
                                        </p:cTn>
                                        <p:tgtEl>
                                          <p:spTgt spid="29713"/>
                                        </p:tgtEl>
                                        <p:attrNameLst>
                                          <p:attrName>style.visibility</p:attrName>
                                        </p:attrNameLst>
                                      </p:cBhvr>
                                      <p:to>
                                        <p:strVal val="visible"/>
                                      </p:to>
                                    </p:set>
                                    <p:animEffect filter="checkerboard(across)">
                                      <p:cBhvr>
                                        <p:cTn id="116" dur="1000"/>
                                        <p:tgtEl>
                                          <p:spTgt spid="29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ldLvl="0" animBg="1"/>
      <p:bldP spid="29701" grpId="0" bldLvl="0" animBg="1"/>
      <p:bldP spid="29705" grpId="0" bldLvl="0" animBg="1"/>
      <p:bldP spid="29706" grpId="0" bldLvl="0" animBg="1"/>
      <p:bldP spid="29707" grpId="0" bldLvl="0" animBg="1"/>
      <p:bldP spid="29708" grpId="0" bldLvl="0" animBg="1"/>
      <p:bldP spid="29709" grpId="0" bldLvl="0" animBg="1"/>
      <p:bldP spid="29710" grpId="0" bldLvl="0" animBg="1"/>
      <p:bldP spid="29712" grpId="0" bldLvl="0" animBg="1"/>
      <p:bldP spid="29712" grpId="1" bldLvl="0" animBg="1"/>
      <p:bldP spid="2971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3"/>
          <p:cNvSpPr>
            <a:spLocks noGrp="1" noChangeArrowheads="1"/>
          </p:cNvSpPr>
          <p:nvPr>
            <p:ph type="title"/>
          </p:nvPr>
        </p:nvSpPr>
        <p:spPr>
          <a:xfrm>
            <a:off x="442913" y="103188"/>
            <a:ext cx="8243887" cy="1314450"/>
          </a:xfrm>
        </p:spPr>
        <p:txBody>
          <a:bodyPr/>
          <a:lstStyle/>
          <a:p>
            <a:r>
              <a:rPr lang="zh-CN" altLang="en-US" sz="4400"/>
              <a:t>总线</a:t>
            </a:r>
          </a:p>
        </p:txBody>
      </p:sp>
      <p:sp>
        <p:nvSpPr>
          <p:cNvPr id="44035" name="内容占位符 4"/>
          <p:cNvSpPr>
            <a:spLocks noGrp="1" noChangeArrowheads="1"/>
          </p:cNvSpPr>
          <p:nvPr>
            <p:ph idx="1"/>
          </p:nvPr>
        </p:nvSpPr>
        <p:spPr>
          <a:xfrm>
            <a:off x="457200" y="1600200"/>
            <a:ext cx="8229600" cy="4456113"/>
          </a:xfrm>
        </p:spPr>
        <p:txBody>
          <a:bodyPr/>
          <a:lstStyle/>
          <a:p>
            <a:pPr marL="342900" indent="-342900" algn="l">
              <a:buFont typeface="Arial" panose="020B0604020202020204" pitchFamily="34" charset="0"/>
              <a:buChar char="•"/>
            </a:pPr>
            <a:r>
              <a:rPr lang="zh-CN" altLang="en-US" sz="3200"/>
              <a:t>内部总线</a:t>
            </a:r>
            <a:endParaRPr lang="en-US" altLang="zh-CN" sz="3200"/>
          </a:p>
          <a:p>
            <a:pPr marL="342900" indent="-342900" algn="l">
              <a:buFont typeface="Arial" panose="020B0604020202020204" pitchFamily="34" charset="0"/>
              <a:buChar char="•"/>
            </a:pPr>
            <a:r>
              <a:rPr lang="zh-CN" altLang="en-US" sz="3200"/>
              <a:t>系统总线</a:t>
            </a:r>
            <a:endParaRPr lang="en-US" altLang="zh-CN" sz="3200"/>
          </a:p>
          <a:p>
            <a:pPr marL="342900" indent="-342900" algn="l">
              <a:buFont typeface="Arial" panose="020B0604020202020204" pitchFamily="34" charset="0"/>
              <a:buChar char="•"/>
            </a:pPr>
            <a:r>
              <a:rPr lang="zh-CN" altLang="en-US" sz="3200"/>
              <a:t>外部总线</a:t>
            </a:r>
            <a:endParaRPr lang="en-US" altLang="zh-CN" sz="3200"/>
          </a:p>
          <a:p>
            <a:pPr marL="342900" indent="-342900" algn="l">
              <a:buFont typeface="Arial" panose="020B0604020202020204" pitchFamily="34" charset="0"/>
              <a:buChar char="•"/>
            </a:pPr>
            <a:r>
              <a:rPr lang="zh-CN" altLang="en-US" sz="3200"/>
              <a:t>并行通信</a:t>
            </a:r>
            <a:endParaRPr lang="en-US" altLang="zh-CN" sz="3200"/>
          </a:p>
          <a:p>
            <a:pPr marL="342900" indent="-342900" algn="l">
              <a:buFont typeface="Arial" panose="020B0604020202020204" pitchFamily="34" charset="0"/>
              <a:buChar char="•"/>
            </a:pPr>
            <a:r>
              <a:rPr lang="zh-CN" altLang="en-US" sz="3200"/>
              <a:t>串行通信</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6"/>
          <p:cNvSpPr>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A3F5CACA-EE49-435C-8945-A9EF082C9D85}" type="slidenum">
              <a:rPr lang="zh-CN" altLang="en-US" sz="900">
                <a:solidFill>
                  <a:srgbClr val="848589"/>
                </a:solidFill>
                <a:latin typeface="Futura Bk" charset="0"/>
                <a:sym typeface="Futura Bk" charset="0"/>
              </a:rPr>
              <a:t>27</a:t>
            </a:fld>
            <a:endParaRPr lang="zh-CN" altLang="en-US" sz="900">
              <a:solidFill>
                <a:srgbClr val="848589"/>
              </a:solidFill>
              <a:latin typeface="Futura Bk" charset="0"/>
              <a:sym typeface="Futura Bk" charset="0"/>
            </a:endParaRPr>
          </a:p>
        </p:txBody>
      </p:sp>
      <p:sp>
        <p:nvSpPr>
          <p:cNvPr id="32771" name="Rectangle 2"/>
          <p:cNvSpPr>
            <a:spLocks noGrp="1" noChangeArrowheads="1"/>
          </p:cNvSpPr>
          <p:nvPr>
            <p:ph sz="half" idx="1"/>
          </p:nvPr>
        </p:nvSpPr>
        <p:spPr>
          <a:xfrm>
            <a:off x="400050" y="1447800"/>
            <a:ext cx="4060825" cy="5027613"/>
          </a:xfrm>
        </p:spPr>
        <p:txBody>
          <a:bodyPr/>
          <a:lstStyle/>
          <a:p>
            <a:pPr marL="342900" indent="-342900" algn="l" eaLnBrk="1" hangingPunct="1">
              <a:buFont typeface="Arial" panose="020B0604020202020204" pitchFamily="34" charset="0"/>
              <a:buChar char="•"/>
            </a:pPr>
            <a:r>
              <a:rPr lang="zh-CN" altLang="en-US" sz="2400"/>
              <a:t>中央处理器 </a:t>
            </a:r>
            <a:r>
              <a:rPr lang="en-US" altLang="zh-CN" sz="2400"/>
              <a:t>(CPU) </a:t>
            </a:r>
            <a:r>
              <a:rPr lang="zh-CN" altLang="en-US" sz="2400"/>
              <a:t>是执行所有工作、思考所有问题或进行所有处理的计算机部件</a:t>
            </a:r>
            <a:r>
              <a:rPr lang="zh-CN" altLang="en-US" sz="3200"/>
              <a:t> </a:t>
            </a:r>
            <a:endParaRPr lang="zh-CN" altLang="en-US" sz="2400"/>
          </a:p>
          <a:p>
            <a:pPr marL="342900" indent="-342900" algn="l" eaLnBrk="1" hangingPunct="1">
              <a:buFont typeface="Arial" panose="020B0604020202020204" pitchFamily="34" charset="0"/>
              <a:buChar char="•"/>
            </a:pPr>
            <a:r>
              <a:rPr lang="en-US" altLang="zh-CN" sz="2400"/>
              <a:t>CPU </a:t>
            </a:r>
            <a:r>
              <a:rPr lang="zh-CN" altLang="en-US" sz="2400"/>
              <a:t>的部件</a:t>
            </a:r>
          </a:p>
          <a:p>
            <a:pPr marL="812800" lvl="1" indent="-279400" algn="l" eaLnBrk="1" hangingPunct="1">
              <a:buFont typeface="Arial" panose="020B0604020202020204" pitchFamily="34" charset="0"/>
              <a:buChar char="–"/>
            </a:pPr>
            <a:r>
              <a:rPr lang="zh-CN" altLang="en-US" sz="2000">
                <a:latin typeface="Verdana" panose="020B0604030504040204" pitchFamily="34" charset="0"/>
              </a:rPr>
              <a:t>算术逻辑单元 ；</a:t>
            </a:r>
            <a:endParaRPr lang="zh-CN" altLang="en-US" sz="2000" b="1">
              <a:latin typeface="Verdana" panose="020B0604030504040204" pitchFamily="34" charset="0"/>
            </a:endParaRPr>
          </a:p>
          <a:p>
            <a:pPr marL="812800" lvl="1" indent="-279400" algn="l" eaLnBrk="1" hangingPunct="1">
              <a:buFont typeface="Arial" panose="020B0604020202020204" pitchFamily="34" charset="0"/>
              <a:buChar char="–"/>
            </a:pPr>
            <a:r>
              <a:rPr lang="zh-CN" altLang="en-US" sz="2000">
                <a:latin typeface="Verdana" panose="020B0604030504040204" pitchFamily="34" charset="0"/>
              </a:rPr>
              <a:t>控制单元 ； </a:t>
            </a:r>
            <a:endParaRPr lang="zh-CN" altLang="en-US" sz="2000" b="1">
              <a:latin typeface="Verdana" panose="020B0604030504040204" pitchFamily="34" charset="0"/>
            </a:endParaRPr>
          </a:p>
          <a:p>
            <a:pPr marL="342900" indent="-342900" algn="l" eaLnBrk="1" hangingPunct="1">
              <a:buFont typeface="Arial" panose="020B0604020202020204" pitchFamily="34" charset="0"/>
              <a:buChar char="•"/>
            </a:pPr>
            <a:r>
              <a:rPr lang="zh-CN" altLang="en-US" sz="2400"/>
              <a:t>算术逻辑单元 </a:t>
            </a:r>
            <a:r>
              <a:rPr lang="en-US" altLang="zh-CN" sz="2400"/>
              <a:t>(ALU) </a:t>
            </a:r>
            <a:r>
              <a:rPr lang="zh-CN" altLang="en-US" sz="2400"/>
              <a:t>负责计算机执行的所有数学与逻辑功能 </a:t>
            </a:r>
          </a:p>
          <a:p>
            <a:pPr marL="342900" indent="-342900" algn="l" eaLnBrk="1" hangingPunct="1">
              <a:buFont typeface="Arial" panose="020B0604020202020204" pitchFamily="34" charset="0"/>
              <a:buChar char="•"/>
            </a:pPr>
            <a:r>
              <a:rPr lang="zh-CN" altLang="en-US" sz="2400"/>
              <a:t>控制单元控制计算机的所有其他部件</a:t>
            </a:r>
            <a:endParaRPr lang="zh-CN" altLang="en-US" sz="3200"/>
          </a:p>
        </p:txBody>
      </p:sp>
      <p:pic>
        <p:nvPicPr>
          <p:cNvPr id="45060" name="Picture 3" descr="v intel pentiumⅳ_478"/>
          <p:cNvPicPr>
            <a:picLocks noGrp="1" noChangeAspect="1" noChangeArrowheads="1"/>
          </p:cNvPicPr>
          <p:nvPr>
            <p:ph sz="quarter" idx="4294967295"/>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4600575" y="3143250"/>
            <a:ext cx="4321175" cy="3240088"/>
          </a:xfrm>
        </p:spPr>
      </p:pic>
      <p:pic>
        <p:nvPicPr>
          <p:cNvPr id="45061" name="Picture 4" descr="athlon64"/>
          <p:cNvPicPr>
            <a:picLocks noGrp="1" noChangeAspect="1" noChangeArrowheads="1"/>
          </p:cNvPicPr>
          <p:nvPr>
            <p:ph sz="quarter" idx="4294967295"/>
          </p:nvPr>
        </p:nvPicPr>
        <p:blipFill>
          <a:blip r:embed="rId3" cstate="print">
            <a:extLst>
              <a:ext uri="{28A0092B-C50C-407E-A947-70E740481C1C}">
                <a14:useLocalDpi xmlns:a14="http://schemas.microsoft.com/office/drawing/2010/main" val="0"/>
              </a:ext>
            </a:extLst>
          </a:blip>
          <a:srcRect/>
          <a:stretch>
            <a:fillRect/>
          </a:stretch>
        </p:blipFill>
        <p:spPr>
          <a:xfrm>
            <a:off x="5003800" y="1520825"/>
            <a:ext cx="3024188" cy="2268538"/>
          </a:xfrm>
        </p:spPr>
      </p:pic>
      <p:sp>
        <p:nvSpPr>
          <p:cNvPr id="45062" name="AutoShape 5"/>
          <p:cNvSpPr>
            <a:spLocks noChangeArrowheads="1"/>
          </p:cNvSpPr>
          <p:nvPr/>
        </p:nvSpPr>
        <p:spPr bwMode="auto">
          <a:xfrm>
            <a:off x="900113" y="879475"/>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800" b="1" dirty="0">
                <a:solidFill>
                  <a:srgbClr val="006699"/>
                </a:solidFill>
                <a:latin typeface="楷体_GB2312" pitchFamily="1" charset="-122"/>
                <a:ea typeface="楷体_GB2312" pitchFamily="1" charset="-122"/>
                <a:sym typeface="楷体_GB2312" pitchFamily="1" charset="-122"/>
              </a:rPr>
              <a:t> </a:t>
            </a: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中央处理器</a:t>
            </a:r>
            <a:endParaRPr lang="zh-CN" altLang="en-US" sz="1800"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iterate type="wd">
                                    <p:tmPct val="10000"/>
                                  </p:iterate>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p:cTn id="7" dur="500" fill="hold"/>
                                        <p:tgtEl>
                                          <p:spTgt spid="32771">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32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iterate type="wd">
                                    <p:tmPct val="10000"/>
                                  </p:iterate>
                                  <p:childTnLst>
                                    <p:set>
                                      <p:cBhvr>
                                        <p:cTn id="12" dur="1" fill="hold">
                                          <p:stCondLst>
                                            <p:cond delay="0"/>
                                          </p:stCondLst>
                                        </p:cTn>
                                        <p:tgtEl>
                                          <p:spTgt spid="32771">
                                            <p:txEl>
                                              <p:pRg st="1" end="1"/>
                                            </p:txEl>
                                          </p:spTgt>
                                        </p:tgtEl>
                                        <p:attrNameLst>
                                          <p:attrName>style.visibility</p:attrName>
                                        </p:attrNameLst>
                                      </p:cBhvr>
                                      <p:to>
                                        <p:strVal val="visible"/>
                                      </p:to>
                                    </p:set>
                                    <p:anim calcmode="lin" valueType="num">
                                      <p:cBhvr>
                                        <p:cTn id="13" dur="500" fill="hold"/>
                                        <p:tgtEl>
                                          <p:spTgt spid="32771">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32771">
                                            <p:txEl>
                                              <p:pRg st="1" end="1"/>
                                            </p:txEl>
                                          </p:spTgt>
                                        </p:tgtEl>
                                        <p:attrNameLst>
                                          <p:attrName>ppt_y</p:attrName>
                                        </p:attrNameLst>
                                      </p:cBhvr>
                                      <p:tavLst>
                                        <p:tav tm="0">
                                          <p:val>
                                            <p:strVal val="#ppt_y"/>
                                          </p:val>
                                        </p:tav>
                                        <p:tav tm="100000">
                                          <p:val>
                                            <p:strVal val="#ppt_y"/>
                                          </p:val>
                                        </p:tav>
                                      </p:tavLst>
                                    </p:anim>
                                  </p:childTnLst>
                                </p:cTn>
                              </p:par>
                            </p:childTnLst>
                          </p:cTn>
                        </p:par>
                        <p:par>
                          <p:cTn id="15" fill="hold">
                            <p:stCondLst>
                              <p:cond delay="800"/>
                            </p:stCondLst>
                            <p:childTnLst>
                              <p:par>
                                <p:cTn id="16" presetID="2" presetClass="entr" presetSubtype="8" fill="hold" nodeType="afterEffect">
                                  <p:stCondLst>
                                    <p:cond delay="0"/>
                                  </p:stCondLst>
                                  <p:iterate type="wd">
                                    <p:tmPct val="10000"/>
                                  </p:iterate>
                                  <p:childTnLst>
                                    <p:set>
                                      <p:cBhvr>
                                        <p:cTn id="17" dur="1" fill="hold">
                                          <p:stCondLst>
                                            <p:cond delay="0"/>
                                          </p:stCondLst>
                                        </p:cTn>
                                        <p:tgtEl>
                                          <p:spTgt spid="32771">
                                            <p:txEl>
                                              <p:pRg st="2" end="2"/>
                                            </p:txEl>
                                          </p:spTgt>
                                        </p:tgtEl>
                                        <p:attrNameLst>
                                          <p:attrName>style.visibility</p:attrName>
                                        </p:attrNameLst>
                                      </p:cBhvr>
                                      <p:to>
                                        <p:strVal val="visible"/>
                                      </p:to>
                                    </p:set>
                                    <p:anim calcmode="lin" valueType="num">
                                      <p:cBhvr>
                                        <p:cTn id="18" dur="500" fill="hold"/>
                                        <p:tgtEl>
                                          <p:spTgt spid="32771">
                                            <p:txEl>
                                              <p:pRg st="2" end="2"/>
                                            </p:txEl>
                                          </p:spTgt>
                                        </p:tgtEl>
                                        <p:attrNameLst>
                                          <p:attrName>ppt_x</p:attrName>
                                        </p:attrNameLst>
                                      </p:cBhvr>
                                      <p:tavLst>
                                        <p:tav tm="0">
                                          <p:val>
                                            <p:strVal val="0-#ppt_w/2"/>
                                          </p:val>
                                        </p:tav>
                                        <p:tav tm="100000">
                                          <p:val>
                                            <p:strVal val="#ppt_x"/>
                                          </p:val>
                                        </p:tav>
                                      </p:tavLst>
                                    </p:anim>
                                    <p:anim calcmode="lin" valueType="num">
                                      <p:cBhvr>
                                        <p:cTn id="19" dur="500" fill="hold"/>
                                        <p:tgtEl>
                                          <p:spTgt spid="32771">
                                            <p:txEl>
                                              <p:pRg st="2" end="2"/>
                                            </p:txEl>
                                          </p:spTgt>
                                        </p:tgtEl>
                                        <p:attrNameLst>
                                          <p:attrName>ppt_y</p:attrName>
                                        </p:attrNameLst>
                                      </p:cBhvr>
                                      <p:tavLst>
                                        <p:tav tm="0">
                                          <p:val>
                                            <p:strVal val="#ppt_y"/>
                                          </p:val>
                                        </p:tav>
                                        <p:tav tm="100000">
                                          <p:val>
                                            <p:strVal val="#ppt_y"/>
                                          </p:val>
                                        </p:tav>
                                      </p:tavLst>
                                    </p:anim>
                                  </p:childTnLst>
                                </p:cTn>
                              </p:par>
                            </p:childTnLst>
                          </p:cTn>
                        </p:par>
                        <p:par>
                          <p:cTn id="20" fill="hold">
                            <p:stCondLst>
                              <p:cond delay="1650"/>
                            </p:stCondLst>
                            <p:childTnLst>
                              <p:par>
                                <p:cTn id="21" presetID="2" presetClass="entr" presetSubtype="8" fill="hold" nodeType="afterEffect">
                                  <p:stCondLst>
                                    <p:cond delay="0"/>
                                  </p:stCondLst>
                                  <p:childTnLst>
                                    <p:set>
                                      <p:cBhvr>
                                        <p:cTn id="22" dur="1" fill="hold">
                                          <p:stCondLst>
                                            <p:cond delay="0"/>
                                          </p:stCondLst>
                                        </p:cTn>
                                        <p:tgtEl>
                                          <p:spTgt spid="32771">
                                            <p:txEl>
                                              <p:pRg st="3" end="3"/>
                                            </p:txEl>
                                          </p:spTgt>
                                        </p:tgtEl>
                                        <p:attrNameLst>
                                          <p:attrName>style.visibility</p:attrName>
                                        </p:attrNameLst>
                                      </p:cBhvr>
                                      <p:to>
                                        <p:strVal val="visible"/>
                                      </p:to>
                                    </p:set>
                                    <p:anim calcmode="lin" valueType="num">
                                      <p:cBhvr>
                                        <p:cTn id="23" dur="500" fill="hold"/>
                                        <p:tgtEl>
                                          <p:spTgt spid="32771">
                                            <p:txEl>
                                              <p:pRg st="3" end="3"/>
                                            </p:txEl>
                                          </p:spTgt>
                                        </p:tgtEl>
                                        <p:attrNameLst>
                                          <p:attrName>ppt_x</p:attrName>
                                        </p:attrNameLst>
                                      </p:cBhvr>
                                      <p:tavLst>
                                        <p:tav tm="0">
                                          <p:val>
                                            <p:strVal val="0-#ppt_w/2"/>
                                          </p:val>
                                        </p:tav>
                                        <p:tav tm="100000">
                                          <p:val>
                                            <p:strVal val="#ppt_x"/>
                                          </p:val>
                                        </p:tav>
                                      </p:tavLst>
                                    </p:anim>
                                    <p:anim calcmode="lin" valueType="num">
                                      <p:cBhvr>
                                        <p:cTn id="24" dur="500" fill="hold"/>
                                        <p:tgtEl>
                                          <p:spTgt spid="327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iterate type="wd">
                                    <p:tmPct val="10000"/>
                                  </p:iterate>
                                  <p:childTnLst>
                                    <p:set>
                                      <p:cBhvr>
                                        <p:cTn id="28" dur="1" fill="hold">
                                          <p:stCondLst>
                                            <p:cond delay="0"/>
                                          </p:stCondLst>
                                        </p:cTn>
                                        <p:tgtEl>
                                          <p:spTgt spid="32771">
                                            <p:txEl>
                                              <p:pRg st="4" end="4"/>
                                            </p:txEl>
                                          </p:spTgt>
                                        </p:tgtEl>
                                        <p:attrNameLst>
                                          <p:attrName>style.visibility</p:attrName>
                                        </p:attrNameLst>
                                      </p:cBhvr>
                                      <p:to>
                                        <p:strVal val="visible"/>
                                      </p:to>
                                    </p:set>
                                    <p:anim calcmode="lin" valueType="num">
                                      <p:cBhvr>
                                        <p:cTn id="29" dur="500" fill="hold"/>
                                        <p:tgtEl>
                                          <p:spTgt spid="32771">
                                            <p:txEl>
                                              <p:pRg st="4" end="4"/>
                                            </p:txEl>
                                          </p:spTgt>
                                        </p:tgtEl>
                                        <p:attrNameLst>
                                          <p:attrName>ppt_x</p:attrName>
                                        </p:attrNameLst>
                                      </p:cBhvr>
                                      <p:tavLst>
                                        <p:tav tm="0">
                                          <p:val>
                                            <p:strVal val="0-#ppt_w/2"/>
                                          </p:val>
                                        </p:tav>
                                        <p:tav tm="100000">
                                          <p:val>
                                            <p:strVal val="#ppt_x"/>
                                          </p:val>
                                        </p:tav>
                                      </p:tavLst>
                                    </p:anim>
                                    <p:anim calcmode="lin" valueType="num">
                                      <p:cBhvr>
                                        <p:cTn id="30" dur="500" fill="hold"/>
                                        <p:tgtEl>
                                          <p:spTgt spid="327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iterate type="wd">
                                    <p:tmPct val="10000"/>
                                  </p:iterate>
                                  <p:childTnLst>
                                    <p:set>
                                      <p:cBhvr>
                                        <p:cTn id="34" dur="1" fill="hold">
                                          <p:stCondLst>
                                            <p:cond delay="0"/>
                                          </p:stCondLst>
                                        </p:cTn>
                                        <p:tgtEl>
                                          <p:spTgt spid="32771">
                                            <p:txEl>
                                              <p:pRg st="5" end="5"/>
                                            </p:txEl>
                                          </p:spTgt>
                                        </p:tgtEl>
                                        <p:attrNameLst>
                                          <p:attrName>style.visibility</p:attrName>
                                        </p:attrNameLst>
                                      </p:cBhvr>
                                      <p:to>
                                        <p:strVal val="visible"/>
                                      </p:to>
                                    </p:set>
                                    <p:anim calcmode="lin" valueType="num">
                                      <p:cBhvr>
                                        <p:cTn id="35" dur="500" fill="hold"/>
                                        <p:tgtEl>
                                          <p:spTgt spid="32771">
                                            <p:txEl>
                                              <p:pRg st="5" end="5"/>
                                            </p:txEl>
                                          </p:spTgt>
                                        </p:tgtEl>
                                        <p:attrNameLst>
                                          <p:attrName>ppt_x</p:attrName>
                                        </p:attrNameLst>
                                      </p:cBhvr>
                                      <p:tavLst>
                                        <p:tav tm="0">
                                          <p:val>
                                            <p:strVal val="0-#ppt_w/2"/>
                                          </p:val>
                                        </p:tav>
                                        <p:tav tm="100000">
                                          <p:val>
                                            <p:strVal val="#ppt_x"/>
                                          </p:val>
                                        </p:tav>
                                      </p:tavLst>
                                    </p:anim>
                                    <p:anim calcmode="lin" valueType="num">
                                      <p:cBhvr>
                                        <p:cTn id="36" dur="500" fill="hold"/>
                                        <p:tgtEl>
                                          <p:spTgt spid="3277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p:nvPr>
        </p:nvSpPr>
        <p:spPr>
          <a:xfrm>
            <a:off x="442913" y="103188"/>
            <a:ext cx="8243887" cy="1314450"/>
          </a:xfrm>
        </p:spPr>
        <p:txBody>
          <a:bodyPr/>
          <a:lstStyle/>
          <a:p>
            <a:r>
              <a:rPr lang="zh-CN" altLang="en-US" sz="4400"/>
              <a:t>影响</a:t>
            </a:r>
            <a:r>
              <a:rPr lang="en-US" altLang="zh-CN" sz="4400"/>
              <a:t>CPU</a:t>
            </a:r>
            <a:r>
              <a:rPr lang="zh-CN" altLang="en-US" sz="4400"/>
              <a:t>性能的因素</a:t>
            </a:r>
          </a:p>
        </p:txBody>
      </p:sp>
      <p:sp>
        <p:nvSpPr>
          <p:cNvPr id="46083" name="内容占位符 5"/>
          <p:cNvSpPr>
            <a:spLocks noGrp="1" noChangeArrowheads="1"/>
          </p:cNvSpPr>
          <p:nvPr>
            <p:ph idx="1"/>
          </p:nvPr>
        </p:nvSpPr>
        <p:spPr>
          <a:xfrm>
            <a:off x="457200" y="1600200"/>
            <a:ext cx="8229600" cy="4456113"/>
          </a:xfrm>
        </p:spPr>
        <p:txBody>
          <a:bodyPr/>
          <a:lstStyle/>
          <a:p>
            <a:pPr marL="342900" indent="-342900" algn="l">
              <a:buFont typeface="Arial" panose="020B0604020202020204" pitchFamily="34" charset="0"/>
              <a:buChar char="•"/>
            </a:pPr>
            <a:r>
              <a:rPr lang="zh-CN" altLang="en-US" sz="3200"/>
              <a:t>主频</a:t>
            </a:r>
            <a:endParaRPr lang="en-US" altLang="zh-CN" sz="3200"/>
          </a:p>
          <a:p>
            <a:pPr marL="342900" indent="-342900" algn="l">
              <a:buFont typeface="Arial" panose="020B0604020202020204" pitchFamily="34" charset="0"/>
              <a:buChar char="•"/>
            </a:pPr>
            <a:r>
              <a:rPr lang="zh-CN" altLang="en-US" sz="3200"/>
              <a:t>字长</a:t>
            </a:r>
            <a:endParaRPr lang="en-US" altLang="zh-CN" sz="3200"/>
          </a:p>
          <a:p>
            <a:pPr marL="342900" indent="-342900" algn="l">
              <a:buFont typeface="Arial" panose="020B0604020202020204" pitchFamily="34" charset="0"/>
              <a:buChar char="•"/>
            </a:pPr>
            <a:r>
              <a:rPr lang="zh-CN" altLang="en-US" sz="3200"/>
              <a:t>核心数</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C008B444-F6C9-441F-8035-B8B5546325CF}" type="slidenum">
              <a:rPr lang="zh-CN" altLang="en-US" sz="900">
                <a:solidFill>
                  <a:srgbClr val="848589"/>
                </a:solidFill>
                <a:latin typeface="Futura Bk" charset="0"/>
                <a:sym typeface="Futura Bk" charset="0"/>
              </a:rPr>
              <a:t>29</a:t>
            </a:fld>
            <a:endParaRPr lang="zh-CN" altLang="en-US" sz="900">
              <a:solidFill>
                <a:srgbClr val="848589"/>
              </a:solidFill>
              <a:latin typeface="Futura Bk" charset="0"/>
              <a:sym typeface="Futura Bk" charset="0"/>
            </a:endParaRPr>
          </a:p>
        </p:txBody>
      </p:sp>
      <p:sp>
        <p:nvSpPr>
          <p:cNvPr id="34819" name="Rectangle 2"/>
          <p:cNvSpPr>
            <a:spLocks noGrp="1" noChangeArrowheads="1"/>
          </p:cNvSpPr>
          <p:nvPr>
            <p:ph sz="half" idx="1"/>
          </p:nvPr>
        </p:nvSpPr>
        <p:spPr>
          <a:xfrm>
            <a:off x="400050" y="1447800"/>
            <a:ext cx="4060825" cy="5027613"/>
          </a:xfrm>
        </p:spPr>
        <p:txBody>
          <a:bodyPr/>
          <a:lstStyle/>
          <a:p>
            <a:pPr marL="342900" indent="-342900" algn="l" eaLnBrk="1" hangingPunct="1">
              <a:buFont typeface="Arial" panose="020B0604020202020204" pitchFamily="34" charset="0"/>
              <a:buChar char="•"/>
            </a:pPr>
            <a:r>
              <a:rPr lang="zh-CN" altLang="en-US" sz="3200"/>
              <a:t>计算机存储器基本分为两种类型：</a:t>
            </a:r>
            <a:r>
              <a:rPr lang="zh-CN" altLang="en-US" sz="2400"/>
              <a:t>  </a:t>
            </a:r>
          </a:p>
          <a:p>
            <a:pPr marL="812800" lvl="1" indent="-279400" algn="l" eaLnBrk="1" hangingPunct="1">
              <a:buFont typeface="Arial" panose="020B0604020202020204" pitchFamily="34" charset="0"/>
              <a:buChar char="–"/>
            </a:pPr>
            <a:r>
              <a:rPr lang="zh-CN" altLang="en-US" sz="2800">
                <a:latin typeface="Verdana" panose="020B0604030504040204" pitchFamily="34" charset="0"/>
              </a:rPr>
              <a:t>内存</a:t>
            </a:r>
            <a:endParaRPr lang="zh-CN" altLang="en-US" sz="2800" b="1">
              <a:latin typeface="Verdana" panose="020B0604030504040204" pitchFamily="34" charset="0"/>
            </a:endParaRPr>
          </a:p>
          <a:p>
            <a:pPr marL="812800" lvl="1" indent="-279400" algn="l" eaLnBrk="1" hangingPunct="1">
              <a:buFont typeface="Arial" panose="020B0604020202020204" pitchFamily="34" charset="0"/>
              <a:buChar char="–"/>
            </a:pPr>
            <a:r>
              <a:rPr lang="zh-CN" altLang="en-US" sz="2800">
                <a:latin typeface="Verdana" panose="020B0604030504040204" pitchFamily="34" charset="0"/>
              </a:rPr>
              <a:t>外存</a:t>
            </a:r>
            <a:endParaRPr lang="zh-CN" altLang="en-US" sz="2000">
              <a:latin typeface="Verdana" panose="020B0604030504040204" pitchFamily="34" charset="0"/>
            </a:endParaRPr>
          </a:p>
          <a:p>
            <a:pPr marL="342900" indent="-342900" algn="l" eaLnBrk="1" hangingPunct="1">
              <a:buFont typeface="Arial" panose="020B0604020202020204" pitchFamily="34" charset="0"/>
              <a:buChar char="•"/>
            </a:pPr>
            <a:r>
              <a:rPr lang="en-US" altLang="zh-CN" sz="3200">
                <a:latin typeface="楷体_GB2312" pitchFamily="1" charset="-122"/>
                <a:sym typeface="楷体_GB2312" pitchFamily="1" charset="-122"/>
              </a:rPr>
              <a:t>CPU</a:t>
            </a:r>
            <a:r>
              <a:rPr lang="zh-CN" altLang="en-US" sz="3200">
                <a:latin typeface="楷体_GB2312" pitchFamily="1" charset="-122"/>
                <a:sym typeface="楷体_GB2312" pitchFamily="1" charset="-122"/>
              </a:rPr>
              <a:t>能够直接存取的存储设备叫做内存。</a:t>
            </a:r>
            <a:endParaRPr lang="zh-CN" altLang="en-US" sz="3200"/>
          </a:p>
        </p:txBody>
      </p:sp>
      <p:pic>
        <p:nvPicPr>
          <p:cNvPr id="34820" name="Picture 3" descr="东芝微硬盘"/>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4778375" y="1638300"/>
            <a:ext cx="3892550" cy="2990850"/>
          </a:xfrm>
        </p:spPr>
      </p:pic>
      <p:sp>
        <p:nvSpPr>
          <p:cNvPr id="34821" name="Text Box 4"/>
          <p:cNvSpPr>
            <a:spLocks noChangeArrowheads="1"/>
          </p:cNvSpPr>
          <p:nvPr/>
        </p:nvSpPr>
        <p:spPr bwMode="auto">
          <a:xfrm>
            <a:off x="1331913" y="5414963"/>
            <a:ext cx="6121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50000"/>
              </a:spcBef>
              <a:buFont typeface="Arial" panose="020B0604020202020204" pitchFamily="34" charset="0"/>
              <a:buNone/>
            </a:pPr>
            <a:r>
              <a:rPr lang="zh-CN" altLang="en-US" sz="2400" b="1">
                <a:solidFill>
                  <a:srgbClr val="006699"/>
                </a:solidFill>
                <a:latin typeface="Arial" panose="020B0604020202020204" pitchFamily="34" charset="0"/>
                <a:ea typeface="黑体" panose="02010609060101010101" pitchFamily="49" charset="-122"/>
                <a:sym typeface="Arial" panose="020B0604020202020204" pitchFamily="34" charset="0"/>
              </a:rPr>
              <a:t>计算机要执行的指令，要读取的数据，都要放到内存当中才可以被访问。</a:t>
            </a:r>
            <a:endParaRPr lang="zh-CN" altLang="en-US" sz="1800">
              <a:latin typeface="Calibri" panose="020F0502020204030204" pitchFamily="34" charset="0"/>
            </a:endParaRPr>
          </a:p>
        </p:txBody>
      </p:sp>
      <p:pic>
        <p:nvPicPr>
          <p:cNvPr id="34822" name="Picture 5" descr="http://edutech.xmu.edu.cn/hongen/pc/newer/rumen/work/img/b02mode4.gif"/>
          <p:cNvPicPr>
            <a:picLocks noChangeAspect="1" noChangeArrowheads="1"/>
          </p:cNvPicPr>
          <p:nvPr/>
        </p:nvPicPr>
        <p:blipFill>
          <a:blip r:embed="rId3" r:link="rId4">
            <a:extLst>
              <a:ext uri="{28A0092B-C50C-407E-A947-70E740481C1C}">
                <a14:useLocalDpi xmlns:a14="http://schemas.microsoft.com/office/drawing/2010/main" val="0"/>
              </a:ext>
            </a:extLst>
          </a:blip>
          <a:srcRect l="6891" t="13733" r="4825" b="18311"/>
          <a:stretch>
            <a:fillRect/>
          </a:stretch>
        </p:blipFill>
        <p:spPr bwMode="auto">
          <a:xfrm>
            <a:off x="539750" y="1557338"/>
            <a:ext cx="7561263" cy="380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1" name="AutoShape 6"/>
          <p:cNvSpPr>
            <a:spLocks noChangeArrowheads="1"/>
          </p:cNvSpPr>
          <p:nvPr/>
        </p:nvSpPr>
        <p:spPr bwMode="auto">
          <a:xfrm>
            <a:off x="900113" y="908050"/>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800" b="1" dirty="0">
                <a:solidFill>
                  <a:srgbClr val="006699"/>
                </a:solidFill>
                <a:latin typeface="楷体_GB2312" pitchFamily="1" charset="-122"/>
                <a:ea typeface="楷体_GB2312" pitchFamily="1" charset="-122"/>
                <a:sym typeface="楷体_GB2312" pitchFamily="1" charset="-122"/>
              </a:rPr>
              <a:t> </a:t>
            </a: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存储器</a:t>
            </a:r>
            <a:endParaRPr lang="zh-CN" altLang="en-US" sz="1800"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filter="wipe(down)">
                                      <p:cBhvr>
                                        <p:cTn id="7" dur="500"/>
                                        <p:tgtEl>
                                          <p:spTgt spid="3481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4819">
                                            <p:txEl>
                                              <p:pRg st="1" end="1"/>
                                            </p:txEl>
                                          </p:spTgt>
                                        </p:tgtEl>
                                        <p:attrNameLst>
                                          <p:attrName>style.visibility</p:attrName>
                                        </p:attrNameLst>
                                      </p:cBhvr>
                                      <p:to>
                                        <p:strVal val="visible"/>
                                      </p:to>
                                    </p:set>
                                    <p:animEffect filter="wipe(down)">
                                      <p:cBhvr>
                                        <p:cTn id="10" dur="500"/>
                                        <p:tgtEl>
                                          <p:spTgt spid="34819">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819">
                                            <p:txEl>
                                              <p:pRg st="2" end="2"/>
                                            </p:txEl>
                                          </p:spTgt>
                                        </p:tgtEl>
                                        <p:attrNameLst>
                                          <p:attrName>style.visibility</p:attrName>
                                        </p:attrNameLst>
                                      </p:cBhvr>
                                      <p:to>
                                        <p:strVal val="visible"/>
                                      </p:to>
                                    </p:set>
                                    <p:animEffect filter="wipe(down)">
                                      <p:cBhvr>
                                        <p:cTn id="13" dur="500"/>
                                        <p:tgtEl>
                                          <p:spTgt spid="348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4819">
                                            <p:txEl>
                                              <p:pRg st="3" end="3"/>
                                            </p:txEl>
                                          </p:spTgt>
                                        </p:tgtEl>
                                        <p:attrNameLst>
                                          <p:attrName>style.visibility</p:attrName>
                                        </p:attrNameLst>
                                      </p:cBhvr>
                                      <p:to>
                                        <p:strVal val="visible"/>
                                      </p:to>
                                    </p:set>
                                    <p:animEffect filter="wipe(down)">
                                      <p:cBhvr>
                                        <p:cTn id="18" dur="500"/>
                                        <p:tgtEl>
                                          <p:spTgt spid="3481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4820"/>
                                        </p:tgtEl>
                                        <p:attrNameLst>
                                          <p:attrName>style.visibility</p:attrName>
                                        </p:attrNameLst>
                                      </p:cBhvr>
                                      <p:to>
                                        <p:strVal val="visible"/>
                                      </p:to>
                                    </p:set>
                                    <p:anim calcmode="lin" valueType="num">
                                      <p:cBhvr>
                                        <p:cTn id="23" dur="500" fill="hold"/>
                                        <p:tgtEl>
                                          <p:spTgt spid="34820"/>
                                        </p:tgtEl>
                                        <p:attrNameLst>
                                          <p:attrName>ppt_x</p:attrName>
                                        </p:attrNameLst>
                                      </p:cBhvr>
                                      <p:tavLst>
                                        <p:tav tm="0">
                                          <p:val>
                                            <p:strVal val="#ppt_x"/>
                                          </p:val>
                                        </p:tav>
                                        <p:tav tm="100000">
                                          <p:val>
                                            <p:strVal val="#ppt_x"/>
                                          </p:val>
                                        </p:tav>
                                      </p:tavLst>
                                    </p:anim>
                                    <p:anim calcmode="lin" valueType="num">
                                      <p:cBhvr>
                                        <p:cTn id="24" dur="500" fill="hold"/>
                                        <p:tgtEl>
                                          <p:spTgt spid="3482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4820"/>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4822"/>
                                        </p:tgtEl>
                                        <p:attrNameLst>
                                          <p:attrName>style.visibility</p:attrName>
                                        </p:attrNameLst>
                                      </p:cBhvr>
                                      <p:to>
                                        <p:strVal val="visible"/>
                                      </p:to>
                                    </p:set>
                                    <p:animEffect filter="blinds(horizontal)">
                                      <p:cBhvr>
                                        <p:cTn id="29" dur="500"/>
                                        <p:tgtEl>
                                          <p:spTgt spid="34822"/>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34821"/>
                                        </p:tgtEl>
                                        <p:attrNameLst>
                                          <p:attrName>style.visibility</p:attrName>
                                        </p:attrNameLst>
                                      </p:cBhvr>
                                      <p:to>
                                        <p:strVal val="visible"/>
                                      </p:to>
                                    </p:set>
                                    <p:anim calcmode="lin" valueType="num">
                                      <p:cBhvr>
                                        <p:cTn id="32" dur="500" fill="hold"/>
                                        <p:tgtEl>
                                          <p:spTgt spid="34821"/>
                                        </p:tgtEl>
                                        <p:attrNameLst>
                                          <p:attrName>ppt_x</p:attrName>
                                        </p:attrNameLst>
                                      </p:cBhvr>
                                      <p:tavLst>
                                        <p:tav tm="0">
                                          <p:val>
                                            <p:strVal val="#ppt_x"/>
                                          </p:val>
                                        </p:tav>
                                        <p:tav tm="100000">
                                          <p:val>
                                            <p:strVal val="#ppt_x"/>
                                          </p:val>
                                        </p:tav>
                                      </p:tavLst>
                                    </p:anim>
                                    <p:anim calcmode="lin" valueType="num">
                                      <p:cBhvr>
                                        <p:cTn id="33"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bldLvl="0"/>
      <p:bldP spid="34821" grpId="0" bldLvl="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BCD6A930-9C46-4C19-B76C-7EDAE629E9E8}" type="slidenum">
              <a:rPr lang="zh-CN" altLang="en-US" sz="900">
                <a:solidFill>
                  <a:srgbClr val="848589"/>
                </a:solidFill>
                <a:latin typeface="Futura Bk" charset="0"/>
                <a:sym typeface="Futura Bk" charset="0"/>
              </a:rPr>
              <a:t>30</a:t>
            </a:fld>
            <a:endParaRPr lang="zh-CN" altLang="en-US" sz="900">
              <a:solidFill>
                <a:srgbClr val="848589"/>
              </a:solidFill>
              <a:latin typeface="Futura Bk" charset="0"/>
              <a:sym typeface="Futura Bk" charset="0"/>
            </a:endParaRPr>
          </a:p>
        </p:txBody>
      </p:sp>
      <p:sp>
        <p:nvSpPr>
          <p:cNvPr id="48131" name="AutoShape 2"/>
          <p:cNvSpPr>
            <a:spLocks noChangeArrowheads="1"/>
          </p:cNvSpPr>
          <p:nvPr/>
        </p:nvSpPr>
        <p:spPr bwMode="auto">
          <a:xfrm>
            <a:off x="1116013" y="620713"/>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800" b="1" dirty="0">
                <a:solidFill>
                  <a:srgbClr val="006699"/>
                </a:solidFill>
                <a:latin typeface="楷体_GB2312" pitchFamily="1" charset="-122"/>
                <a:ea typeface="楷体_GB2312" pitchFamily="1" charset="-122"/>
                <a:sym typeface="楷体_GB2312" pitchFamily="1" charset="-122"/>
              </a:rPr>
              <a:t> </a:t>
            </a: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四级存储结构</a:t>
            </a:r>
            <a:endParaRPr lang="zh-CN" altLang="en-US" sz="1800" dirty="0">
              <a:latin typeface="Calibri" panose="020F0502020204030204" pitchFamily="34" charset="0"/>
            </a:endParaRPr>
          </a:p>
        </p:txBody>
      </p:sp>
      <p:grpSp>
        <p:nvGrpSpPr>
          <p:cNvPr id="35844" name="Group 3"/>
          <p:cNvGrpSpPr/>
          <p:nvPr/>
        </p:nvGrpSpPr>
        <p:grpSpPr bwMode="auto">
          <a:xfrm>
            <a:off x="1114425" y="5445125"/>
            <a:ext cx="7273925" cy="1223963"/>
            <a:chOff x="0" y="0"/>
            <a:chExt cx="4582" cy="771"/>
          </a:xfrm>
        </p:grpSpPr>
        <p:sp>
          <p:nvSpPr>
            <p:cNvPr id="48143" name="AutoShape 4"/>
            <p:cNvSpPr>
              <a:spLocks noChangeArrowheads="1"/>
            </p:cNvSpPr>
            <p:nvPr/>
          </p:nvSpPr>
          <p:spPr bwMode="auto">
            <a:xfrm rot="5400000">
              <a:off x="3808" y="0"/>
              <a:ext cx="771" cy="772"/>
            </a:xfrm>
            <a:prstGeom prst="triangle">
              <a:avLst>
                <a:gd name="adj" fmla="val 50000"/>
              </a:avLst>
            </a:prstGeom>
            <a:gradFill rotWithShape="1">
              <a:gsLst>
                <a:gs pos="0">
                  <a:srgbClr val="5E9EFF"/>
                </a:gs>
                <a:gs pos="39998">
                  <a:srgbClr val="85C2FF"/>
                </a:gs>
                <a:gs pos="70000">
                  <a:srgbClr val="C4D6EB"/>
                </a:gs>
                <a:gs pos="100000">
                  <a:srgbClr val="FFEBFA"/>
                </a:gs>
              </a:gsLst>
              <a:lin ang="5400000" scaled="1"/>
            </a:gradFill>
            <a:ln w="9525">
              <a:solidFill>
                <a:schemeClr val="tx1"/>
              </a:solidFill>
              <a:miter lim="800000"/>
            </a:ln>
          </p:spPr>
          <p:txBody>
            <a:bodyPr wrap="none" lIns="92075" tIns="46038" rIns="92075" bIns="46038" anchor="ct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400" b="1">
                  <a:solidFill>
                    <a:srgbClr val="006699"/>
                  </a:solidFill>
                  <a:latin typeface="Tahoma" panose="020B0604030504040204" pitchFamily="34" charset="0"/>
                  <a:sym typeface="Tahoma" panose="020B0604030504040204" pitchFamily="34" charset="0"/>
                </a:rPr>
                <a:t>容量</a:t>
              </a:r>
              <a:endParaRPr lang="zh-CN" altLang="en-US" sz="1800">
                <a:latin typeface="Calibri" panose="020F0502020204030204" pitchFamily="34" charset="0"/>
              </a:endParaRPr>
            </a:p>
          </p:txBody>
        </p:sp>
        <p:sp>
          <p:nvSpPr>
            <p:cNvPr id="48144" name="AutoShape 5"/>
            <p:cNvSpPr>
              <a:spLocks noChangeArrowheads="1"/>
            </p:cNvSpPr>
            <p:nvPr/>
          </p:nvSpPr>
          <p:spPr bwMode="auto">
            <a:xfrm rot="-5400000">
              <a:off x="-1" y="0"/>
              <a:ext cx="771" cy="772"/>
            </a:xfrm>
            <a:prstGeom prst="triangle">
              <a:avLst>
                <a:gd name="adj" fmla="val 50000"/>
              </a:avLst>
            </a:prstGeom>
            <a:gradFill rotWithShape="1">
              <a:gsLst>
                <a:gs pos="0">
                  <a:srgbClr val="5E9EFF"/>
                </a:gs>
                <a:gs pos="39998">
                  <a:srgbClr val="85C2FF"/>
                </a:gs>
                <a:gs pos="70000">
                  <a:srgbClr val="C4D6EB"/>
                </a:gs>
                <a:gs pos="100000">
                  <a:srgbClr val="FFEBFA"/>
                </a:gs>
              </a:gsLst>
              <a:lin ang="5400000" scaled="1"/>
            </a:gradFill>
            <a:ln w="9525">
              <a:solidFill>
                <a:schemeClr val="tx1"/>
              </a:solidFill>
              <a:miter lim="800000"/>
            </a:ln>
          </p:spPr>
          <p:txBody>
            <a:bodyPr wrap="none" lIns="92075" tIns="46038" rIns="92075" bIns="46038" anchor="ct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400" b="1">
                  <a:solidFill>
                    <a:srgbClr val="006699"/>
                  </a:solidFill>
                  <a:latin typeface="Tahoma" panose="020B0604030504040204" pitchFamily="34" charset="0"/>
                  <a:sym typeface="Tahoma" panose="020B0604030504040204" pitchFamily="34" charset="0"/>
                </a:rPr>
                <a:t>速度</a:t>
              </a:r>
              <a:endParaRPr lang="zh-CN" altLang="en-US" sz="1800">
                <a:latin typeface="Calibri" panose="020F0502020204030204" pitchFamily="34" charset="0"/>
              </a:endParaRPr>
            </a:p>
          </p:txBody>
        </p:sp>
        <p:cxnSp>
          <p:nvCxnSpPr>
            <p:cNvPr id="48145" name="AutoShape 6"/>
            <p:cNvCxnSpPr>
              <a:cxnSpLocks noChangeShapeType="1"/>
            </p:cNvCxnSpPr>
            <p:nvPr/>
          </p:nvCxnSpPr>
          <p:spPr bwMode="auto">
            <a:xfrm flipV="1">
              <a:off x="772" y="385"/>
              <a:ext cx="3038" cy="1"/>
            </a:xfrm>
            <a:prstGeom prst="straightConnector1">
              <a:avLst/>
            </a:prstGeom>
            <a:noFill/>
            <a:ln w="355600">
              <a:solidFill>
                <a:schemeClr val="tx1"/>
              </a:solidFill>
              <a:bevel/>
            </a:ln>
            <a:extLst>
              <a:ext uri="{909E8E84-426E-40DD-AFC4-6F175D3DCCD1}">
                <a14:hiddenFill xmlns:a14="http://schemas.microsoft.com/office/drawing/2010/main">
                  <a:noFill/>
                </a14:hiddenFill>
              </a:ext>
            </a:extLst>
          </p:spPr>
        </p:cxnSp>
      </p:grpSp>
      <p:grpSp>
        <p:nvGrpSpPr>
          <p:cNvPr id="48133" name="Group 8"/>
          <p:cNvGrpSpPr/>
          <p:nvPr/>
        </p:nvGrpSpPr>
        <p:grpSpPr bwMode="auto">
          <a:xfrm>
            <a:off x="900113" y="1341438"/>
            <a:ext cx="7775575" cy="3889375"/>
            <a:chOff x="0" y="0"/>
            <a:chExt cx="4898" cy="2450"/>
          </a:xfrm>
        </p:grpSpPr>
        <p:sp>
          <p:nvSpPr>
            <p:cNvPr id="48134" name="Line 9"/>
            <p:cNvSpPr>
              <a:spLocks noChangeShapeType="1"/>
            </p:cNvSpPr>
            <p:nvPr/>
          </p:nvSpPr>
          <p:spPr bwMode="auto">
            <a:xfrm>
              <a:off x="771" y="2131"/>
              <a:ext cx="1451" cy="1"/>
            </a:xfrm>
            <a:prstGeom prst="line">
              <a:avLst/>
            </a:prstGeom>
            <a:noFill/>
            <a:ln w="127000">
              <a:solidFill>
                <a:schemeClr val="tx1"/>
              </a:solidFill>
              <a:bevel/>
              <a:headEnd type="triangle" w="med" len="me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8135" name="AutoShape 10"/>
            <p:cNvSpPr>
              <a:spLocks noChangeArrowheads="1"/>
            </p:cNvSpPr>
            <p:nvPr/>
          </p:nvSpPr>
          <p:spPr bwMode="auto">
            <a:xfrm>
              <a:off x="0" y="1678"/>
              <a:ext cx="771" cy="589"/>
            </a:xfrm>
            <a:prstGeom prst="flowChartMagneticDisk">
              <a:avLst/>
            </a:prstGeom>
            <a:solidFill>
              <a:srgbClr val="CCFFFF"/>
            </a:solidFill>
            <a:ln w="9525">
              <a:solidFill>
                <a:schemeClr val="tx1"/>
              </a:solidFill>
              <a:bevel/>
            </a:ln>
          </p:spPr>
          <p:txBody>
            <a:bodyPr wrap="none" lIns="92075" tIns="46038" rIns="92075" bIns="46038" anchor="ct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000" b="1">
                  <a:solidFill>
                    <a:srgbClr val="006699"/>
                  </a:solidFill>
                  <a:latin typeface="Tahoma" panose="020B0604030504040204" pitchFamily="34" charset="0"/>
                  <a:sym typeface="Tahoma" panose="020B0604030504040204" pitchFamily="34" charset="0"/>
                </a:rPr>
                <a:t>寄存器</a:t>
              </a:r>
              <a:endParaRPr lang="zh-CN" altLang="en-US" sz="1800">
                <a:latin typeface="Calibri" panose="020F0502020204030204" pitchFamily="34" charset="0"/>
              </a:endParaRPr>
            </a:p>
          </p:txBody>
        </p:sp>
        <p:sp>
          <p:nvSpPr>
            <p:cNvPr id="48136" name="AutoShape 11"/>
            <p:cNvSpPr>
              <a:spLocks noChangeArrowheads="1"/>
            </p:cNvSpPr>
            <p:nvPr/>
          </p:nvSpPr>
          <p:spPr bwMode="auto">
            <a:xfrm>
              <a:off x="1008" y="453"/>
              <a:ext cx="771" cy="771"/>
            </a:xfrm>
            <a:prstGeom prst="flowChartMagneticDisk">
              <a:avLst/>
            </a:prstGeom>
            <a:solidFill>
              <a:srgbClr val="CCFFFF"/>
            </a:solidFill>
            <a:ln w="9525">
              <a:solidFill>
                <a:schemeClr val="tx1"/>
              </a:solidFill>
              <a:bevel/>
            </a:ln>
          </p:spPr>
          <p:txBody>
            <a:bodyPr wrap="none" lIns="92075" tIns="46038" rIns="92075" bIns="46038" anchor="ct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400" b="1">
                  <a:solidFill>
                    <a:srgbClr val="006699"/>
                  </a:solidFill>
                  <a:latin typeface="Tahoma" panose="020B0604030504040204" pitchFamily="34" charset="0"/>
                  <a:sym typeface="Tahoma" panose="020B0604030504040204" pitchFamily="34" charset="0"/>
                </a:rPr>
                <a:t>高速缓存</a:t>
              </a:r>
            </a:p>
            <a:p>
              <a:pPr algn="ctr" eaLnBrk="1" hangingPunct="1">
                <a:buClr>
                  <a:schemeClr val="folHlink"/>
                </a:buClr>
                <a:buSzPct val="60000"/>
                <a:buFont typeface="Wingdings" panose="05000000000000000000" pitchFamily="2" charset="2"/>
                <a:buNone/>
              </a:pPr>
              <a:r>
                <a:rPr lang="en-US" altLang="zh-CN" sz="2400" b="1">
                  <a:solidFill>
                    <a:srgbClr val="006699"/>
                  </a:solidFill>
                  <a:latin typeface="Tahoma" panose="020B0604030504040204" pitchFamily="34" charset="0"/>
                  <a:sym typeface="Tahoma" panose="020B0604030504040204" pitchFamily="34" charset="0"/>
                </a:rPr>
                <a:t>CACHE</a:t>
              </a:r>
              <a:endParaRPr lang="zh-CN" altLang="en-US" sz="1800">
                <a:latin typeface="Calibri" panose="020F0502020204030204" pitchFamily="34" charset="0"/>
              </a:endParaRPr>
            </a:p>
          </p:txBody>
        </p:sp>
        <p:sp>
          <p:nvSpPr>
            <p:cNvPr id="48137" name="AutoShape 12"/>
            <p:cNvSpPr>
              <a:spLocks noChangeArrowheads="1"/>
            </p:cNvSpPr>
            <p:nvPr/>
          </p:nvSpPr>
          <p:spPr bwMode="auto">
            <a:xfrm>
              <a:off x="2222" y="952"/>
              <a:ext cx="771" cy="1452"/>
            </a:xfrm>
            <a:prstGeom prst="flowChartMagneticDisk">
              <a:avLst/>
            </a:prstGeom>
            <a:solidFill>
              <a:srgbClr val="CCFFFF"/>
            </a:solidFill>
            <a:ln w="9525">
              <a:solidFill>
                <a:schemeClr val="tx1"/>
              </a:solidFill>
              <a:bevel/>
            </a:ln>
          </p:spPr>
          <p:txBody>
            <a:bodyPr wrap="none" lIns="92075" tIns="46038" rIns="92075" bIns="46038" anchor="ct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2800" b="1">
                  <a:solidFill>
                    <a:srgbClr val="006699"/>
                  </a:solidFill>
                  <a:latin typeface="Tahoma" panose="020B0604030504040204" pitchFamily="34" charset="0"/>
                  <a:sym typeface="Tahoma" panose="020B0604030504040204" pitchFamily="34" charset="0"/>
                </a:rPr>
                <a:t>内存</a:t>
              </a:r>
              <a:endParaRPr lang="zh-CN" altLang="en-US" sz="1800">
                <a:latin typeface="Calibri" panose="020F0502020204030204" pitchFamily="34" charset="0"/>
              </a:endParaRPr>
            </a:p>
          </p:txBody>
        </p:sp>
        <p:sp>
          <p:nvSpPr>
            <p:cNvPr id="48138" name="AutoShape 13"/>
            <p:cNvSpPr>
              <a:spLocks noChangeArrowheads="1"/>
            </p:cNvSpPr>
            <p:nvPr/>
          </p:nvSpPr>
          <p:spPr bwMode="auto">
            <a:xfrm>
              <a:off x="3855" y="0"/>
              <a:ext cx="1043" cy="2450"/>
            </a:xfrm>
            <a:prstGeom prst="flowChartMagneticDisk">
              <a:avLst/>
            </a:prstGeom>
            <a:solidFill>
              <a:srgbClr val="CCFFFF"/>
            </a:solidFill>
            <a:ln w="9525">
              <a:solidFill>
                <a:schemeClr val="tx1"/>
              </a:solidFill>
              <a:bevel/>
            </a:ln>
          </p:spPr>
          <p:txBody>
            <a:bodyPr wrap="none" lIns="92075" tIns="46038" rIns="92075" bIns="46038" anchor="ct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chemeClr val="folHlink"/>
                </a:buClr>
                <a:buSzPct val="60000"/>
                <a:buFont typeface="Wingdings" panose="05000000000000000000" pitchFamily="2" charset="2"/>
                <a:buNone/>
              </a:pPr>
              <a:r>
                <a:rPr lang="zh-CN" altLang="en-US" sz="1800" b="1">
                  <a:solidFill>
                    <a:srgbClr val="006699"/>
                  </a:solidFill>
                  <a:latin typeface="Tahoma" panose="020B0604030504040204" pitchFamily="34" charset="0"/>
                  <a:sym typeface="Tahoma" panose="020B0604030504040204" pitchFamily="34" charset="0"/>
                </a:rPr>
                <a:t>外存</a:t>
              </a:r>
              <a:endParaRPr lang="zh-CN" altLang="en-US" sz="1800">
                <a:latin typeface="Calibri" panose="020F0502020204030204" pitchFamily="34" charset="0"/>
              </a:endParaRPr>
            </a:p>
          </p:txBody>
        </p:sp>
        <p:sp>
          <p:nvSpPr>
            <p:cNvPr id="48139" name="Line 14"/>
            <p:cNvSpPr>
              <a:spLocks noChangeShapeType="1"/>
            </p:cNvSpPr>
            <p:nvPr/>
          </p:nvSpPr>
          <p:spPr bwMode="auto">
            <a:xfrm>
              <a:off x="2993" y="1633"/>
              <a:ext cx="862" cy="1"/>
            </a:xfrm>
            <a:prstGeom prst="line">
              <a:avLst/>
            </a:prstGeom>
            <a:noFill/>
            <a:ln w="127000">
              <a:solidFill>
                <a:schemeClr val="tx1"/>
              </a:solidFill>
              <a:bevel/>
              <a:headEnd type="triangle" w="med" len="me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8140" name="Line 15"/>
            <p:cNvSpPr>
              <a:spLocks noChangeShapeType="1"/>
            </p:cNvSpPr>
            <p:nvPr/>
          </p:nvSpPr>
          <p:spPr bwMode="auto">
            <a:xfrm flipH="1">
              <a:off x="771" y="1814"/>
              <a:ext cx="635" cy="1"/>
            </a:xfrm>
            <a:prstGeom prst="line">
              <a:avLst/>
            </a:prstGeom>
            <a:noFill/>
            <a:ln w="127000">
              <a:solidFill>
                <a:schemeClr val="tx1"/>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8141" name="Line 16"/>
            <p:cNvSpPr>
              <a:spLocks noChangeShapeType="1"/>
            </p:cNvSpPr>
            <p:nvPr/>
          </p:nvSpPr>
          <p:spPr bwMode="auto">
            <a:xfrm flipV="1">
              <a:off x="1406" y="1217"/>
              <a:ext cx="1" cy="635"/>
            </a:xfrm>
            <a:prstGeom prst="line">
              <a:avLst/>
            </a:prstGeom>
            <a:noFill/>
            <a:ln w="127000">
              <a:solidFill>
                <a:schemeClr val="tx1"/>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8142" name="Line 17"/>
            <p:cNvSpPr>
              <a:spLocks noChangeShapeType="1"/>
            </p:cNvSpPr>
            <p:nvPr/>
          </p:nvSpPr>
          <p:spPr bwMode="auto">
            <a:xfrm>
              <a:off x="1406" y="1814"/>
              <a:ext cx="816" cy="1"/>
            </a:xfrm>
            <a:prstGeom prst="line">
              <a:avLst/>
            </a:prstGeom>
            <a:noFill/>
            <a:ln w="127000">
              <a:solidFill>
                <a:schemeClr val="tx1"/>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 calcmode="lin" valueType="num">
                                      <p:cBhvr>
                                        <p:cTn id="7" dur="1000" fill="hold"/>
                                        <p:tgtEl>
                                          <p:spTgt spid="35844"/>
                                        </p:tgtEl>
                                        <p:attrNameLst>
                                          <p:attrName>ppt_w</p:attrName>
                                        </p:attrNameLst>
                                      </p:cBhvr>
                                      <p:tavLst>
                                        <p:tav tm="0">
                                          <p:val>
                                            <p:strVal val="#ppt_w*0.70"/>
                                          </p:val>
                                        </p:tav>
                                        <p:tav tm="100000">
                                          <p:val>
                                            <p:strVal val="#ppt_w"/>
                                          </p:val>
                                        </p:tav>
                                      </p:tavLst>
                                    </p:anim>
                                    <p:anim calcmode="lin" valueType="num">
                                      <p:cBhvr>
                                        <p:cTn id="8" dur="1000" fill="hold"/>
                                        <p:tgtEl>
                                          <p:spTgt spid="35844"/>
                                        </p:tgtEl>
                                        <p:attrNameLst>
                                          <p:attrName>ppt_h</p:attrName>
                                        </p:attrNameLst>
                                      </p:cBhvr>
                                      <p:tavLst>
                                        <p:tav tm="0">
                                          <p:val>
                                            <p:strVal val="#ppt_h"/>
                                          </p:val>
                                        </p:tav>
                                        <p:tav tm="100000">
                                          <p:val>
                                            <p:strVal val="#ppt_h"/>
                                          </p:val>
                                        </p:tav>
                                      </p:tavLst>
                                    </p:anim>
                                    <p:animEffect filter="fade">
                                      <p:cBhvr>
                                        <p:cTn id="9" dur="10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17589B2B-BB0D-4D42-874E-D3B24C4AE5A7}" type="slidenum">
              <a:rPr lang="zh-CN" altLang="en-US" sz="900">
                <a:solidFill>
                  <a:srgbClr val="848589"/>
                </a:solidFill>
                <a:latin typeface="Futura Bk" charset="0"/>
                <a:sym typeface="Futura Bk" charset="0"/>
              </a:rPr>
              <a:t>31</a:t>
            </a:fld>
            <a:endParaRPr lang="zh-CN" altLang="en-US" sz="900">
              <a:solidFill>
                <a:srgbClr val="848589"/>
              </a:solidFill>
              <a:latin typeface="Futura Bk" charset="0"/>
              <a:sym typeface="Futura Bk" charset="0"/>
            </a:endParaRPr>
          </a:p>
        </p:txBody>
      </p:sp>
      <p:sp>
        <p:nvSpPr>
          <p:cNvPr id="36867" name="Rectangle 2"/>
          <p:cNvSpPr>
            <a:spLocks noGrp="1" noChangeArrowheads="1"/>
          </p:cNvSpPr>
          <p:nvPr>
            <p:ph sz="half" idx="1"/>
          </p:nvPr>
        </p:nvSpPr>
        <p:spPr>
          <a:xfrm>
            <a:off x="539750" y="1628775"/>
            <a:ext cx="8208963" cy="4895850"/>
          </a:xfrm>
          <a:solidFill>
            <a:srgbClr val="CCFFFF"/>
          </a:solidFill>
          <a:ln>
            <a:solidFill>
              <a:schemeClr val="hlink"/>
            </a:solidFill>
            <a:bevel/>
          </a:ln>
        </p:spPr>
        <p:txBody>
          <a:bodyPr/>
          <a:lstStyle/>
          <a:p>
            <a:pPr marL="176530" indent="-176530" algn="l" eaLnBrk="1" hangingPunct="1">
              <a:lnSpc>
                <a:spcPct val="105000"/>
              </a:lnSpc>
              <a:buFont typeface="Arial" panose="020B0604020202020204" pitchFamily="34" charset="0"/>
              <a:buChar char="•"/>
            </a:pPr>
            <a:r>
              <a:rPr lang="zh-CN" altLang="en-US" sz="2400" dirty="0"/>
              <a:t>计算机主存储器分为： </a:t>
            </a:r>
          </a:p>
          <a:p>
            <a:pPr marL="530225" lvl="1" indent="-174625" algn="l" eaLnBrk="1" hangingPunct="1">
              <a:lnSpc>
                <a:spcPct val="105000"/>
              </a:lnSpc>
              <a:buFont typeface="Arial" panose="020B0604020202020204" pitchFamily="34" charset="0"/>
              <a:buChar char="–"/>
            </a:pPr>
            <a:r>
              <a:rPr lang="zh-CN" altLang="en-US" sz="2000" dirty="0">
                <a:latin typeface="Verdana" panose="020B0604030504040204" pitchFamily="34" charset="0"/>
              </a:rPr>
              <a:t>随机访问存储器 </a:t>
            </a:r>
            <a:r>
              <a:rPr lang="en-US" altLang="zh-CN" sz="2000" dirty="0">
                <a:latin typeface="Verdana" panose="020B0604030504040204" pitchFamily="34" charset="0"/>
              </a:rPr>
              <a:t>(RAM) </a:t>
            </a:r>
            <a:endParaRPr lang="zh-CN" altLang="en-US" sz="2000" dirty="0">
              <a:latin typeface="Verdana" panose="020B0604030504040204" pitchFamily="34" charset="0"/>
            </a:endParaRPr>
          </a:p>
          <a:p>
            <a:pPr marL="530225" lvl="1" indent="-174625" algn="l" eaLnBrk="1" hangingPunct="1">
              <a:lnSpc>
                <a:spcPct val="105000"/>
              </a:lnSpc>
              <a:buFont typeface="Arial" panose="020B0604020202020204" pitchFamily="34" charset="0"/>
              <a:buChar char="–"/>
            </a:pPr>
            <a:r>
              <a:rPr lang="zh-CN" altLang="en-US" sz="2000" dirty="0">
                <a:latin typeface="Verdana" panose="020B0604030504040204" pitchFamily="34" charset="0"/>
              </a:rPr>
              <a:t>只读存储器 </a:t>
            </a:r>
            <a:r>
              <a:rPr lang="en-US" altLang="zh-CN" sz="2000" dirty="0">
                <a:latin typeface="Verdana" panose="020B0604030504040204" pitchFamily="34" charset="0"/>
              </a:rPr>
              <a:t>(ROM) </a:t>
            </a:r>
            <a:r>
              <a:rPr lang="zh-CN" altLang="en-US" sz="2000" dirty="0">
                <a:latin typeface="Verdana" panose="020B0604030504040204" pitchFamily="34" charset="0"/>
              </a:rPr>
              <a:t>：   保存有</a:t>
            </a:r>
            <a:r>
              <a:rPr lang="zh-CN" altLang="en-US" sz="1800" dirty="0">
                <a:latin typeface="Verdana" panose="020B0604030504040204" pitchFamily="34" charset="0"/>
              </a:rPr>
              <a:t>：</a:t>
            </a:r>
            <a:r>
              <a:rPr lang="en-US" altLang="zh-CN" sz="1800" dirty="0">
                <a:latin typeface="Verdana" panose="020B0604030504040204" pitchFamily="34" charset="0"/>
              </a:rPr>
              <a:t>BIOS</a:t>
            </a:r>
            <a:r>
              <a:rPr lang="zh-CN" altLang="en-US" sz="1800" dirty="0">
                <a:latin typeface="Verdana" panose="020B0604030504040204" pitchFamily="34" charset="0"/>
              </a:rPr>
              <a:t>、开机自检程序</a:t>
            </a:r>
          </a:p>
          <a:p>
            <a:pPr marL="530225" lvl="1" indent="-174625" algn="l" eaLnBrk="1" hangingPunct="1">
              <a:lnSpc>
                <a:spcPct val="105000"/>
              </a:lnSpc>
              <a:buFont typeface="Arial" panose="020B0604020202020204" pitchFamily="34" charset="0"/>
              <a:buChar char="–"/>
            </a:pPr>
            <a:r>
              <a:rPr lang="zh-CN" altLang="en-US" sz="2000" dirty="0">
                <a:latin typeface="Verdana" panose="020B0604030504040204" pitchFamily="34" charset="0"/>
              </a:rPr>
              <a:t>高速缓存 </a:t>
            </a:r>
            <a:r>
              <a:rPr lang="en-US" altLang="zh-CN" sz="2000" dirty="0">
                <a:latin typeface="Verdana" panose="020B0604030504040204" pitchFamily="34" charset="0"/>
              </a:rPr>
              <a:t>(Cache) </a:t>
            </a:r>
            <a:r>
              <a:rPr lang="zh-CN" altLang="en-US" sz="2000" dirty="0">
                <a:latin typeface="Verdana" panose="020B0604030504040204" pitchFamily="34" charset="0"/>
              </a:rPr>
              <a:t>：    </a:t>
            </a:r>
            <a:r>
              <a:rPr lang="zh-CN" altLang="en-US" sz="1800" dirty="0">
                <a:latin typeface="Verdana" panose="020B0604030504040204" pitchFamily="34" charset="0"/>
              </a:rPr>
              <a:t>位于</a:t>
            </a:r>
            <a:r>
              <a:rPr lang="en-US" altLang="zh-CN" sz="1800" dirty="0">
                <a:latin typeface="Verdana" panose="020B0604030504040204" pitchFamily="34" charset="0"/>
              </a:rPr>
              <a:t>CPU</a:t>
            </a:r>
            <a:r>
              <a:rPr lang="zh-CN" altLang="en-US" sz="1800" dirty="0">
                <a:latin typeface="Verdana" panose="020B0604030504040204" pitchFamily="34" charset="0"/>
              </a:rPr>
              <a:t>内部</a:t>
            </a:r>
            <a:endParaRPr lang="zh-CN" altLang="en-US" sz="2800" dirty="0">
              <a:latin typeface="Verdana" panose="020B0604030504040204" pitchFamily="34" charset="0"/>
            </a:endParaRPr>
          </a:p>
        </p:txBody>
      </p:sp>
      <p:sp>
        <p:nvSpPr>
          <p:cNvPr id="49157" name="AutoShape 4"/>
          <p:cNvSpPr>
            <a:spLocks noChangeArrowheads="1"/>
          </p:cNvSpPr>
          <p:nvPr/>
        </p:nvSpPr>
        <p:spPr bwMode="auto">
          <a:xfrm>
            <a:off x="900113" y="879475"/>
            <a:ext cx="7913687"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800" b="1" dirty="0">
                <a:solidFill>
                  <a:srgbClr val="006699"/>
                </a:solidFill>
                <a:latin typeface="楷体_GB2312" pitchFamily="1" charset="-122"/>
                <a:ea typeface="楷体_GB2312" pitchFamily="1" charset="-122"/>
                <a:sym typeface="楷体_GB2312" pitchFamily="1" charset="-122"/>
              </a:rPr>
              <a:t> </a:t>
            </a: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内存</a:t>
            </a:r>
            <a:endParaRPr lang="zh-CN" altLang="en-US" sz="1800" dirty="0">
              <a:latin typeface="Calibri" panose="020F0502020204030204" pitchFamily="34" charset="0"/>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55" y="3301770"/>
            <a:ext cx="2952205" cy="295220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iterate type="wd">
                                    <p:tmPct val="10000"/>
                                  </p:iterate>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p:cTn id="7" dur="500" fill="hold"/>
                                        <p:tgtEl>
                                          <p:spTgt spid="36867">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36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iterate type="lt">
                                    <p:tmPct val="10000"/>
                                  </p:iterate>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p:cTn id="13" dur="500" fill="hold"/>
                                        <p:tgtEl>
                                          <p:spTgt spid="36867">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368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iterate type="wd">
                                    <p:tmPct val="10000"/>
                                  </p:iterate>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p:cTn id="19" dur="500" fill="hold"/>
                                        <p:tgtEl>
                                          <p:spTgt spid="36867">
                                            <p:txEl>
                                              <p:pRg st="2" end="2"/>
                                            </p:txEl>
                                          </p:spTgt>
                                        </p:tgtEl>
                                        <p:attrNameLst>
                                          <p:attrName>ppt_x</p:attrName>
                                        </p:attrNameLst>
                                      </p:cBhvr>
                                      <p:tavLst>
                                        <p:tav tm="0">
                                          <p:val>
                                            <p:strVal val="0-#ppt_w/2"/>
                                          </p:val>
                                        </p:tav>
                                        <p:tav tm="100000">
                                          <p:val>
                                            <p:strVal val="#ppt_x"/>
                                          </p:val>
                                        </p:tav>
                                      </p:tavLst>
                                    </p:anim>
                                    <p:anim calcmode="lin" valueType="num">
                                      <p:cBhvr>
                                        <p:cTn id="20" dur="500" fill="hold"/>
                                        <p:tgtEl>
                                          <p:spTgt spid="368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iterate type="wd">
                                    <p:tmPct val="10000"/>
                                  </p:iterate>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p:cTn id="25" dur="500" fill="hold"/>
                                        <p:tgtEl>
                                          <p:spTgt spid="36867">
                                            <p:txEl>
                                              <p:pRg st="3" end="3"/>
                                            </p:txEl>
                                          </p:spTgt>
                                        </p:tgtEl>
                                        <p:attrNameLst>
                                          <p:attrName>ppt_x</p:attrName>
                                        </p:attrNameLst>
                                      </p:cBhvr>
                                      <p:tavLst>
                                        <p:tav tm="0">
                                          <p:val>
                                            <p:strVal val="0-#ppt_w/2"/>
                                          </p:val>
                                        </p:tav>
                                        <p:tav tm="100000">
                                          <p:val>
                                            <p:strVal val="#ppt_x"/>
                                          </p:val>
                                        </p:tav>
                                      </p:tavLst>
                                    </p:anim>
                                    <p:anim calcmode="lin" valueType="num">
                                      <p:cBhvr>
                                        <p:cTn id="26" dur="500" fill="hold"/>
                                        <p:tgtEl>
                                          <p:spTgt spid="3686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6"/>
          <p:cNvSpPr>
            <a:spLocks noGrp="1" noChangeArrowheads="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5A997DA3-A161-4786-8A40-839A2B67B7D1}" type="slidenum">
              <a:rPr lang="zh-CN" altLang="en-US" sz="900">
                <a:solidFill>
                  <a:srgbClr val="848589"/>
                </a:solidFill>
                <a:latin typeface="Futura Bk" charset="0"/>
                <a:sym typeface="Futura Bk" charset="0"/>
              </a:rPr>
              <a:t>32</a:t>
            </a:fld>
            <a:endParaRPr lang="zh-CN" altLang="en-US" sz="900">
              <a:solidFill>
                <a:srgbClr val="848589"/>
              </a:solidFill>
              <a:latin typeface="Futura Bk" charset="0"/>
              <a:sym typeface="Futura Bk" charset="0"/>
            </a:endParaRPr>
          </a:p>
        </p:txBody>
      </p:sp>
      <p:sp>
        <p:nvSpPr>
          <p:cNvPr id="38915" name="Rectangle 2"/>
          <p:cNvSpPr>
            <a:spLocks noGrp="1" noChangeArrowheads="1"/>
          </p:cNvSpPr>
          <p:nvPr>
            <p:ph sz="half" idx="1"/>
          </p:nvPr>
        </p:nvSpPr>
        <p:spPr>
          <a:xfrm>
            <a:off x="400050" y="1447800"/>
            <a:ext cx="4060825" cy="5027613"/>
          </a:xfrm>
        </p:spPr>
        <p:txBody>
          <a:bodyPr/>
          <a:lstStyle/>
          <a:p>
            <a:pPr marL="342900" indent="-342900" algn="l" eaLnBrk="1" hangingPunct="1">
              <a:buFont typeface="Arial" panose="020B0604020202020204" pitchFamily="34" charset="0"/>
              <a:buChar char="•"/>
            </a:pPr>
            <a:r>
              <a:rPr lang="zh-CN" altLang="en-US" sz="3200" dirty="0"/>
              <a:t>计算机外存</a:t>
            </a:r>
          </a:p>
          <a:p>
            <a:pPr marL="812800" lvl="1" indent="-279400" algn="l" eaLnBrk="1" hangingPunct="1">
              <a:lnSpc>
                <a:spcPct val="115000"/>
              </a:lnSpc>
              <a:buFont typeface="Arial" panose="020B0604020202020204" pitchFamily="34" charset="0"/>
              <a:buChar char="–"/>
            </a:pPr>
            <a:r>
              <a:rPr lang="zh-CN" altLang="en-US" sz="2800" dirty="0">
                <a:latin typeface="Verdana" panose="020B0604030504040204" pitchFamily="34" charset="0"/>
              </a:rPr>
              <a:t>软盘</a:t>
            </a:r>
          </a:p>
          <a:p>
            <a:pPr marL="812800" lvl="1" indent="-279400" algn="l" eaLnBrk="1" hangingPunct="1">
              <a:lnSpc>
                <a:spcPct val="115000"/>
              </a:lnSpc>
              <a:buFont typeface="Arial" panose="020B0604020202020204" pitchFamily="34" charset="0"/>
              <a:buChar char="–"/>
            </a:pPr>
            <a:r>
              <a:rPr lang="zh-CN" altLang="en-US" sz="2800" dirty="0">
                <a:latin typeface="Verdana" panose="020B0604030504040204" pitchFamily="34" charset="0"/>
              </a:rPr>
              <a:t>硬盘</a:t>
            </a:r>
          </a:p>
          <a:p>
            <a:pPr marL="812800" lvl="1" indent="-279400" algn="l" eaLnBrk="1" hangingPunct="1">
              <a:lnSpc>
                <a:spcPct val="115000"/>
              </a:lnSpc>
              <a:buFont typeface="Arial" panose="020B0604020202020204" pitchFamily="34" charset="0"/>
              <a:buChar char="–"/>
            </a:pPr>
            <a:r>
              <a:rPr lang="zh-CN" altLang="en-US" sz="2800" dirty="0">
                <a:latin typeface="Verdana" panose="020B0604030504040204" pitchFamily="34" charset="0"/>
              </a:rPr>
              <a:t>光盘</a:t>
            </a:r>
          </a:p>
          <a:p>
            <a:pPr marL="812800" lvl="1" indent="-279400" algn="l" eaLnBrk="1" hangingPunct="1">
              <a:lnSpc>
                <a:spcPct val="115000"/>
              </a:lnSpc>
              <a:buFont typeface="Arial" panose="020B0604020202020204" pitchFamily="34" charset="0"/>
              <a:buChar char="–"/>
            </a:pPr>
            <a:r>
              <a:rPr lang="en-US" altLang="zh-CN" sz="2800" dirty="0">
                <a:latin typeface="Verdana" panose="020B0604030504040204" pitchFamily="34" charset="0"/>
              </a:rPr>
              <a:t>U</a:t>
            </a:r>
            <a:r>
              <a:rPr lang="zh-CN" altLang="en-US" sz="2800" dirty="0">
                <a:latin typeface="Verdana" panose="020B0604030504040204" pitchFamily="34" charset="0"/>
              </a:rPr>
              <a:t>盘</a:t>
            </a:r>
          </a:p>
          <a:p>
            <a:pPr marL="812800" lvl="1" indent="-279400" algn="l" eaLnBrk="1" hangingPunct="1">
              <a:lnSpc>
                <a:spcPct val="115000"/>
              </a:lnSpc>
              <a:buFont typeface="Arial" panose="020B0604020202020204" pitchFamily="34" charset="0"/>
              <a:buChar char="–"/>
            </a:pPr>
            <a:r>
              <a:rPr lang="zh-CN" altLang="en-US" sz="2800" dirty="0">
                <a:latin typeface="Verdana" panose="020B0604030504040204" pitchFamily="34" charset="0"/>
              </a:rPr>
              <a:t>移动硬盘</a:t>
            </a:r>
            <a:endParaRPr lang="en-US" altLang="zh-CN" sz="2800" dirty="0">
              <a:latin typeface="Verdana" panose="020B0604030504040204" pitchFamily="34" charset="0"/>
            </a:endParaRPr>
          </a:p>
          <a:p>
            <a:pPr marL="812800" lvl="1" indent="-279400" algn="l" eaLnBrk="1" hangingPunct="1">
              <a:lnSpc>
                <a:spcPct val="115000"/>
              </a:lnSpc>
              <a:buFont typeface="Arial" panose="020B0604020202020204" pitchFamily="34" charset="0"/>
              <a:buChar char="–"/>
            </a:pPr>
            <a:r>
              <a:rPr lang="zh-CN" altLang="en-US" sz="2800" dirty="0">
                <a:latin typeface="Verdana" panose="020B0604030504040204" pitchFamily="34" charset="0"/>
              </a:rPr>
              <a:t>存储卡</a:t>
            </a:r>
          </a:p>
        </p:txBody>
      </p:sp>
      <p:pic>
        <p:nvPicPr>
          <p:cNvPr id="38916" name="Picture 3" descr="软盘"/>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3995960" y="1628875"/>
            <a:ext cx="1544637" cy="1711325"/>
          </a:xfrm>
        </p:spPr>
      </p:pic>
      <p:pic>
        <p:nvPicPr>
          <p:cNvPr id="38917" name="Picture 4" descr="U盘"/>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05" y="3910222"/>
            <a:ext cx="2160588"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Picture 5" descr="cf卡"/>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4612" y="5329238"/>
            <a:ext cx="13065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Picture 6" descr="硬盘"/>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a:stretch>
            <a:fillRect/>
          </a:stretch>
        </p:blipFill>
        <p:spPr>
          <a:xfrm>
            <a:off x="6012100" y="1700880"/>
            <a:ext cx="2173259" cy="1911917"/>
          </a:xfrm>
        </p:spPr>
      </p:pic>
      <p:pic>
        <p:nvPicPr>
          <p:cNvPr id="38920" name="Picture 7" descr="光驱"/>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47915" y="3573010"/>
            <a:ext cx="2366225" cy="138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5" name="AutoShape 8"/>
          <p:cNvSpPr>
            <a:spLocks noChangeArrowheads="1"/>
          </p:cNvSpPr>
          <p:nvPr/>
        </p:nvSpPr>
        <p:spPr bwMode="auto">
          <a:xfrm>
            <a:off x="900113" y="879475"/>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800" b="1" dirty="0">
                <a:solidFill>
                  <a:srgbClr val="006699"/>
                </a:solidFill>
                <a:latin typeface="楷体_GB2312" pitchFamily="1" charset="-122"/>
                <a:ea typeface="楷体_GB2312" pitchFamily="1" charset="-122"/>
                <a:sym typeface="楷体_GB2312" pitchFamily="1" charset="-122"/>
              </a:rPr>
              <a:t> </a:t>
            </a: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外存</a:t>
            </a:r>
            <a:endParaRPr lang="zh-CN" altLang="en-US" sz="1800" dirty="0">
              <a:latin typeface="Calibri" panose="020F0502020204030204" pitchFamily="34" charset="0"/>
            </a:endParaRPr>
          </a:p>
        </p:txBody>
      </p:sp>
      <p:pic>
        <p:nvPicPr>
          <p:cNvPr id="11" name="图片 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021494" y="5124575"/>
            <a:ext cx="3019065" cy="1358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10A6BA38-CFBE-4956-8AA6-DA068F9E39F3}" type="slidenum">
              <a:rPr lang="zh-CN" altLang="en-US" sz="900">
                <a:solidFill>
                  <a:srgbClr val="848589"/>
                </a:solidFill>
                <a:latin typeface="Futura Bk" charset="0"/>
                <a:sym typeface="Futura Bk" charset="0"/>
              </a:rPr>
              <a:t>33</a:t>
            </a:fld>
            <a:endParaRPr lang="zh-CN" altLang="en-US" sz="900">
              <a:solidFill>
                <a:srgbClr val="848589"/>
              </a:solidFill>
              <a:latin typeface="Futura Bk" charset="0"/>
              <a:sym typeface="Futura Bk" charset="0"/>
            </a:endParaRPr>
          </a:p>
        </p:txBody>
      </p:sp>
      <p:sp>
        <p:nvSpPr>
          <p:cNvPr id="54275" name="Rectangle 2"/>
          <p:cNvSpPr>
            <a:spLocks noGrp="1" noChangeArrowheads="1"/>
          </p:cNvSpPr>
          <p:nvPr>
            <p:ph type="body" idx="1"/>
          </p:nvPr>
        </p:nvSpPr>
        <p:spPr>
          <a:xfrm>
            <a:off x="457200" y="1600200"/>
            <a:ext cx="8229600" cy="4456113"/>
          </a:xfrm>
        </p:spPr>
        <p:txBody>
          <a:bodyPr/>
          <a:lstStyle/>
          <a:p>
            <a:pPr marL="342900" indent="-342900" algn="l" eaLnBrk="1" hangingPunct="1">
              <a:buFont typeface="Arial" panose="020B0604020202020204" pitchFamily="34" charset="0"/>
              <a:buChar char="•"/>
            </a:pPr>
            <a:r>
              <a:rPr lang="en-US" altLang="zh-CN" sz="2000" b="1"/>
              <a:t>I/O</a:t>
            </a:r>
            <a:r>
              <a:rPr lang="zh-CN" altLang="en-US" sz="2000" b="1"/>
              <a:t>设备（输入</a:t>
            </a:r>
            <a:r>
              <a:rPr lang="en-US" altLang="zh-CN" sz="2000" b="1"/>
              <a:t>/</a:t>
            </a:r>
            <a:r>
              <a:rPr lang="zh-CN" altLang="en-US" sz="2000" b="1"/>
              <a:t>输出设备）</a:t>
            </a:r>
          </a:p>
          <a:p>
            <a:pPr marL="342900" indent="-342900" algn="l" eaLnBrk="1" hangingPunct="1">
              <a:buFont typeface="Arial" panose="020B0604020202020204" pitchFamily="34" charset="0"/>
              <a:buChar char="•"/>
            </a:pPr>
            <a:r>
              <a:rPr lang="zh-CN" altLang="en-US" sz="2000"/>
              <a:t>计算机输入设备</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键盘</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鼠标</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扫描仪</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数码相机</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摄像头等</a:t>
            </a:r>
          </a:p>
          <a:p>
            <a:pPr marL="342900" indent="-342900" algn="l" eaLnBrk="1" hangingPunct="1">
              <a:buFont typeface="Arial" panose="020B0604020202020204" pitchFamily="34" charset="0"/>
              <a:buChar char="•"/>
            </a:pPr>
            <a:r>
              <a:rPr lang="zh-CN" altLang="en-US" sz="2000"/>
              <a:t>计算机输出设备</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显示器</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音箱</a:t>
            </a:r>
          </a:p>
          <a:p>
            <a:pPr marL="742950" lvl="1" indent="-285750" algn="l" eaLnBrk="1" hangingPunct="1">
              <a:buFont typeface="Arial" panose="020B0604020202020204" pitchFamily="34" charset="0"/>
              <a:buChar char="–"/>
            </a:pPr>
            <a:r>
              <a:rPr lang="zh-CN" altLang="en-US" sz="1800">
                <a:latin typeface="Verdana" panose="020B0604030504040204" pitchFamily="34" charset="0"/>
              </a:rPr>
              <a:t>打印机等</a:t>
            </a:r>
            <a:endParaRPr lang="zh-CN" altLang="en-US" sz="2800">
              <a:latin typeface="Verdana" panose="020B0604030504040204" pitchFamily="34" charset="0"/>
            </a:endParaRPr>
          </a:p>
        </p:txBody>
      </p:sp>
      <p:sp>
        <p:nvSpPr>
          <p:cNvPr id="45060" name="Rectangle 3"/>
          <p:cNvSpPr>
            <a:spLocks noChangeArrowheads="1"/>
          </p:cNvSpPr>
          <p:nvPr/>
        </p:nvSpPr>
        <p:spPr bwMode="auto">
          <a:xfrm>
            <a:off x="876300" y="1524000"/>
            <a:ext cx="36195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90000"/>
              </a:lnSpc>
              <a:spcBef>
                <a:spcPct val="30000"/>
              </a:spcBef>
              <a:spcAft>
                <a:spcPct val="10000"/>
              </a:spcAft>
              <a:buClr>
                <a:srgbClr val="B2B3B5"/>
              </a:buClr>
              <a:buSzPct val="75000"/>
            </a:pPr>
            <a:endParaRPr lang="en-US" altLang="zh-CN" sz="2800">
              <a:solidFill>
                <a:srgbClr val="006699"/>
              </a:solidFill>
              <a:latin typeface="Calibri" panose="020F0502020204030204" pitchFamily="34" charset="0"/>
            </a:endParaRPr>
          </a:p>
          <a:p>
            <a:pPr eaLnBrk="1" hangingPunct="1">
              <a:lnSpc>
                <a:spcPct val="90000"/>
              </a:lnSpc>
              <a:spcBef>
                <a:spcPct val="30000"/>
              </a:spcBef>
              <a:spcAft>
                <a:spcPct val="10000"/>
              </a:spcAft>
              <a:buClr>
                <a:srgbClr val="B2B3B5"/>
              </a:buClr>
              <a:buSzPct val="75000"/>
            </a:pPr>
            <a:endParaRPr lang="en-US" altLang="zh-CN" sz="2400">
              <a:solidFill>
                <a:srgbClr val="006699"/>
              </a:solidFill>
              <a:latin typeface="Calibri" panose="020F0502020204030204" pitchFamily="34" charset="0"/>
            </a:endParaRPr>
          </a:p>
        </p:txBody>
      </p:sp>
      <p:pic>
        <p:nvPicPr>
          <p:cNvPr id="45061" name="Picture 4"/>
          <p:cNvPicPr>
            <a:picLocks noChangeAspect="1" noChangeArrowheads="1"/>
          </p:cNvPicPr>
          <p:nvPr/>
        </p:nvPicPr>
        <p:blipFill>
          <a:blip r:embed="rId2">
            <a:extLst>
              <a:ext uri="{28A0092B-C50C-407E-A947-70E740481C1C}">
                <a14:useLocalDpi xmlns:a14="http://schemas.microsoft.com/office/drawing/2010/main" val="0"/>
              </a:ext>
            </a:extLst>
          </a:blip>
          <a:srcRect r="57753"/>
          <a:stretch>
            <a:fillRect/>
          </a:stretch>
        </p:blipFill>
        <p:spPr bwMode="auto">
          <a:xfrm>
            <a:off x="3851275" y="2708275"/>
            <a:ext cx="180022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5" descr="01401t02">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628775"/>
            <a:ext cx="21717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6" descr="jp_sb_5-03">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925" y="1557338"/>
            <a:ext cx="1198563"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Picture 7" descr="gaoshou2003030501-1">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3855" y="4929981"/>
            <a:ext cx="112871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5" name="Picture 8" descr="Print2401I">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92950" y="4941888"/>
            <a:ext cx="1835150"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6"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95963" y="2997200"/>
            <a:ext cx="1439862"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7"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08850" y="2924175"/>
            <a:ext cx="871538"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8" name="Picture 11"/>
          <p:cNvPicPr>
            <a:picLocks noChangeAspect="1" noChangeArrowheads="1"/>
          </p:cNvPicPr>
          <p:nvPr/>
        </p:nvPicPr>
        <p:blipFill>
          <a:blip r:embed="rId13">
            <a:extLst>
              <a:ext uri="{28A0092B-C50C-407E-A947-70E740481C1C}">
                <a14:useLocalDpi xmlns:a14="http://schemas.microsoft.com/office/drawing/2010/main" val="0"/>
              </a:ext>
            </a:extLst>
          </a:blip>
          <a:srcRect r="42606"/>
          <a:stretch>
            <a:fillRect/>
          </a:stretch>
        </p:blipFill>
        <p:spPr bwMode="auto">
          <a:xfrm>
            <a:off x="5219700" y="5013325"/>
            <a:ext cx="19050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5" name="AutoShape 12"/>
          <p:cNvSpPr>
            <a:spLocks noChangeArrowheads="1"/>
          </p:cNvSpPr>
          <p:nvPr/>
        </p:nvSpPr>
        <p:spPr bwMode="auto">
          <a:xfrm>
            <a:off x="900113" y="879475"/>
            <a:ext cx="7261225"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2800" b="1" dirty="0">
                <a:solidFill>
                  <a:srgbClr val="006699"/>
                </a:solidFill>
                <a:latin typeface="楷体_GB2312" pitchFamily="1" charset="-122"/>
                <a:ea typeface="楷体_GB2312" pitchFamily="1" charset="-122"/>
                <a:sym typeface="楷体_GB2312" pitchFamily="1" charset="-122"/>
              </a:rPr>
              <a:t> </a:t>
            </a: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en-US" altLang="zh-CN" sz="2800" b="1" dirty="0">
                <a:solidFill>
                  <a:srgbClr val="0000FF"/>
                </a:solidFill>
                <a:latin typeface="Tahoma" panose="020B0604030504040204" pitchFamily="34" charset="0"/>
                <a:sym typeface="Tahoma" panose="020B0604030504040204" pitchFamily="34" charset="0"/>
              </a:rPr>
              <a:t>I/O</a:t>
            </a:r>
            <a:r>
              <a:rPr lang="zh-CN" altLang="en-US" sz="2800" b="1" dirty="0">
                <a:solidFill>
                  <a:srgbClr val="0000FF"/>
                </a:solidFill>
                <a:latin typeface="Tahoma" panose="020B0604030504040204" pitchFamily="34" charset="0"/>
                <a:sym typeface="Tahoma" panose="020B0604030504040204" pitchFamily="34" charset="0"/>
              </a:rPr>
              <a:t>设备</a:t>
            </a:r>
            <a:endParaRPr lang="zh-CN" altLang="en-US" sz="1800" dirty="0">
              <a:latin typeface="Calibri" panose="020F0502020204030204" pitchFamily="34" charset="0"/>
            </a:endParaRPr>
          </a:p>
        </p:txBody>
      </p:sp>
      <p:pic>
        <p:nvPicPr>
          <p:cNvPr id="14" name="图片 1"/>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811867" y="4728493"/>
            <a:ext cx="1367865" cy="1367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5062"/>
                                        </p:tgtEl>
                                        <p:attrNameLst>
                                          <p:attrName>style.visibility</p:attrName>
                                        </p:attrNameLst>
                                      </p:cBhvr>
                                      <p:to>
                                        <p:strVal val="visible"/>
                                      </p:to>
                                    </p:set>
                                    <p:animEffect filter="blinds(horizontal)">
                                      <p:cBhvr>
                                        <p:cTn id="7" dur="500"/>
                                        <p:tgtEl>
                                          <p:spTgt spid="4506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5063"/>
                                        </p:tgtEl>
                                        <p:attrNameLst>
                                          <p:attrName>style.visibility</p:attrName>
                                        </p:attrNameLst>
                                      </p:cBhvr>
                                      <p:to>
                                        <p:strVal val="visible"/>
                                      </p:to>
                                    </p:set>
                                    <p:animEffect filter="blinds(horizontal)">
                                      <p:cBhvr>
                                        <p:cTn id="11" dur="500"/>
                                        <p:tgtEl>
                                          <p:spTgt spid="45063"/>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45061"/>
                                        </p:tgtEl>
                                        <p:attrNameLst>
                                          <p:attrName>style.visibility</p:attrName>
                                        </p:attrNameLst>
                                      </p:cBhvr>
                                      <p:to>
                                        <p:strVal val="visible"/>
                                      </p:to>
                                    </p:set>
                                    <p:animEffect filter="blinds(horizontal)">
                                      <p:cBhvr>
                                        <p:cTn id="15" dur="500"/>
                                        <p:tgtEl>
                                          <p:spTgt spid="45061"/>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45066"/>
                                        </p:tgtEl>
                                        <p:attrNameLst>
                                          <p:attrName>style.visibility</p:attrName>
                                        </p:attrNameLst>
                                      </p:cBhvr>
                                      <p:to>
                                        <p:strVal val="visible"/>
                                      </p:to>
                                    </p:set>
                                    <p:animEffect filter="blinds(horizontal)">
                                      <p:cBhvr>
                                        <p:cTn id="19" dur="500"/>
                                        <p:tgtEl>
                                          <p:spTgt spid="45066"/>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45067"/>
                                        </p:tgtEl>
                                        <p:attrNameLst>
                                          <p:attrName>style.visibility</p:attrName>
                                        </p:attrNameLst>
                                      </p:cBhvr>
                                      <p:to>
                                        <p:strVal val="visible"/>
                                      </p:to>
                                    </p:set>
                                    <p:animEffect filter="blinds(horizontal)">
                                      <p:cBhvr>
                                        <p:cTn id="23" dur="500"/>
                                        <p:tgtEl>
                                          <p:spTgt spid="45067"/>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45064"/>
                                        </p:tgtEl>
                                        <p:attrNameLst>
                                          <p:attrName>style.visibility</p:attrName>
                                        </p:attrNameLst>
                                      </p:cBhvr>
                                      <p:to>
                                        <p:strVal val="visible"/>
                                      </p:to>
                                    </p:set>
                                    <p:animEffect filter="blinds(horizontal)">
                                      <p:cBhvr>
                                        <p:cTn id="27" dur="500"/>
                                        <p:tgtEl>
                                          <p:spTgt spid="45064"/>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45068"/>
                                        </p:tgtEl>
                                        <p:attrNameLst>
                                          <p:attrName>style.visibility</p:attrName>
                                        </p:attrNameLst>
                                      </p:cBhvr>
                                      <p:to>
                                        <p:strVal val="visible"/>
                                      </p:to>
                                    </p:set>
                                    <p:animEffect filter="blinds(horizontal)">
                                      <p:cBhvr>
                                        <p:cTn id="31" dur="500"/>
                                        <p:tgtEl>
                                          <p:spTgt spid="45068"/>
                                        </p:tgtEl>
                                      </p:cBhvr>
                                    </p:animEffect>
                                  </p:childTnLst>
                                </p:cTn>
                              </p:par>
                              <p:par>
                                <p:cTn id="32" presetID="3" presetClass="entr" presetSubtype="10" fill="hold" grpId="0" nodeType="withEffect" nodePh="1">
                                  <p:stCondLst>
                                    <p:cond delay="0"/>
                                  </p:stCondLst>
                                  <p:endCondLst>
                                    <p:cond delay="0"/>
                                  </p:endCondLst>
                                  <p:childTnLst>
                                    <p:set>
                                      <p:cBhvr>
                                        <p:cTn id="33" dur="1" fill="hold">
                                          <p:stCondLst>
                                            <p:cond delay="0"/>
                                          </p:stCondLst>
                                        </p:cTn>
                                        <p:tgtEl>
                                          <p:spTgt spid="45060">
                                            <p:txEl>
                                              <p:pRg st="0" end="0"/>
                                            </p:txEl>
                                          </p:spTgt>
                                        </p:tgtEl>
                                        <p:attrNameLst>
                                          <p:attrName>style.visibility</p:attrName>
                                        </p:attrNameLst>
                                      </p:cBhvr>
                                      <p:to>
                                        <p:strVal val="visible"/>
                                      </p:to>
                                    </p:set>
                                    <p:animEffect filter="blinds(horizontal)">
                                      <p:cBhvr>
                                        <p:cTn id="34" dur="500"/>
                                        <p:tgtEl>
                                          <p:spTgt spid="45060">
                                            <p:txEl>
                                              <p:pRg st="0" end="0"/>
                                            </p:txEl>
                                          </p:spTgt>
                                        </p:tgtEl>
                                      </p:cBhvr>
                                    </p:animEffect>
                                  </p:childTnLst>
                                </p:cTn>
                              </p:par>
                            </p:childTnLst>
                          </p:cTn>
                        </p:par>
                        <p:par>
                          <p:cTn id="35" fill="hold">
                            <p:stCondLst>
                              <p:cond delay="3500"/>
                            </p:stCondLst>
                            <p:childTnLst>
                              <p:par>
                                <p:cTn id="36" presetID="3" presetClass="entr" presetSubtype="10" fill="hold" nodeType="afterEffect">
                                  <p:stCondLst>
                                    <p:cond delay="0"/>
                                  </p:stCondLst>
                                  <p:childTnLst>
                                    <p:set>
                                      <p:cBhvr>
                                        <p:cTn id="37" dur="1" fill="hold">
                                          <p:stCondLst>
                                            <p:cond delay="0"/>
                                          </p:stCondLst>
                                        </p:cTn>
                                        <p:tgtEl>
                                          <p:spTgt spid="45065"/>
                                        </p:tgtEl>
                                        <p:attrNameLst>
                                          <p:attrName>style.visibility</p:attrName>
                                        </p:attrNameLst>
                                      </p:cBhvr>
                                      <p:to>
                                        <p:strVal val="visible"/>
                                      </p:to>
                                    </p:set>
                                    <p:animEffect filter="blinds(horizontal)">
                                      <p:cBhvr>
                                        <p:cTn id="38" dur="500"/>
                                        <p:tgtEl>
                                          <p:spTgt spid="45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build="p" bldLvl="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28BA370F-48F3-4899-908E-89BAE98EFFE3}" type="slidenum">
              <a:rPr lang="zh-CN" altLang="en-US" sz="900">
                <a:solidFill>
                  <a:srgbClr val="848589"/>
                </a:solidFill>
                <a:latin typeface="Futura Bk" charset="0"/>
                <a:sym typeface="Futura Bk" charset="0"/>
              </a:rPr>
              <a:t>34</a:t>
            </a:fld>
            <a:endParaRPr lang="zh-CN" altLang="en-US" sz="900">
              <a:solidFill>
                <a:srgbClr val="848589"/>
              </a:solidFill>
              <a:latin typeface="Futura Bk" charset="0"/>
              <a:sym typeface="Futura Bk" charset="0"/>
            </a:endParaRPr>
          </a:p>
        </p:txBody>
      </p:sp>
      <p:sp>
        <p:nvSpPr>
          <p:cNvPr id="55299" name="Rectangle 2"/>
          <p:cNvSpPr>
            <a:spLocks noGrp="1" noChangeArrowheads="1"/>
          </p:cNvSpPr>
          <p:nvPr>
            <p:ph type="body" idx="1"/>
          </p:nvPr>
        </p:nvSpPr>
        <p:spPr>
          <a:xfrm>
            <a:off x="457200" y="1600200"/>
            <a:ext cx="8229600" cy="4456113"/>
          </a:xfrm>
        </p:spPr>
        <p:txBody>
          <a:bodyPr/>
          <a:lstStyle/>
          <a:p>
            <a:pPr marL="342900" indent="-342900" algn="l" eaLnBrk="1" hangingPunct="1">
              <a:buFont typeface="Arial" panose="020B0604020202020204" pitchFamily="34" charset="0"/>
              <a:buChar char="•"/>
            </a:pPr>
            <a:r>
              <a:rPr lang="zh-CN" altLang="en-US" sz="3200"/>
              <a:t>显示器</a:t>
            </a:r>
          </a:p>
          <a:p>
            <a:pPr marL="742950" lvl="1" indent="-285750" algn="l" eaLnBrk="1" hangingPunct="1">
              <a:buFont typeface="Arial" panose="020B0604020202020204" pitchFamily="34" charset="0"/>
              <a:buChar char="–"/>
            </a:pPr>
            <a:r>
              <a:rPr lang="en-US" altLang="zh-CN" sz="2800">
                <a:latin typeface="Verdana" panose="020B0604030504040204" pitchFamily="34" charset="0"/>
              </a:rPr>
              <a:t>CRT</a:t>
            </a:r>
            <a:endParaRPr lang="zh-CN" altLang="en-US" sz="2800">
              <a:latin typeface="Verdana" panose="020B0604030504040204" pitchFamily="34" charset="0"/>
            </a:endParaRPr>
          </a:p>
          <a:p>
            <a:pPr marL="1143000" lvl="2" indent="-228600" algn="l" eaLnBrk="1" hangingPunct="1">
              <a:buFont typeface="Arial" panose="020B0604020202020204" pitchFamily="34" charset="0"/>
              <a:buChar char="•"/>
            </a:pPr>
            <a:r>
              <a:rPr lang="zh-CN" altLang="en-US" sz="2400">
                <a:latin typeface="Verdana" panose="020B0604030504040204" pitchFamily="34" charset="0"/>
              </a:rPr>
              <a:t>分辨率</a:t>
            </a:r>
          </a:p>
          <a:p>
            <a:pPr marL="1143000" lvl="2" indent="-228600" algn="l" eaLnBrk="1" hangingPunct="1">
              <a:buFont typeface="Arial" panose="020B0604020202020204" pitchFamily="34" charset="0"/>
              <a:buChar char="•"/>
            </a:pPr>
            <a:r>
              <a:rPr lang="zh-CN" altLang="en-US" sz="2400">
                <a:latin typeface="Verdana" panose="020B0604030504040204" pitchFamily="34" charset="0"/>
              </a:rPr>
              <a:t>刷新率</a:t>
            </a:r>
          </a:p>
          <a:p>
            <a:pPr marL="1143000" lvl="2" indent="-228600" algn="l" eaLnBrk="1" hangingPunct="1">
              <a:buFont typeface="Arial" panose="020B0604020202020204" pitchFamily="34" charset="0"/>
              <a:buChar char="•"/>
            </a:pPr>
            <a:r>
              <a:rPr lang="zh-CN" altLang="en-US" sz="2400">
                <a:latin typeface="Verdana" panose="020B0604030504040204" pitchFamily="34" charset="0"/>
              </a:rPr>
              <a:t>点距</a:t>
            </a:r>
          </a:p>
          <a:p>
            <a:pPr marL="1143000" lvl="2" indent="-228600" algn="l" eaLnBrk="1" hangingPunct="1">
              <a:buFont typeface="Arial" panose="020B0604020202020204" pitchFamily="34" charset="0"/>
              <a:buChar char="•"/>
            </a:pPr>
            <a:r>
              <a:rPr lang="zh-CN" altLang="en-US" sz="2400">
                <a:latin typeface="Verdana" panose="020B0604030504040204" pitchFamily="34" charset="0"/>
              </a:rPr>
              <a:t>带宽</a:t>
            </a:r>
          </a:p>
          <a:p>
            <a:pPr marL="742950" lvl="1" indent="-285750" algn="l" eaLnBrk="1" hangingPunct="1">
              <a:buFont typeface="Arial" panose="020B0604020202020204" pitchFamily="34" charset="0"/>
              <a:buChar char="–"/>
            </a:pPr>
            <a:r>
              <a:rPr lang="en-US" altLang="zh-CN" sz="2800">
                <a:latin typeface="Verdana" panose="020B0604030504040204" pitchFamily="34" charset="0"/>
              </a:rPr>
              <a:t>LCD</a:t>
            </a:r>
            <a:endParaRPr lang="zh-CN" altLang="en-US" sz="2800">
              <a:latin typeface="Verdana" panose="020B0604030504040204" pitchFamily="34" charset="0"/>
            </a:endParaRPr>
          </a:p>
          <a:p>
            <a:pPr marL="1143000" lvl="2" indent="-228600" algn="l" eaLnBrk="1" hangingPunct="1">
              <a:buFont typeface="Arial" panose="020B0604020202020204" pitchFamily="34" charset="0"/>
              <a:buChar char="•"/>
            </a:pPr>
            <a:r>
              <a:rPr lang="zh-CN" altLang="en-US" sz="2400">
                <a:latin typeface="Verdana" panose="020B0604030504040204" pitchFamily="34" charset="0"/>
              </a:rPr>
              <a:t>可视角度</a:t>
            </a:r>
          </a:p>
          <a:p>
            <a:pPr marL="1143000" lvl="2" indent="-228600" algn="l" eaLnBrk="1" hangingPunct="1">
              <a:buFont typeface="Arial" panose="020B0604020202020204" pitchFamily="34" charset="0"/>
              <a:buChar char="•"/>
            </a:pPr>
            <a:r>
              <a:rPr lang="zh-CN" altLang="en-US" sz="2400">
                <a:latin typeface="Verdana" panose="020B0604030504040204" pitchFamily="34" charset="0"/>
              </a:rPr>
              <a:t>响应时间</a:t>
            </a:r>
          </a:p>
          <a:p>
            <a:pPr marL="1143000" lvl="2" indent="-228600" algn="l" eaLnBrk="1" hangingPunct="1">
              <a:buFont typeface="Arial" panose="020B0604020202020204" pitchFamily="34" charset="0"/>
              <a:buChar char="•"/>
            </a:pPr>
            <a:r>
              <a:rPr lang="zh-CN" altLang="en-US" sz="2400">
                <a:latin typeface="Verdana" panose="020B0604030504040204" pitchFamily="34" charset="0"/>
              </a:rPr>
              <a:t>分辨率</a:t>
            </a:r>
          </a:p>
        </p:txBody>
      </p:sp>
      <p:pic>
        <p:nvPicPr>
          <p:cNvPr id="55300" name="Picture 3" descr="disp0101"/>
          <p:cNvPicPr>
            <a:picLocks noChangeAspect="1" noChangeArrowheads="1"/>
          </p:cNvPicPr>
          <p:nvPr/>
        </p:nvPicPr>
        <p:blipFill>
          <a:blip r:embed="rId2">
            <a:extLst>
              <a:ext uri="{28A0092B-C50C-407E-A947-70E740481C1C}">
                <a14:useLocalDpi xmlns:a14="http://schemas.microsoft.com/office/drawing/2010/main" val="0"/>
              </a:ext>
            </a:extLst>
          </a:blip>
          <a:srcRect l="3447" t="2179" r="2463" b="1233"/>
          <a:stretch>
            <a:fillRect/>
          </a:stretch>
        </p:blipFill>
        <p:spPr bwMode="auto">
          <a:xfrm>
            <a:off x="5219700" y="1196975"/>
            <a:ext cx="24384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4" descr="14800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3860800"/>
            <a:ext cx="3024187" cy="240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 name="AutoShape 5"/>
          <p:cNvSpPr>
            <a:spLocks noChangeArrowheads="1"/>
          </p:cNvSpPr>
          <p:nvPr/>
        </p:nvSpPr>
        <p:spPr bwMode="auto">
          <a:xfrm>
            <a:off x="900113" y="879475"/>
            <a:ext cx="7332662"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输出设备</a:t>
            </a:r>
            <a:endParaRPr lang="zh-CN" altLang="en-US" sz="1800" dirty="0">
              <a:latin typeface="Calibri" panose="020F0502020204030204" pitchFamily="34"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679CDEAE-66F3-4D80-AB41-293A8506B94E}" type="slidenum">
              <a:rPr lang="zh-CN" altLang="en-US" sz="900">
                <a:solidFill>
                  <a:srgbClr val="848589"/>
                </a:solidFill>
                <a:latin typeface="Futura Bk" charset="0"/>
                <a:sym typeface="Futura Bk" charset="0"/>
              </a:rPr>
              <a:t>35</a:t>
            </a:fld>
            <a:endParaRPr lang="zh-CN" altLang="en-US" sz="900">
              <a:solidFill>
                <a:srgbClr val="848589"/>
              </a:solidFill>
              <a:latin typeface="Futura Bk" charset="0"/>
              <a:sym typeface="Futura Bk" charset="0"/>
            </a:endParaRPr>
          </a:p>
        </p:txBody>
      </p:sp>
      <p:sp>
        <p:nvSpPr>
          <p:cNvPr id="56323" name="Rectangle 2"/>
          <p:cNvSpPr>
            <a:spLocks noGrp="1" noChangeArrowheads="1"/>
          </p:cNvSpPr>
          <p:nvPr>
            <p:ph type="body" idx="1"/>
          </p:nvPr>
        </p:nvSpPr>
        <p:spPr>
          <a:xfrm>
            <a:off x="457200" y="1600200"/>
            <a:ext cx="8229600" cy="4456113"/>
          </a:xfrm>
        </p:spPr>
        <p:txBody>
          <a:bodyPr/>
          <a:lstStyle/>
          <a:p>
            <a:pPr marL="342900" indent="-342900" algn="l" eaLnBrk="1" hangingPunct="1">
              <a:buFont typeface="Arial" panose="020B0604020202020204" pitchFamily="34" charset="0"/>
              <a:buChar char="•"/>
            </a:pPr>
            <a:r>
              <a:rPr lang="zh-CN" altLang="en-US" sz="3200" dirty="0"/>
              <a:t>打印机</a:t>
            </a:r>
          </a:p>
          <a:p>
            <a:pPr marL="742950" lvl="1" indent="-285750" algn="l" eaLnBrk="1" hangingPunct="1">
              <a:buFont typeface="Arial" panose="020B0604020202020204" pitchFamily="34" charset="0"/>
              <a:buChar char="–"/>
            </a:pPr>
            <a:r>
              <a:rPr lang="zh-CN" altLang="en-US" sz="2800" dirty="0">
                <a:latin typeface="Verdana" panose="020B0604030504040204" pitchFamily="34" charset="0"/>
              </a:rPr>
              <a:t>针式打印机</a:t>
            </a:r>
          </a:p>
          <a:p>
            <a:pPr marL="742950" lvl="1" indent="-285750" algn="l" eaLnBrk="1" hangingPunct="1">
              <a:buFont typeface="Arial" panose="020B0604020202020204" pitchFamily="34" charset="0"/>
              <a:buChar char="–"/>
            </a:pPr>
            <a:r>
              <a:rPr lang="zh-CN" altLang="en-US" sz="2800" dirty="0">
                <a:latin typeface="Verdana" panose="020B0604030504040204" pitchFamily="34" charset="0"/>
              </a:rPr>
              <a:t>喷墨打印机</a:t>
            </a:r>
          </a:p>
          <a:p>
            <a:pPr marL="742950" lvl="1" indent="-285750" algn="l" eaLnBrk="1" hangingPunct="1">
              <a:buFont typeface="Arial" panose="020B0604020202020204" pitchFamily="34" charset="0"/>
              <a:buChar char="–"/>
            </a:pPr>
            <a:r>
              <a:rPr lang="zh-CN" altLang="en-US" sz="2800" dirty="0">
                <a:latin typeface="Verdana" panose="020B0604030504040204" pitchFamily="34" charset="0"/>
              </a:rPr>
              <a:t>激光打印机</a:t>
            </a:r>
          </a:p>
          <a:p>
            <a:pPr marL="742950" lvl="1" indent="-285750" algn="l" eaLnBrk="1" hangingPunct="1">
              <a:buFont typeface="Arial" panose="020B0604020202020204" pitchFamily="34" charset="0"/>
              <a:buChar char="–"/>
            </a:pPr>
            <a:r>
              <a:rPr lang="en-US" altLang="zh-CN" sz="2800" dirty="0">
                <a:latin typeface="Verdana" panose="020B0604030504040204" pitchFamily="34" charset="0"/>
              </a:rPr>
              <a:t>DPI</a:t>
            </a:r>
            <a:endParaRPr lang="zh-CN" altLang="en-US" sz="2800" dirty="0">
              <a:latin typeface="Verdana" panose="020B0604030504040204" pitchFamily="34" charset="0"/>
            </a:endParaRPr>
          </a:p>
          <a:p>
            <a:pPr marL="742950" lvl="1" indent="-285750" algn="l" eaLnBrk="1" hangingPunct="1">
              <a:buFont typeface="Arial" panose="020B0604020202020204" pitchFamily="34" charset="0"/>
              <a:buChar char="–"/>
            </a:pPr>
            <a:r>
              <a:rPr lang="zh-CN" altLang="en-US" sz="2800" dirty="0">
                <a:latin typeface="Verdana" panose="020B0604030504040204" pitchFamily="34" charset="0"/>
              </a:rPr>
              <a:t>幅面</a:t>
            </a:r>
          </a:p>
          <a:p>
            <a:pPr marL="1143000" lvl="2" indent="-228600" algn="l" eaLnBrk="1" hangingPunct="1">
              <a:buFont typeface="Arial" panose="020B0604020202020204" pitchFamily="34" charset="0"/>
              <a:buChar char="•"/>
            </a:pPr>
            <a:r>
              <a:rPr lang="en-US" altLang="zh-CN" sz="2400" dirty="0">
                <a:latin typeface="Verdana" panose="020B0604030504040204" pitchFamily="34" charset="0"/>
              </a:rPr>
              <a:t>A4</a:t>
            </a:r>
            <a:endParaRPr lang="zh-CN" altLang="en-US" sz="2400" dirty="0">
              <a:latin typeface="Verdana" panose="020B0604030504040204" pitchFamily="34" charset="0"/>
            </a:endParaRPr>
          </a:p>
          <a:p>
            <a:pPr marL="1143000" lvl="2" indent="-228600" algn="l" eaLnBrk="1" hangingPunct="1">
              <a:buFont typeface="Arial" panose="020B0604020202020204" pitchFamily="34" charset="0"/>
              <a:buChar char="•"/>
            </a:pPr>
            <a:r>
              <a:rPr lang="en-US" altLang="zh-CN" sz="2400" dirty="0">
                <a:latin typeface="Verdana" panose="020B0604030504040204" pitchFamily="34" charset="0"/>
              </a:rPr>
              <a:t>A3</a:t>
            </a:r>
          </a:p>
          <a:p>
            <a:pPr marL="342900" indent="-342900" algn="l" eaLnBrk="1" hangingPunct="1">
              <a:buFont typeface="Arial" panose="020B0604020202020204" pitchFamily="34" charset="0"/>
              <a:buChar char="•"/>
            </a:pPr>
            <a:r>
              <a:rPr lang="zh-CN" altLang="en-US" sz="3200" dirty="0"/>
              <a:t>未来方向：</a:t>
            </a:r>
            <a:r>
              <a:rPr lang="en-US" altLang="zh-CN" sz="3200" dirty="0"/>
              <a:t>3D</a:t>
            </a:r>
            <a:r>
              <a:rPr lang="zh-CN" altLang="en-US" sz="3200" dirty="0"/>
              <a:t>打印机</a:t>
            </a:r>
          </a:p>
        </p:txBody>
      </p:sp>
      <p:pic>
        <p:nvPicPr>
          <p:cNvPr id="56324" name="Picture 3" descr="针 式 打 印 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628775"/>
            <a:ext cx="2303463" cy="148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5" name="Picture 4" descr="prin02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3357563"/>
            <a:ext cx="2401887" cy="191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5" descr="prin03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025" y="4581525"/>
            <a:ext cx="2016125"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7" name="AutoShape 6"/>
          <p:cNvSpPr>
            <a:spLocks noChangeArrowheads="1"/>
          </p:cNvSpPr>
          <p:nvPr/>
        </p:nvSpPr>
        <p:spPr bwMode="auto">
          <a:xfrm>
            <a:off x="900113" y="895350"/>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输出设备</a:t>
            </a:r>
            <a:endParaRPr lang="zh-CN" altLang="en-US" sz="1800" dirty="0">
              <a:latin typeface="Calibri" panose="020F0502020204030204" pitchFamily="34"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36FF30D9-3B0A-4A6C-99E1-F5966073D640}" type="slidenum">
              <a:rPr lang="zh-CN" altLang="en-US" sz="900">
                <a:solidFill>
                  <a:srgbClr val="848589"/>
                </a:solidFill>
                <a:latin typeface="Futura Bk" charset="0"/>
                <a:sym typeface="Futura Bk" charset="0"/>
              </a:rPr>
              <a:t>36</a:t>
            </a:fld>
            <a:endParaRPr lang="zh-CN" altLang="en-US" sz="900">
              <a:solidFill>
                <a:srgbClr val="848589"/>
              </a:solidFill>
              <a:latin typeface="Futura Bk" charset="0"/>
              <a:sym typeface="Futura Bk" charset="0"/>
            </a:endParaRPr>
          </a:p>
        </p:txBody>
      </p:sp>
      <p:sp>
        <p:nvSpPr>
          <p:cNvPr id="58371" name="Rectangle 2"/>
          <p:cNvSpPr>
            <a:spLocks noGrp="1" noChangeArrowheads="1"/>
          </p:cNvSpPr>
          <p:nvPr>
            <p:ph type="body" idx="1"/>
          </p:nvPr>
        </p:nvSpPr>
        <p:spPr>
          <a:xfrm>
            <a:off x="457200" y="1600200"/>
            <a:ext cx="8229600" cy="4456113"/>
          </a:xfrm>
        </p:spPr>
        <p:txBody>
          <a:bodyPr/>
          <a:lstStyle/>
          <a:p>
            <a:pPr marL="342900" indent="-342900" algn="l" eaLnBrk="1" hangingPunct="1">
              <a:buFont typeface="Arial" panose="020B0604020202020204" pitchFamily="34" charset="0"/>
              <a:buChar char="•"/>
            </a:pPr>
            <a:r>
              <a:rPr lang="zh-CN" altLang="en-US" sz="3200">
                <a:solidFill>
                  <a:srgbClr val="000000"/>
                </a:solidFill>
              </a:rPr>
              <a:t>驱动程序是一种特殊的程序</a:t>
            </a:r>
          </a:p>
          <a:p>
            <a:pPr marL="342900" indent="-342900" algn="l" eaLnBrk="1" hangingPunct="1">
              <a:buFont typeface="Arial" panose="020B0604020202020204" pitchFamily="34" charset="0"/>
              <a:buChar char="•"/>
            </a:pPr>
            <a:r>
              <a:rPr lang="zh-CN" altLang="en-US" sz="3200">
                <a:solidFill>
                  <a:srgbClr val="000000"/>
                </a:solidFill>
              </a:rPr>
              <a:t>解释各种</a:t>
            </a:r>
            <a:r>
              <a:rPr lang="en-US" altLang="zh-CN" sz="3200">
                <a:solidFill>
                  <a:srgbClr val="000000"/>
                </a:solidFill>
              </a:rPr>
              <a:t>BIOS</a:t>
            </a:r>
            <a:r>
              <a:rPr lang="zh-CN" altLang="en-US" sz="3200">
                <a:solidFill>
                  <a:srgbClr val="000000"/>
                </a:solidFill>
              </a:rPr>
              <a:t>不能支持的硬件设备，使计算机能够认识和识别这些硬件设备，从而保证硬件设备正常运行，并充分发挥硬件设备的性能 </a:t>
            </a:r>
            <a:endParaRPr lang="zh-CN" altLang="en-US" sz="3200"/>
          </a:p>
        </p:txBody>
      </p:sp>
      <p:sp>
        <p:nvSpPr>
          <p:cNvPr id="58372" name="AutoShape 3"/>
          <p:cNvSpPr>
            <a:spLocks noChangeArrowheads="1"/>
          </p:cNvSpPr>
          <p:nvPr/>
        </p:nvSpPr>
        <p:spPr bwMode="auto">
          <a:xfrm>
            <a:off x="900113" y="879475"/>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800" b="1" dirty="0">
                <a:solidFill>
                  <a:srgbClr val="006699"/>
                </a:solidFill>
                <a:latin typeface="楷体_GB2312" pitchFamily="1" charset="-122"/>
                <a:ea typeface="楷体_GB2312" pitchFamily="1" charset="-122"/>
                <a:sym typeface="楷体_GB2312" pitchFamily="1" charset="-122"/>
              </a:rPr>
              <a:t>计算机硬件系统</a:t>
            </a:r>
            <a:r>
              <a:rPr lang="en-US" altLang="zh-CN" sz="2800" b="1" dirty="0">
                <a:solidFill>
                  <a:srgbClr val="006699"/>
                </a:solidFill>
                <a:latin typeface="楷体_GB2312" pitchFamily="1" charset="-122"/>
                <a:ea typeface="楷体_GB2312" pitchFamily="1" charset="-122"/>
                <a:sym typeface="楷体_GB2312" pitchFamily="1" charset="-122"/>
              </a:rPr>
              <a:t>——</a:t>
            </a:r>
            <a:r>
              <a:rPr lang="zh-CN" altLang="en-US" sz="2800" b="1" dirty="0">
                <a:solidFill>
                  <a:srgbClr val="0000FF"/>
                </a:solidFill>
                <a:latin typeface="Tahoma" panose="020B0604030504040204" pitchFamily="34" charset="0"/>
                <a:sym typeface="Tahoma" panose="020B0604030504040204" pitchFamily="34" charset="0"/>
              </a:rPr>
              <a:t>驱动程序</a:t>
            </a:r>
            <a:endParaRPr lang="zh-CN" altLang="en-US" sz="1800" dirty="0">
              <a:latin typeface="Calibri" panose="020F0502020204030204" pitchFamily="34"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文本框 46084"/>
          <p:cNvSpPr txBox="1">
            <a:spLocks noChangeArrowheads="1"/>
          </p:cNvSpPr>
          <p:nvPr/>
        </p:nvSpPr>
        <p:spPr bwMode="auto">
          <a:xfrm>
            <a:off x="-1" y="836820"/>
            <a:ext cx="889230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dirty="0">
                <a:latin typeface="Times New Roman" panose="02020603050405020304" pitchFamily="18" charset="0"/>
                <a:ea typeface="华康简宋" charset="-122"/>
              </a:rPr>
              <a:t>      计算机软件，按其 功能不同分为</a:t>
            </a:r>
            <a:r>
              <a:rPr lang="zh-CN" altLang="en-US" dirty="0">
                <a:solidFill>
                  <a:srgbClr val="FF0000"/>
                </a:solidFill>
                <a:latin typeface="Times New Roman" panose="02020603050405020304" pitchFamily="18" charset="0"/>
                <a:ea typeface="华康简宋" charset="-122"/>
              </a:rPr>
              <a:t>系统软件</a:t>
            </a:r>
            <a:r>
              <a:rPr lang="zh-CN" altLang="en-US" dirty="0">
                <a:latin typeface="Times New Roman" panose="02020603050405020304" pitchFamily="18" charset="0"/>
                <a:ea typeface="华康简宋" charset="-122"/>
              </a:rPr>
              <a:t>和</a:t>
            </a:r>
            <a:r>
              <a:rPr lang="zh-CN" altLang="en-US" dirty="0">
                <a:solidFill>
                  <a:srgbClr val="FF0000"/>
                </a:solidFill>
                <a:latin typeface="Times New Roman" panose="02020603050405020304" pitchFamily="18" charset="0"/>
                <a:ea typeface="华康简宋" charset="-122"/>
              </a:rPr>
              <a:t>应用软件</a:t>
            </a:r>
            <a:r>
              <a:rPr lang="zh-CN" altLang="en-US" dirty="0">
                <a:latin typeface="Times New Roman" panose="02020603050405020304" pitchFamily="18" charset="0"/>
                <a:ea typeface="华康简宋" charset="-122"/>
              </a:rPr>
              <a:t>两类。</a:t>
            </a:r>
            <a:r>
              <a:rPr lang="zh-CN" altLang="en-US" dirty="0">
                <a:latin typeface="Times New Roman" panose="02020603050405020304" pitchFamily="18" charset="0"/>
              </a:rPr>
              <a:t> </a:t>
            </a:r>
          </a:p>
        </p:txBody>
      </p:sp>
      <p:sp>
        <p:nvSpPr>
          <p:cNvPr id="46086" name="文本框 46085"/>
          <p:cNvSpPr txBox="1">
            <a:spLocks noChangeArrowheads="1"/>
          </p:cNvSpPr>
          <p:nvPr/>
        </p:nvSpPr>
        <p:spPr bwMode="auto">
          <a:xfrm>
            <a:off x="107690" y="1981200"/>
            <a:ext cx="892862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pPr>
            <a:r>
              <a:rPr lang="zh-CN" altLang="en-US" sz="2800" dirty="0">
                <a:solidFill>
                  <a:srgbClr val="FF0000"/>
                </a:solidFill>
                <a:latin typeface="Times New Roman" panose="02020603050405020304" pitchFamily="18" charset="0"/>
                <a:ea typeface="华康简宋" charset="-122"/>
              </a:rPr>
              <a:t>系统软件</a:t>
            </a:r>
            <a:r>
              <a:rPr lang="zh-CN" altLang="en-US" sz="2800" dirty="0">
                <a:latin typeface="Times New Roman" panose="02020603050405020304" pitchFamily="18" charset="0"/>
                <a:ea typeface="华康简宋" charset="-122"/>
              </a:rPr>
              <a:t>指由计算机厂家及配套的软件公司提供的用于使用和管理计算机的程序及说明文档。它们主要包括以下几种。</a:t>
            </a:r>
            <a:r>
              <a:rPr lang="zh-CN" altLang="en-US" sz="2800" dirty="0">
                <a:latin typeface="Times New Roman" panose="02020603050405020304" pitchFamily="18" charset="0"/>
              </a:rPr>
              <a:t> </a:t>
            </a:r>
          </a:p>
        </p:txBody>
      </p:sp>
      <p:sp>
        <p:nvSpPr>
          <p:cNvPr id="46087" name="文本框 46086"/>
          <p:cNvSpPr txBox="1">
            <a:spLocks noChangeArrowheads="1"/>
          </p:cNvSpPr>
          <p:nvPr/>
        </p:nvSpPr>
        <p:spPr bwMode="auto">
          <a:xfrm>
            <a:off x="0" y="3658980"/>
            <a:ext cx="84296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dirty="0">
                <a:latin typeface="Arial" panose="020B0604020202020204" pitchFamily="34" charset="0"/>
              </a:rPr>
              <a:t>(1) </a:t>
            </a:r>
            <a:r>
              <a:rPr lang="zh-CN" altLang="en-US" sz="2400" dirty="0">
                <a:latin typeface="Arial" panose="020B0604020202020204" pitchFamily="34" charset="0"/>
                <a:ea typeface="黑体" panose="02010609060101010101" pitchFamily="49" charset="-122"/>
              </a:rPr>
              <a:t>操作系统  ：</a:t>
            </a:r>
            <a:r>
              <a:rPr lang="zh-CN" altLang="en-US" sz="2400" dirty="0">
                <a:latin typeface="Times New Roman" panose="02020603050405020304" pitchFamily="18" charset="0"/>
                <a:ea typeface="华康简宋" charset="-122"/>
              </a:rPr>
              <a:t>用来管理计算机系统的各种硬件及软件资源。</a:t>
            </a:r>
            <a:endParaRPr lang="zh-CN" altLang="en-US" sz="2400" dirty="0">
              <a:latin typeface="Arial" panose="020B0604020202020204" pitchFamily="34" charset="0"/>
            </a:endParaRP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华康简宋" charset="-122"/>
              </a:rPr>
              <a:t>     </a:t>
            </a:r>
            <a:r>
              <a:rPr lang="zh-CN" altLang="en-US" sz="2400" dirty="0">
                <a:latin typeface="Times New Roman" panose="02020603050405020304" pitchFamily="18" charset="0"/>
              </a:rPr>
              <a:t> </a:t>
            </a:r>
          </a:p>
        </p:txBody>
      </p:sp>
      <p:sp>
        <p:nvSpPr>
          <p:cNvPr id="46088" name="文本框 46087"/>
          <p:cNvSpPr txBox="1">
            <a:spLocks noChangeArrowheads="1"/>
          </p:cNvSpPr>
          <p:nvPr/>
        </p:nvSpPr>
        <p:spPr bwMode="auto">
          <a:xfrm>
            <a:off x="0" y="4116180"/>
            <a:ext cx="551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a:latin typeface="Arial" panose="020B0604020202020204" pitchFamily="34" charset="0"/>
              </a:rPr>
              <a:t>(2) </a:t>
            </a:r>
            <a:r>
              <a:rPr lang="zh-CN" altLang="en-US" sz="2400">
                <a:latin typeface="Arial" panose="020B0604020202020204" pitchFamily="34" charset="0"/>
                <a:ea typeface="黑体" panose="02010609060101010101" pitchFamily="49" charset="-122"/>
              </a:rPr>
              <a:t>计算机语言及汇编、编译、解释程序</a:t>
            </a:r>
            <a:endParaRPr lang="zh-CN" altLang="en-US" sz="2400">
              <a:latin typeface="Times New Roman" panose="02020603050405020304" pitchFamily="18" charset="0"/>
            </a:endParaRPr>
          </a:p>
        </p:txBody>
      </p:sp>
      <p:sp>
        <p:nvSpPr>
          <p:cNvPr id="46089" name="文本框 46088"/>
          <p:cNvSpPr txBox="1">
            <a:spLocks noChangeArrowheads="1"/>
          </p:cNvSpPr>
          <p:nvPr/>
        </p:nvSpPr>
        <p:spPr bwMode="auto">
          <a:xfrm>
            <a:off x="0" y="4649580"/>
            <a:ext cx="864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a:latin typeface="Arial" panose="020B0604020202020204" pitchFamily="34" charset="0"/>
              </a:rPr>
              <a:t>(3) </a:t>
            </a:r>
            <a:r>
              <a:rPr lang="zh-CN" altLang="en-US" sz="2400">
                <a:latin typeface="Arial" panose="020B0604020202020204" pitchFamily="34" charset="0"/>
                <a:ea typeface="黑体" panose="02010609060101010101" pitchFamily="49" charset="-122"/>
              </a:rPr>
              <a:t>服务程序</a:t>
            </a:r>
            <a:r>
              <a:rPr lang="zh-CN" altLang="en-US" sz="2400">
                <a:latin typeface="Arial" panose="020B0604020202020204" pitchFamily="34" charset="0"/>
              </a:rPr>
              <a:t>：</a:t>
            </a:r>
            <a:r>
              <a:rPr lang="zh-CN" altLang="en-US" sz="2400">
                <a:latin typeface="Times New Roman" panose="02020603050405020304" pitchFamily="18" charset="0"/>
                <a:ea typeface="华康简宋" charset="-122"/>
              </a:rPr>
              <a:t>用户通过这些程序来使用系统提供的许多功能。 </a:t>
            </a:r>
            <a:endParaRPr lang="zh-CN" altLang="en-US" sz="2400">
              <a:latin typeface="Times New Roman" panose="02020603050405020304" pitchFamily="18" charset="0"/>
            </a:endParaRPr>
          </a:p>
        </p:txBody>
      </p:sp>
      <p:sp>
        <p:nvSpPr>
          <p:cNvPr id="46090" name="文本框 46089"/>
          <p:cNvSpPr txBox="1">
            <a:spLocks noChangeArrowheads="1"/>
          </p:cNvSpPr>
          <p:nvPr/>
        </p:nvSpPr>
        <p:spPr bwMode="auto">
          <a:xfrm>
            <a:off x="-76200" y="5106780"/>
            <a:ext cx="6540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a:latin typeface="Arial" panose="020B0604020202020204" pitchFamily="34" charset="0"/>
              </a:rPr>
              <a:t> (4) </a:t>
            </a:r>
            <a:r>
              <a:rPr lang="zh-CN" altLang="en-US" sz="2400">
                <a:latin typeface="Arial" panose="020B0604020202020204" pitchFamily="34" charset="0"/>
                <a:ea typeface="黑体" panose="02010609060101010101" pitchFamily="49" charset="-122"/>
              </a:rPr>
              <a:t>程序库 </a:t>
            </a:r>
            <a:r>
              <a:rPr lang="zh-CN" altLang="en-US" sz="2400">
                <a:latin typeface="Arial" panose="020B0604020202020204" pitchFamily="34" charset="0"/>
              </a:rPr>
              <a:t>：  </a:t>
            </a:r>
            <a:r>
              <a:rPr lang="zh-CN" altLang="en-US" sz="2400">
                <a:latin typeface="Times New Roman" panose="02020603050405020304" pitchFamily="18" charset="0"/>
                <a:ea typeface="华康简宋" charset="-122"/>
              </a:rPr>
              <a:t>系统中包含的各种标准子程序。 </a:t>
            </a:r>
            <a:endParaRPr lang="zh-CN" altLang="en-US" sz="2400">
              <a:latin typeface="Times New Roman" panose="02020603050405020304" pitchFamily="18" charset="0"/>
            </a:endParaRPr>
          </a:p>
        </p:txBody>
      </p:sp>
      <p:sp>
        <p:nvSpPr>
          <p:cNvPr id="46091" name="文本框 46090"/>
          <p:cNvSpPr txBox="1">
            <a:spLocks noChangeArrowheads="1"/>
          </p:cNvSpPr>
          <p:nvPr/>
        </p:nvSpPr>
        <p:spPr bwMode="auto">
          <a:xfrm>
            <a:off x="0" y="5563980"/>
            <a:ext cx="871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a:latin typeface="Arial" panose="020B0604020202020204" pitchFamily="34" charset="0"/>
              </a:rPr>
              <a:t>(5) </a:t>
            </a:r>
            <a:r>
              <a:rPr lang="zh-CN" altLang="en-US" sz="2400">
                <a:latin typeface="Arial" panose="020B0604020202020204" pitchFamily="34" charset="0"/>
                <a:ea typeface="黑体" panose="02010609060101010101" pitchFamily="49" charset="-122"/>
              </a:rPr>
              <a:t>数据库管理系统</a:t>
            </a:r>
            <a:r>
              <a:rPr lang="zh-CN" altLang="en-US" sz="2400">
                <a:latin typeface="Arial" panose="020B0604020202020204" pitchFamily="34" charset="0"/>
              </a:rPr>
              <a:t>：能</a:t>
            </a:r>
            <a:r>
              <a:rPr lang="zh-CN" altLang="en-US" sz="2400">
                <a:latin typeface="Times New Roman" panose="02020603050405020304" pitchFamily="18" charset="0"/>
                <a:ea typeface="华康简宋" charset="-122"/>
              </a:rPr>
              <a:t>有效地进行数据的存储、共享和处理 。 </a:t>
            </a:r>
            <a:endParaRPr lang="zh-CN"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checkerboard(across)">
                                      <p:cBhvr>
                                        <p:cTn id="7" dur="500"/>
                                        <p:tgtEl>
                                          <p:spTgt spid="46085"/>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46086"/>
                                        </p:tgtEl>
                                        <p:attrNameLst>
                                          <p:attrName>style.visibility</p:attrName>
                                        </p:attrNameLst>
                                      </p:cBhvr>
                                      <p:to>
                                        <p:strVal val="visible"/>
                                      </p:to>
                                    </p:set>
                                    <p:animEffect transition="in" filter="checkerboard(across)">
                                      <p:cBhvr>
                                        <p:cTn id="11" dur="500"/>
                                        <p:tgtEl>
                                          <p:spTgt spid="46086"/>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46087"/>
                                        </p:tgtEl>
                                        <p:attrNameLst>
                                          <p:attrName>style.visibility</p:attrName>
                                        </p:attrNameLst>
                                      </p:cBhvr>
                                      <p:to>
                                        <p:strVal val="visible"/>
                                      </p:to>
                                    </p:set>
                                    <p:animEffect transition="in" filter="checkerboard(across)">
                                      <p:cBhvr>
                                        <p:cTn id="15" dur="500"/>
                                        <p:tgtEl>
                                          <p:spTgt spid="46087"/>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46088"/>
                                        </p:tgtEl>
                                        <p:attrNameLst>
                                          <p:attrName>style.visibility</p:attrName>
                                        </p:attrNameLst>
                                      </p:cBhvr>
                                      <p:to>
                                        <p:strVal val="visible"/>
                                      </p:to>
                                    </p:set>
                                    <p:animEffect transition="in" filter="checkerboard(across)">
                                      <p:cBhvr>
                                        <p:cTn id="19" dur="500"/>
                                        <p:tgtEl>
                                          <p:spTgt spid="46088"/>
                                        </p:tgtEl>
                                      </p:cBhvr>
                                    </p:animEffect>
                                  </p:childTnLst>
                                </p:cTn>
                              </p:par>
                            </p:childTnLst>
                          </p:cTn>
                        </p:par>
                        <p:par>
                          <p:cTn id="20" fill="hold">
                            <p:stCondLst>
                              <p:cond delay="2000"/>
                            </p:stCondLst>
                            <p:childTnLst>
                              <p:par>
                                <p:cTn id="21" presetID="5" presetClass="entr" presetSubtype="10" fill="hold" grpId="0" nodeType="afterEffect">
                                  <p:stCondLst>
                                    <p:cond delay="0"/>
                                  </p:stCondLst>
                                  <p:childTnLst>
                                    <p:set>
                                      <p:cBhvr>
                                        <p:cTn id="22" dur="1" fill="hold">
                                          <p:stCondLst>
                                            <p:cond delay="0"/>
                                          </p:stCondLst>
                                        </p:cTn>
                                        <p:tgtEl>
                                          <p:spTgt spid="46089"/>
                                        </p:tgtEl>
                                        <p:attrNameLst>
                                          <p:attrName>style.visibility</p:attrName>
                                        </p:attrNameLst>
                                      </p:cBhvr>
                                      <p:to>
                                        <p:strVal val="visible"/>
                                      </p:to>
                                    </p:set>
                                    <p:animEffect transition="in" filter="checkerboard(across)">
                                      <p:cBhvr>
                                        <p:cTn id="23" dur="500"/>
                                        <p:tgtEl>
                                          <p:spTgt spid="46089"/>
                                        </p:tgtEl>
                                      </p:cBhvr>
                                    </p:animEffect>
                                  </p:childTnLst>
                                </p:cTn>
                              </p:par>
                            </p:childTnLst>
                          </p:cTn>
                        </p:par>
                        <p:par>
                          <p:cTn id="24" fill="hold">
                            <p:stCondLst>
                              <p:cond delay="2500"/>
                            </p:stCondLst>
                            <p:childTnLst>
                              <p:par>
                                <p:cTn id="25" presetID="5" presetClass="entr" presetSubtype="10" fill="hold" grpId="0" nodeType="afterEffect">
                                  <p:stCondLst>
                                    <p:cond delay="0"/>
                                  </p:stCondLst>
                                  <p:childTnLst>
                                    <p:set>
                                      <p:cBhvr>
                                        <p:cTn id="26" dur="1" fill="hold">
                                          <p:stCondLst>
                                            <p:cond delay="0"/>
                                          </p:stCondLst>
                                        </p:cTn>
                                        <p:tgtEl>
                                          <p:spTgt spid="46090"/>
                                        </p:tgtEl>
                                        <p:attrNameLst>
                                          <p:attrName>style.visibility</p:attrName>
                                        </p:attrNameLst>
                                      </p:cBhvr>
                                      <p:to>
                                        <p:strVal val="visible"/>
                                      </p:to>
                                    </p:set>
                                    <p:animEffect transition="in" filter="checkerboard(across)">
                                      <p:cBhvr>
                                        <p:cTn id="27" dur="500"/>
                                        <p:tgtEl>
                                          <p:spTgt spid="46090"/>
                                        </p:tgtEl>
                                      </p:cBhvr>
                                    </p:animEffect>
                                  </p:childTnLst>
                                </p:cTn>
                              </p:par>
                            </p:childTnLst>
                          </p:cTn>
                        </p:par>
                        <p:par>
                          <p:cTn id="28" fill="hold">
                            <p:stCondLst>
                              <p:cond delay="3000"/>
                            </p:stCondLst>
                            <p:childTnLst>
                              <p:par>
                                <p:cTn id="29" presetID="5" presetClass="entr" presetSubtype="10" fill="hold" grpId="0" nodeType="afterEffect">
                                  <p:stCondLst>
                                    <p:cond delay="0"/>
                                  </p:stCondLst>
                                  <p:childTnLst>
                                    <p:set>
                                      <p:cBhvr>
                                        <p:cTn id="30" dur="1" fill="hold">
                                          <p:stCondLst>
                                            <p:cond delay="0"/>
                                          </p:stCondLst>
                                        </p:cTn>
                                        <p:tgtEl>
                                          <p:spTgt spid="46091"/>
                                        </p:tgtEl>
                                        <p:attrNameLst>
                                          <p:attrName>style.visibility</p:attrName>
                                        </p:attrNameLst>
                                      </p:cBhvr>
                                      <p:to>
                                        <p:strVal val="visible"/>
                                      </p:to>
                                    </p:set>
                                    <p:animEffect transition="in" filter="checkerboard(across)">
                                      <p:cBhvr>
                                        <p:cTn id="31" dur="500"/>
                                        <p:tgtEl>
                                          <p:spTgt spid="46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P spid="46086" grpId="0"/>
      <p:bldP spid="46087" grpId="0"/>
      <p:bldP spid="46088" grpId="0"/>
      <p:bldP spid="46089" grpId="0"/>
      <p:bldP spid="46090" grpId="0"/>
      <p:bldP spid="4609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本框 47105"/>
          <p:cNvSpPr txBox="1">
            <a:spLocks noChangeArrowheads="1"/>
          </p:cNvSpPr>
          <p:nvPr/>
        </p:nvSpPr>
        <p:spPr bwMode="auto">
          <a:xfrm>
            <a:off x="101600" y="533400"/>
            <a:ext cx="8718550" cy="502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pPr>
            <a:r>
              <a:rPr lang="zh-CN" altLang="en-US" b="1" dirty="0">
                <a:solidFill>
                  <a:schemeClr val="tx2"/>
                </a:solidFill>
                <a:latin typeface="Times New Roman" panose="02020603050405020304" pitchFamily="18" charset="0"/>
                <a:ea typeface="仿宋_GB2312" pitchFamily="1" charset="-122"/>
              </a:rPr>
              <a:t>  应用软件</a:t>
            </a:r>
            <a:r>
              <a:rPr lang="zh-CN" altLang="en-US" dirty="0">
                <a:solidFill>
                  <a:schemeClr val="tx2"/>
                </a:solidFill>
                <a:latin typeface="Times New Roman" panose="02020603050405020304" pitchFamily="18" charset="0"/>
                <a:ea typeface="华康简宋" charset="-122"/>
              </a:rPr>
              <a:t>   </a:t>
            </a:r>
          </a:p>
          <a:p>
            <a:pPr eaLnBrk="1" hangingPunct="1">
              <a:spcBef>
                <a:spcPct val="0"/>
              </a:spcBef>
              <a:buFont typeface="Arial" panose="020B0604020202020204" pitchFamily="34" charset="0"/>
              <a:buNone/>
            </a:pPr>
            <a:endParaRPr lang="zh-CN" altLang="en-US" sz="2400" dirty="0">
              <a:solidFill>
                <a:schemeClr val="tx2"/>
              </a:solidFill>
              <a:latin typeface="Times New Roman" panose="02020603050405020304" pitchFamily="18" charset="0"/>
              <a:ea typeface="华康简宋" charset="-122"/>
            </a:endParaRP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华康简宋" charset="-122"/>
              </a:rPr>
              <a:t>    </a:t>
            </a: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华康简宋" charset="-122"/>
              </a:rPr>
              <a:t>    为了用计算机解决各种实际问题，必须编制各种相应的应用程</a:t>
            </a:r>
          </a:p>
          <a:p>
            <a:pPr eaLnBrk="1" hangingPunct="1">
              <a:spcBef>
                <a:spcPct val="0"/>
              </a:spcBef>
              <a:buFont typeface="Arial" panose="020B0604020202020204" pitchFamily="34" charset="0"/>
              <a:buNone/>
            </a:pPr>
            <a:endParaRPr lang="zh-CN" altLang="en-US" sz="2400" dirty="0">
              <a:latin typeface="Times New Roman" panose="02020603050405020304" pitchFamily="18" charset="0"/>
              <a:ea typeface="华康简宋" charset="-122"/>
            </a:endParaRP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华康简宋" charset="-122"/>
              </a:rPr>
              <a:t>序。这些应用程序统称为应用软件。应用软件包括软件公司提供</a:t>
            </a:r>
          </a:p>
          <a:p>
            <a:pPr eaLnBrk="1" hangingPunct="1">
              <a:spcBef>
                <a:spcPct val="0"/>
              </a:spcBef>
              <a:buFont typeface="Arial" panose="020B0604020202020204" pitchFamily="34" charset="0"/>
              <a:buNone/>
            </a:pPr>
            <a:endParaRPr lang="zh-CN" altLang="en-US" sz="2400" dirty="0">
              <a:latin typeface="Times New Roman" panose="02020603050405020304" pitchFamily="18" charset="0"/>
              <a:ea typeface="华康简宋" charset="-122"/>
            </a:endParaRP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华康简宋" charset="-122"/>
              </a:rPr>
              <a:t>的和用户自己编写的各种软件。由于计算机的应用极其广泛，因</a:t>
            </a:r>
          </a:p>
          <a:p>
            <a:pPr eaLnBrk="1" hangingPunct="1">
              <a:spcBef>
                <a:spcPct val="0"/>
              </a:spcBef>
              <a:buFont typeface="Arial" panose="020B0604020202020204" pitchFamily="34" charset="0"/>
              <a:buNone/>
            </a:pPr>
            <a:endParaRPr lang="zh-CN" altLang="en-US" sz="2400" dirty="0">
              <a:latin typeface="Times New Roman" panose="02020603050405020304" pitchFamily="18" charset="0"/>
              <a:ea typeface="华康简宋" charset="-122"/>
            </a:endParaRP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华康简宋" charset="-122"/>
              </a:rPr>
              <a:t>而应用程序多种多样，极其丰富。某些应用软件也可以逐步标准</a:t>
            </a:r>
          </a:p>
          <a:p>
            <a:pPr eaLnBrk="1" hangingPunct="1">
              <a:spcBef>
                <a:spcPct val="0"/>
              </a:spcBef>
              <a:buFont typeface="Arial" panose="020B0604020202020204" pitchFamily="34" charset="0"/>
              <a:buNone/>
            </a:pPr>
            <a:endParaRPr lang="zh-CN" altLang="en-US" sz="2400" dirty="0">
              <a:latin typeface="Times New Roman" panose="02020603050405020304" pitchFamily="18" charset="0"/>
              <a:ea typeface="华康简宋" charset="-122"/>
            </a:endParaRP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华康简宋" charset="-122"/>
              </a:rPr>
              <a:t>化、模块化。若将这类程序链接在一起，就成了应用软件包。</a:t>
            </a:r>
            <a:endParaRPr lang="zh-CN" altLang="en-US" sz="2400" dirty="0">
              <a:latin typeface="宋体" panose="02010600030101010101" pitchFamily="2" charset="-122"/>
            </a:endParaRPr>
          </a:p>
          <a:p>
            <a:pPr eaLnBrk="1" hangingPunct="1">
              <a:spcBef>
                <a:spcPct val="0"/>
              </a:spcBef>
              <a:buFont typeface="Arial" panose="020B0604020202020204" pitchFamily="34" charset="0"/>
              <a:buNone/>
            </a:pPr>
            <a:endParaRPr lang="zh-CN" altLang="en-US" sz="24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randombar(horizontal)">
                                      <p:cBhvr>
                                        <p:cTn id="7" dur="500"/>
                                        <p:tgtEl>
                                          <p:spTgt spid="47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6" name="标题 90115"/>
          <p:cNvSpPr>
            <a:spLocks noGrp="1" noChangeArrowheads="1"/>
          </p:cNvSpPr>
          <p:nvPr>
            <p:ph type="title"/>
          </p:nvPr>
        </p:nvSpPr>
        <p:spPr>
          <a:xfrm>
            <a:off x="228600" y="0"/>
            <a:ext cx="7772400" cy="1143000"/>
          </a:xfrm>
        </p:spPr>
        <p:txBody>
          <a:bodyPr lIns="92075" tIns="46038" rIns="92075" bIns="46038"/>
          <a:lstStyle/>
          <a:p>
            <a:pPr algn="l"/>
            <a:r>
              <a:rPr lang="zh-CN" altLang="en-US" sz="3600" b="1">
                <a:latin typeface="楷体_GB2312" pitchFamily="1" charset="-122"/>
                <a:ea typeface="楷体_GB2312" pitchFamily="1" charset="-122"/>
              </a:rPr>
              <a:t>计算机语言及汇编、编译、解释程序</a:t>
            </a:r>
          </a:p>
        </p:txBody>
      </p:sp>
      <p:sp>
        <p:nvSpPr>
          <p:cNvPr id="90118" name="文本框 90117"/>
          <p:cNvSpPr txBox="1">
            <a:spLocks noChangeArrowheads="1"/>
          </p:cNvSpPr>
          <p:nvPr/>
        </p:nvSpPr>
        <p:spPr bwMode="auto">
          <a:xfrm>
            <a:off x="342900" y="1484313"/>
            <a:ext cx="8564563"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a:latin typeface="Times New Roman" panose="02020603050405020304" pitchFamily="18" charset="0"/>
                <a:ea typeface="华康简宋" charset="-122"/>
              </a:rPr>
              <a:t>     ① 机器语言。机器语言是一种用二进制代码“0”和“1”形</a:t>
            </a:r>
          </a:p>
          <a:p>
            <a:pPr eaLnBrk="1" hangingPunct="1">
              <a:spcBef>
                <a:spcPct val="0"/>
              </a:spcBef>
              <a:buFont typeface="Arial" panose="020B0604020202020204" pitchFamily="34" charset="0"/>
              <a:buNone/>
            </a:pPr>
            <a:r>
              <a:rPr lang="zh-CN" altLang="en-US" sz="2400">
                <a:latin typeface="Times New Roman" panose="02020603050405020304" pitchFamily="18" charset="0"/>
                <a:ea typeface="华康简宋" charset="-122"/>
              </a:rPr>
              <a:t>式来表示的、能够被计算机直接识别和执行的语言，因此也称</a:t>
            </a:r>
          </a:p>
          <a:p>
            <a:pPr eaLnBrk="1" hangingPunct="1">
              <a:spcBef>
                <a:spcPct val="0"/>
              </a:spcBef>
              <a:buFont typeface="Arial" panose="020B0604020202020204" pitchFamily="34" charset="0"/>
              <a:buNone/>
            </a:pPr>
            <a:r>
              <a:rPr lang="zh-CN" altLang="en-US" sz="2400">
                <a:latin typeface="Times New Roman" panose="02020603050405020304" pitchFamily="18" charset="0"/>
                <a:ea typeface="华康简宋" charset="-122"/>
              </a:rPr>
              <a:t>为低级语言。</a:t>
            </a:r>
            <a:r>
              <a:rPr lang="zh-CN" altLang="en-US" sz="2400">
                <a:latin typeface="Times New Roman" panose="02020603050405020304" pitchFamily="18" charset="0"/>
              </a:rPr>
              <a:t> </a:t>
            </a:r>
          </a:p>
        </p:txBody>
      </p:sp>
      <p:sp>
        <p:nvSpPr>
          <p:cNvPr id="90119" name="文本框 90118"/>
          <p:cNvSpPr txBox="1">
            <a:spLocks noChangeArrowheads="1"/>
          </p:cNvSpPr>
          <p:nvPr/>
        </p:nvSpPr>
        <p:spPr bwMode="auto">
          <a:xfrm>
            <a:off x="395288" y="2708275"/>
            <a:ext cx="861536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a:latin typeface="Times New Roman" panose="02020603050405020304" pitchFamily="18" charset="0"/>
                <a:ea typeface="华康简宋" charset="-122"/>
              </a:rPr>
              <a:t>    ② 汇编语言及汇编程序。为了克服机器语言读写的困难，20世纪50年代初人们发明了汇编语言。汇编语言是一种用助记符表示的面向机器的程序设计语言，因此也称为符号语言。</a:t>
            </a:r>
          </a:p>
          <a:p>
            <a:pPr eaLnBrk="1" hangingPunct="1">
              <a:spcBef>
                <a:spcPct val="0"/>
              </a:spcBef>
              <a:buFont typeface="Arial" panose="020B0604020202020204" pitchFamily="34" charset="0"/>
              <a:buNone/>
            </a:pPr>
            <a:r>
              <a:rPr lang="en-US" altLang="zh-CN" sz="2400">
                <a:latin typeface="Times New Roman" panose="02020603050405020304" pitchFamily="18" charset="0"/>
              </a:rPr>
              <a:t>     </a:t>
            </a:r>
            <a:r>
              <a:rPr lang="zh-CN" altLang="en-US" sz="2400">
                <a:latin typeface="Times New Roman" panose="02020603050405020304" pitchFamily="18" charset="0"/>
              </a:rPr>
              <a:t>例如： </a:t>
            </a:r>
            <a:r>
              <a:rPr lang="en-US" altLang="zh-CN" sz="2400">
                <a:solidFill>
                  <a:srgbClr val="0033CC"/>
                </a:solidFill>
                <a:latin typeface="Times New Roman" panose="02020603050405020304" pitchFamily="18" charset="0"/>
              </a:rPr>
              <a:t>ADD AX,1</a:t>
            </a:r>
            <a:r>
              <a:rPr lang="zh-CN" altLang="en-US" sz="2400">
                <a:solidFill>
                  <a:srgbClr val="0033CC"/>
                </a:solidFill>
                <a:latin typeface="Times New Roman" panose="02020603050405020304" pitchFamily="18" charset="0"/>
              </a:rPr>
              <a:t>、</a:t>
            </a:r>
            <a:r>
              <a:rPr lang="en-US" altLang="zh-CN" sz="2400">
                <a:solidFill>
                  <a:srgbClr val="0033CC"/>
                </a:solidFill>
                <a:latin typeface="Times New Roman" panose="02020603050405020304" pitchFamily="18" charset="0"/>
              </a:rPr>
              <a:t>DEC BX</a:t>
            </a:r>
            <a:r>
              <a:rPr lang="zh-CN" altLang="en-US" sz="2400">
                <a:solidFill>
                  <a:srgbClr val="0033CC"/>
                </a:solidFill>
                <a:latin typeface="Times New Roman" panose="02020603050405020304" pitchFamily="18" charset="0"/>
              </a:rPr>
              <a:t>、</a:t>
            </a:r>
            <a:r>
              <a:rPr lang="en-US" altLang="zh-CN" sz="2400">
                <a:solidFill>
                  <a:srgbClr val="0033CC"/>
                </a:solidFill>
                <a:latin typeface="Times New Roman" panose="02020603050405020304" pitchFamily="18" charset="0"/>
              </a:rPr>
              <a:t>JMP J-PNT</a:t>
            </a:r>
            <a:endParaRPr lang="zh-CN" altLang="en-US" sz="2400">
              <a:solidFill>
                <a:srgbClr val="0033CC"/>
              </a:solidFill>
              <a:latin typeface="Times New Roman" panose="02020603050405020304" pitchFamily="18" charset="0"/>
            </a:endParaRPr>
          </a:p>
        </p:txBody>
      </p:sp>
      <p:sp>
        <p:nvSpPr>
          <p:cNvPr id="90120" name="文本框 90119"/>
          <p:cNvSpPr txBox="1">
            <a:spLocks noChangeArrowheads="1"/>
          </p:cNvSpPr>
          <p:nvPr/>
        </p:nvSpPr>
        <p:spPr bwMode="auto">
          <a:xfrm>
            <a:off x="539750" y="4437063"/>
            <a:ext cx="835342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400">
                <a:latin typeface="Times New Roman" panose="02020603050405020304" pitchFamily="18" charset="0"/>
                <a:ea typeface="华康简宋" charset="-122"/>
              </a:rPr>
              <a:t> ③ 高级语言及编译或解释程序。高级语言与具体的计算机指令无关，其表达方式更接近人们对求解过程或问题的描述方式。是面向程序的、易于掌握和书写的程序设计语言。</a:t>
            </a:r>
          </a:p>
          <a:p>
            <a:pPr eaLnBrk="1" hangingPunct="1">
              <a:spcBef>
                <a:spcPct val="0"/>
              </a:spcBef>
              <a:buFont typeface="Arial" panose="020B0604020202020204" pitchFamily="34" charset="0"/>
              <a:buNone/>
            </a:pPr>
            <a:r>
              <a:rPr lang="zh-CN" altLang="en-US" sz="2400">
                <a:latin typeface="Times New Roman" panose="02020603050405020304" pitchFamily="18" charset="0"/>
                <a:ea typeface="华康简宋" charset="-122"/>
              </a:rPr>
              <a:t>例如</a:t>
            </a:r>
            <a:r>
              <a:rPr lang="en-US" altLang="zh-CN" sz="2400">
                <a:latin typeface="Times New Roman" panose="02020603050405020304" pitchFamily="18" charset="0"/>
                <a:ea typeface="华康简宋" charset="-122"/>
              </a:rPr>
              <a:t>C</a:t>
            </a:r>
            <a:r>
              <a:rPr lang="zh-CN" altLang="en-US" sz="2400">
                <a:latin typeface="Times New Roman" panose="02020603050405020304" pitchFamily="18" charset="0"/>
                <a:ea typeface="华康简宋" charset="-122"/>
              </a:rPr>
              <a:t>语言中：</a:t>
            </a:r>
            <a:r>
              <a:rPr lang="en-US" altLang="zh-CN" sz="2400">
                <a:solidFill>
                  <a:srgbClr val="0033CC"/>
                </a:solidFill>
                <a:latin typeface="Times New Roman" panose="02020603050405020304" pitchFamily="18" charset="0"/>
              </a:rPr>
              <a:t>for(int i=0;i&lt;10;i++)	{……	}</a:t>
            </a:r>
          </a:p>
          <a:p>
            <a:pPr eaLnBrk="1" hangingPunct="1">
              <a:spcBef>
                <a:spcPct val="0"/>
              </a:spcBef>
              <a:buFont typeface="Arial" panose="020B0604020202020204" pitchFamily="34" charset="0"/>
              <a:buNone/>
            </a:pPr>
            <a:r>
              <a:rPr lang="zh-CN" altLang="en-US" sz="240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iterate type="lt">
                                    <p:tmPct val="100000"/>
                                  </p:iterate>
                                  <p:childTnLst>
                                    <p:set>
                                      <p:cBhvr>
                                        <p:cTn id="6" dur="1" fill="hold">
                                          <p:stCondLst>
                                            <p:cond delay="0"/>
                                          </p:stCondLst>
                                        </p:cTn>
                                        <p:tgtEl>
                                          <p:spTgt spid="90116">
                                            <p:txEl>
                                              <p:pRg st="0" end="0"/>
                                            </p:txEl>
                                          </p:spTgt>
                                        </p:tgtEl>
                                        <p:attrNameLst>
                                          <p:attrName>style.visibility</p:attrName>
                                        </p:attrNameLst>
                                      </p:cBhvr>
                                      <p:to>
                                        <p:strVal val="visible"/>
                                      </p:to>
                                    </p:set>
                                    <p:anim calcmode="lin" valueType="num">
                                      <p:cBhvr>
                                        <p:cTn id="7" dur="75" fill="hold"/>
                                        <p:tgtEl>
                                          <p:spTgt spid="90116">
                                            <p:txEl>
                                              <p:pRg st="0" end="0"/>
                                            </p:txEl>
                                          </p:spTgt>
                                        </p:tgtEl>
                                        <p:attrNameLst>
                                          <p:attrName>ppt_x</p:attrName>
                                        </p:attrNameLst>
                                      </p:cBhvr>
                                      <p:tavLst>
                                        <p:tav tm="0">
                                          <p:val>
                                            <p:strVal val="1+#ppt_w/2"/>
                                          </p:val>
                                        </p:tav>
                                        <p:tav tm="100000">
                                          <p:val>
                                            <p:strVal val="#ppt_x"/>
                                          </p:val>
                                        </p:tav>
                                      </p:tavLst>
                                    </p:anim>
                                    <p:anim calcmode="lin" valueType="num">
                                      <p:cBhvr>
                                        <p:cTn id="8" dur="75" fill="hold"/>
                                        <p:tgtEl>
                                          <p:spTgt spid="90116">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1200"/>
                            </p:stCondLst>
                            <p:childTnLst>
                              <p:par>
                                <p:cTn id="10" presetID="2" presetClass="entr" presetSubtype="8" fill="hold" grpId="0" nodeType="afterEffect">
                                  <p:stCondLst>
                                    <p:cond delay="0"/>
                                  </p:stCondLst>
                                  <p:childTnLst>
                                    <p:set>
                                      <p:cBhvr>
                                        <p:cTn id="11" dur="1" fill="hold">
                                          <p:stCondLst>
                                            <p:cond delay="0"/>
                                          </p:stCondLst>
                                        </p:cTn>
                                        <p:tgtEl>
                                          <p:spTgt spid="90118"/>
                                        </p:tgtEl>
                                        <p:attrNameLst>
                                          <p:attrName>style.visibility</p:attrName>
                                        </p:attrNameLst>
                                      </p:cBhvr>
                                      <p:to>
                                        <p:strVal val="visible"/>
                                      </p:to>
                                    </p:set>
                                    <p:anim calcmode="lin" valueType="num">
                                      <p:cBhvr>
                                        <p:cTn id="12" dur="500" fill="hold"/>
                                        <p:tgtEl>
                                          <p:spTgt spid="90118"/>
                                        </p:tgtEl>
                                        <p:attrNameLst>
                                          <p:attrName>ppt_x</p:attrName>
                                        </p:attrNameLst>
                                      </p:cBhvr>
                                      <p:tavLst>
                                        <p:tav tm="0">
                                          <p:val>
                                            <p:strVal val="0-#ppt_w/2"/>
                                          </p:val>
                                        </p:tav>
                                        <p:tav tm="100000">
                                          <p:val>
                                            <p:strVal val="#ppt_x"/>
                                          </p:val>
                                        </p:tav>
                                      </p:tavLst>
                                    </p:anim>
                                    <p:anim calcmode="lin" valueType="num">
                                      <p:cBhvr>
                                        <p:cTn id="13" dur="500" fill="hold"/>
                                        <p:tgtEl>
                                          <p:spTgt spid="90118"/>
                                        </p:tgtEl>
                                        <p:attrNameLst>
                                          <p:attrName>ppt_y</p:attrName>
                                        </p:attrNameLst>
                                      </p:cBhvr>
                                      <p:tavLst>
                                        <p:tav tm="0">
                                          <p:val>
                                            <p:strVal val="#ppt_y"/>
                                          </p:val>
                                        </p:tav>
                                        <p:tav tm="100000">
                                          <p:val>
                                            <p:strVal val="#ppt_y"/>
                                          </p:val>
                                        </p:tav>
                                      </p:tavLst>
                                    </p:anim>
                                  </p:childTnLst>
                                </p:cTn>
                              </p:par>
                            </p:childTnLst>
                          </p:cTn>
                        </p:par>
                        <p:par>
                          <p:cTn id="14" fill="hold">
                            <p:stCondLst>
                              <p:cond delay="1700"/>
                            </p:stCondLst>
                            <p:childTnLst>
                              <p:par>
                                <p:cTn id="15" presetID="2" presetClass="entr" presetSubtype="2" fill="hold" grpId="0" nodeType="afterEffect">
                                  <p:stCondLst>
                                    <p:cond delay="0"/>
                                  </p:stCondLst>
                                  <p:childTnLst>
                                    <p:set>
                                      <p:cBhvr>
                                        <p:cTn id="16" dur="1" fill="hold">
                                          <p:stCondLst>
                                            <p:cond delay="0"/>
                                          </p:stCondLst>
                                        </p:cTn>
                                        <p:tgtEl>
                                          <p:spTgt spid="90119"/>
                                        </p:tgtEl>
                                        <p:attrNameLst>
                                          <p:attrName>style.visibility</p:attrName>
                                        </p:attrNameLst>
                                      </p:cBhvr>
                                      <p:to>
                                        <p:strVal val="visible"/>
                                      </p:to>
                                    </p:set>
                                    <p:anim calcmode="lin" valueType="num">
                                      <p:cBhvr>
                                        <p:cTn id="17" dur="500" fill="hold"/>
                                        <p:tgtEl>
                                          <p:spTgt spid="90119"/>
                                        </p:tgtEl>
                                        <p:attrNameLst>
                                          <p:attrName>ppt_x</p:attrName>
                                        </p:attrNameLst>
                                      </p:cBhvr>
                                      <p:tavLst>
                                        <p:tav tm="0">
                                          <p:val>
                                            <p:strVal val="1+#ppt_w/2"/>
                                          </p:val>
                                        </p:tav>
                                        <p:tav tm="100000">
                                          <p:val>
                                            <p:strVal val="#ppt_x"/>
                                          </p:val>
                                        </p:tav>
                                      </p:tavLst>
                                    </p:anim>
                                    <p:anim calcmode="lin" valueType="num">
                                      <p:cBhvr>
                                        <p:cTn id="18" dur="500" fill="hold"/>
                                        <p:tgtEl>
                                          <p:spTgt spid="90119"/>
                                        </p:tgtEl>
                                        <p:attrNameLst>
                                          <p:attrName>ppt_y</p:attrName>
                                        </p:attrNameLst>
                                      </p:cBhvr>
                                      <p:tavLst>
                                        <p:tav tm="0">
                                          <p:val>
                                            <p:strVal val="#ppt_y"/>
                                          </p:val>
                                        </p:tav>
                                        <p:tav tm="100000">
                                          <p:val>
                                            <p:strVal val="#ppt_y"/>
                                          </p:val>
                                        </p:tav>
                                      </p:tavLst>
                                    </p:anim>
                                  </p:childTnLst>
                                </p:cTn>
                              </p:par>
                            </p:childTnLst>
                          </p:cTn>
                        </p:par>
                        <p:par>
                          <p:cTn id="19" fill="hold">
                            <p:stCondLst>
                              <p:cond delay="2200"/>
                            </p:stCondLst>
                            <p:childTnLst>
                              <p:par>
                                <p:cTn id="20" presetID="2" presetClass="entr" presetSubtype="4" fill="hold" grpId="0" nodeType="afterEffect">
                                  <p:stCondLst>
                                    <p:cond delay="0"/>
                                  </p:stCondLst>
                                  <p:childTnLst>
                                    <p:set>
                                      <p:cBhvr>
                                        <p:cTn id="21" dur="1" fill="hold">
                                          <p:stCondLst>
                                            <p:cond delay="0"/>
                                          </p:stCondLst>
                                        </p:cTn>
                                        <p:tgtEl>
                                          <p:spTgt spid="90120"/>
                                        </p:tgtEl>
                                        <p:attrNameLst>
                                          <p:attrName>style.visibility</p:attrName>
                                        </p:attrNameLst>
                                      </p:cBhvr>
                                      <p:to>
                                        <p:strVal val="visible"/>
                                      </p:to>
                                    </p:set>
                                    <p:anim calcmode="lin" valueType="num">
                                      <p:cBhvr>
                                        <p:cTn id="22" dur="500" fill="hold"/>
                                        <p:tgtEl>
                                          <p:spTgt spid="90120"/>
                                        </p:tgtEl>
                                        <p:attrNameLst>
                                          <p:attrName>ppt_x</p:attrName>
                                        </p:attrNameLst>
                                      </p:cBhvr>
                                      <p:tavLst>
                                        <p:tav tm="0">
                                          <p:val>
                                            <p:strVal val="#ppt_x"/>
                                          </p:val>
                                        </p:tav>
                                        <p:tav tm="100000">
                                          <p:val>
                                            <p:strVal val="#ppt_x"/>
                                          </p:val>
                                        </p:tav>
                                      </p:tavLst>
                                    </p:anim>
                                    <p:anim calcmode="lin" valueType="num">
                                      <p:cBhvr>
                                        <p:cTn id="23" dur="500" fill="hold"/>
                                        <p:tgtEl>
                                          <p:spTgt spid="90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build="p" advAuto="0"/>
      <p:bldP spid="90118" grpId="0"/>
      <p:bldP spid="90119" grpId="0"/>
      <p:bldP spid="90120" grpId="0"/>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标题 91137"/>
          <p:cNvSpPr>
            <a:spLocks noGrp="1" noChangeArrowheads="1"/>
          </p:cNvSpPr>
          <p:nvPr>
            <p:ph type="title"/>
          </p:nvPr>
        </p:nvSpPr>
        <p:spPr>
          <a:xfrm>
            <a:off x="304800" y="0"/>
            <a:ext cx="7772400" cy="1143000"/>
          </a:xfrm>
        </p:spPr>
        <p:txBody>
          <a:bodyPr lIns="92075" tIns="46038" rIns="92075" bIns="46038"/>
          <a:lstStyle/>
          <a:p>
            <a:pPr algn="l"/>
            <a:r>
              <a:rPr lang="zh-CN" altLang="en-US" sz="3200" b="1">
                <a:latin typeface="楷体_GB2312" pitchFamily="1" charset="-122"/>
                <a:ea typeface="楷体_GB2312" pitchFamily="1" charset="-122"/>
              </a:rPr>
              <a:t>高级语言及编译或解释程序</a:t>
            </a:r>
            <a:r>
              <a:rPr lang="zh-CN" altLang="en-US" sz="2400">
                <a:solidFill>
                  <a:schemeClr val="tx1"/>
                </a:solidFill>
                <a:latin typeface="楷体_GB2312" pitchFamily="1" charset="-122"/>
                <a:ea typeface="楷体_GB2312" pitchFamily="1" charset="-122"/>
              </a:rPr>
              <a:t> </a:t>
            </a:r>
          </a:p>
        </p:txBody>
      </p:sp>
      <p:sp>
        <p:nvSpPr>
          <p:cNvPr id="91140" name="文本框 91139"/>
          <p:cNvSpPr txBox="1">
            <a:spLocks noChangeArrowheads="1"/>
          </p:cNvSpPr>
          <p:nvPr/>
        </p:nvSpPr>
        <p:spPr bwMode="auto">
          <a:xfrm>
            <a:off x="323850" y="1371600"/>
            <a:ext cx="8640763" cy="535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35000"/>
              </a:lnSpc>
              <a:spcBef>
                <a:spcPct val="0"/>
              </a:spcBef>
              <a:buFont typeface="Arial" panose="020B0604020202020204" pitchFamily="34" charset="0"/>
              <a:buNone/>
            </a:pPr>
            <a:r>
              <a:rPr lang="zh-CN" altLang="en-US" sz="2400">
                <a:latin typeface="Times New Roman" panose="02020603050405020304" pitchFamily="18" charset="0"/>
                <a:ea typeface="华康简宋" charset="-122"/>
              </a:rPr>
              <a:t>     目前广泛使用的高级语言主要有以下几种</a:t>
            </a:r>
            <a:r>
              <a:rPr lang="zh-CN" altLang="en-US" sz="2400">
                <a:latin typeface="宋体" panose="02010600030101010101" pitchFamily="2" charset="-122"/>
              </a:rPr>
              <a:t>：</a:t>
            </a:r>
          </a:p>
          <a:p>
            <a:pPr eaLnBrk="1" hangingPunct="1">
              <a:lnSpc>
                <a:spcPct val="135000"/>
              </a:lnSpc>
              <a:spcBef>
                <a:spcPct val="0"/>
              </a:spcBef>
              <a:buFont typeface="Arial" panose="020B0604020202020204" pitchFamily="34" charset="0"/>
              <a:buNone/>
            </a:pPr>
            <a:r>
              <a:rPr lang="zh-CN" altLang="en-US" sz="2400">
                <a:latin typeface="宋体" panose="02010600030101010101" pitchFamily="2" charset="-122"/>
              </a:rPr>
              <a:t> </a:t>
            </a:r>
            <a:r>
              <a:rPr lang="en-US" altLang="zh-CN" b="1" i="1">
                <a:latin typeface="宋体" panose="02010600030101010101" pitchFamily="2" charset="-122"/>
              </a:rPr>
              <a:t>FORTRAN</a:t>
            </a:r>
            <a:r>
              <a:rPr lang="en-US" altLang="zh-CN" sz="2400">
                <a:latin typeface="宋体" panose="02010600030101010101" pitchFamily="2" charset="-122"/>
              </a:rPr>
              <a:t> </a:t>
            </a:r>
            <a:r>
              <a:rPr lang="en-US" altLang="zh-CN" sz="2400">
                <a:latin typeface="Times New Roman" panose="02020603050405020304" pitchFamily="18" charset="0"/>
                <a:ea typeface="华康简宋" charset="-122"/>
              </a:rPr>
              <a:t>——</a:t>
            </a:r>
            <a:r>
              <a:rPr lang="zh-CN" altLang="en-US" sz="2400">
                <a:latin typeface="Times New Roman" panose="02020603050405020304" pitchFamily="18" charset="0"/>
                <a:ea typeface="华康简宋" charset="-122"/>
              </a:rPr>
              <a:t>面向科学计算的语言</a:t>
            </a:r>
            <a:r>
              <a:rPr lang="zh-CN" altLang="en-US" sz="2400">
                <a:latin typeface="宋体" panose="02010600030101010101" pitchFamily="2" charset="-122"/>
              </a:rPr>
              <a:t>；</a:t>
            </a:r>
          </a:p>
          <a:p>
            <a:pPr eaLnBrk="1" hangingPunct="1">
              <a:lnSpc>
                <a:spcPct val="135000"/>
              </a:lnSpc>
              <a:spcBef>
                <a:spcPct val="0"/>
              </a:spcBef>
              <a:buFont typeface="Arial" panose="020B0604020202020204" pitchFamily="34" charset="0"/>
              <a:buNone/>
            </a:pPr>
            <a:r>
              <a:rPr lang="en-US" altLang="zh-CN" sz="2400">
                <a:latin typeface="宋体" panose="02010600030101010101" pitchFamily="2" charset="-122"/>
              </a:rPr>
              <a:t> </a:t>
            </a:r>
            <a:r>
              <a:rPr lang="en-US" altLang="zh-CN" b="1" i="1">
                <a:latin typeface="宋体" panose="02010600030101010101" pitchFamily="2" charset="-122"/>
              </a:rPr>
              <a:t>PASCAL</a:t>
            </a:r>
            <a:r>
              <a:rPr lang="en-US" altLang="zh-CN" sz="2400">
                <a:latin typeface="宋体" panose="02010600030101010101" pitchFamily="2" charset="-122"/>
              </a:rPr>
              <a:t>  </a:t>
            </a:r>
            <a:r>
              <a:rPr lang="en-US" altLang="zh-CN" sz="2400">
                <a:latin typeface="Times New Roman" panose="02020603050405020304" pitchFamily="18" charset="0"/>
                <a:ea typeface="华康简宋" charset="-122"/>
              </a:rPr>
              <a:t>——</a:t>
            </a:r>
            <a:r>
              <a:rPr lang="zh-CN" altLang="en-US" sz="2400">
                <a:latin typeface="Times New Roman" panose="02020603050405020304" pitchFamily="18" charset="0"/>
                <a:ea typeface="华康简宋" charset="-122"/>
              </a:rPr>
              <a:t>结构程序设计语言</a:t>
            </a:r>
            <a:r>
              <a:rPr lang="zh-CN" altLang="en-US" sz="2400">
                <a:latin typeface="宋体" panose="02010600030101010101" pitchFamily="2" charset="-122"/>
              </a:rPr>
              <a:t>, </a:t>
            </a:r>
            <a:r>
              <a:rPr lang="zh-CN" altLang="en-US" sz="2400">
                <a:latin typeface="Times New Roman" panose="02020603050405020304" pitchFamily="18" charset="0"/>
                <a:ea typeface="华康简宋" charset="-122"/>
              </a:rPr>
              <a:t>适应于教学、科学计算、数据处理和系统开发</a:t>
            </a:r>
            <a:r>
              <a:rPr lang="zh-CN" altLang="en-US" sz="2400">
                <a:latin typeface="宋体" panose="02010600030101010101" pitchFamily="2" charset="-122"/>
              </a:rPr>
              <a:t>；</a:t>
            </a:r>
          </a:p>
          <a:p>
            <a:pPr eaLnBrk="1" hangingPunct="1">
              <a:lnSpc>
                <a:spcPct val="135000"/>
              </a:lnSpc>
              <a:spcBef>
                <a:spcPct val="0"/>
              </a:spcBef>
              <a:buFont typeface="Arial" panose="020B0604020202020204" pitchFamily="34" charset="0"/>
              <a:buNone/>
            </a:pPr>
            <a:r>
              <a:rPr lang="en-US" altLang="zh-CN" sz="2400">
                <a:latin typeface="宋体" panose="02010600030101010101" pitchFamily="2" charset="-122"/>
              </a:rPr>
              <a:t> </a:t>
            </a:r>
            <a:r>
              <a:rPr lang="en-US" altLang="zh-CN" b="1" i="1">
                <a:latin typeface="宋体" panose="02010600030101010101" pitchFamily="2" charset="-122"/>
              </a:rPr>
              <a:t>BASIC</a:t>
            </a:r>
            <a:r>
              <a:rPr lang="en-US" altLang="zh-CN" sz="2400">
                <a:latin typeface="宋体" panose="02010600030101010101" pitchFamily="2" charset="-122"/>
              </a:rPr>
              <a:t>   </a:t>
            </a:r>
            <a:r>
              <a:rPr lang="en-US" altLang="zh-CN" sz="2400">
                <a:latin typeface="Times New Roman" panose="02020603050405020304" pitchFamily="18" charset="0"/>
                <a:ea typeface="华康简宋" charset="-122"/>
              </a:rPr>
              <a:t>——</a:t>
            </a:r>
            <a:r>
              <a:rPr lang="zh-CN" altLang="en-US" sz="2400">
                <a:latin typeface="Times New Roman" panose="02020603050405020304" pitchFamily="18" charset="0"/>
                <a:ea typeface="华康简宋" charset="-122"/>
              </a:rPr>
              <a:t>简单易学的会话式语言</a:t>
            </a:r>
            <a:r>
              <a:rPr lang="zh-CN" altLang="en-US" sz="2400">
                <a:latin typeface="宋体" panose="02010600030101010101" pitchFamily="2" charset="-122"/>
              </a:rPr>
              <a:t>,</a:t>
            </a:r>
            <a:r>
              <a:rPr lang="zh-CN" altLang="en-US" sz="2400">
                <a:latin typeface="Times New Roman" panose="02020603050405020304" pitchFamily="18" charset="0"/>
                <a:ea typeface="华康简宋" charset="-122"/>
              </a:rPr>
              <a:t>如  </a:t>
            </a:r>
            <a:r>
              <a:rPr lang="en-US" altLang="zh-CN" sz="2400">
                <a:latin typeface="宋体" panose="02010600030101010101" pitchFamily="2" charset="-122"/>
              </a:rPr>
              <a:t>Q basic</a:t>
            </a:r>
            <a:r>
              <a:rPr lang="en-US" altLang="zh-CN" sz="2400">
                <a:latin typeface="Times New Roman" panose="02020603050405020304" pitchFamily="18" charset="0"/>
                <a:ea typeface="华康简宋" charset="-122"/>
              </a:rPr>
              <a:t>、</a:t>
            </a:r>
            <a:r>
              <a:rPr lang="en-US" altLang="zh-CN" sz="2400">
                <a:latin typeface="宋体" panose="02010600030101010101" pitchFamily="2" charset="-122"/>
              </a:rPr>
              <a:t>Visual Basic；</a:t>
            </a:r>
          </a:p>
          <a:p>
            <a:pPr eaLnBrk="1" hangingPunct="1">
              <a:lnSpc>
                <a:spcPct val="135000"/>
              </a:lnSpc>
              <a:spcBef>
                <a:spcPct val="0"/>
              </a:spcBef>
              <a:buFont typeface="Arial" panose="020B0604020202020204" pitchFamily="34" charset="0"/>
              <a:buNone/>
            </a:pPr>
            <a:r>
              <a:rPr lang="en-US" altLang="zh-CN" sz="2400">
                <a:latin typeface="宋体" panose="02010600030101010101" pitchFamily="2" charset="-122"/>
              </a:rPr>
              <a:t>  </a:t>
            </a:r>
            <a:r>
              <a:rPr lang="en-US" altLang="zh-CN" b="1" i="1">
                <a:latin typeface="宋体" panose="02010600030101010101" pitchFamily="2" charset="-122"/>
              </a:rPr>
              <a:t> C  </a:t>
            </a:r>
            <a:r>
              <a:rPr lang="en-US" altLang="zh-CN" sz="2400">
                <a:latin typeface="宋体" panose="02010600030101010101" pitchFamily="2" charset="-122"/>
              </a:rPr>
              <a:t>   </a:t>
            </a:r>
            <a:r>
              <a:rPr lang="en-US" altLang="zh-CN" sz="2400">
                <a:latin typeface="Times New Roman" panose="02020603050405020304" pitchFamily="18" charset="0"/>
                <a:ea typeface="华康简宋" charset="-122"/>
              </a:rPr>
              <a:t>——</a:t>
            </a:r>
            <a:r>
              <a:rPr lang="zh-CN" altLang="en-US" sz="2400">
                <a:latin typeface="Times New Roman" panose="02020603050405020304" pitchFamily="18" charset="0"/>
                <a:ea typeface="华康简宋" charset="-122"/>
              </a:rPr>
              <a:t>既具有高级数据结构，又具有低级语言特色的通用语言</a:t>
            </a:r>
            <a:r>
              <a:rPr lang="zh-CN" altLang="en-US" sz="2400">
                <a:latin typeface="宋体" panose="02010600030101010101" pitchFamily="2" charset="-122"/>
              </a:rPr>
              <a:t>,</a:t>
            </a:r>
            <a:r>
              <a:rPr lang="zh-CN" altLang="en-US" sz="2400">
                <a:latin typeface="Times New Roman" panose="02020603050405020304" pitchFamily="18" charset="0"/>
                <a:ea typeface="华康简宋" charset="-122"/>
              </a:rPr>
              <a:t>适用于系统软件的开发</a:t>
            </a:r>
            <a:r>
              <a:rPr lang="zh-CN" altLang="en-US" sz="2400">
                <a:latin typeface="宋体" panose="02010600030101010101" pitchFamily="2" charset="-122"/>
              </a:rPr>
              <a:t>,</a:t>
            </a:r>
            <a:r>
              <a:rPr lang="zh-CN" altLang="en-US" sz="2400">
                <a:latin typeface="Times New Roman" panose="02020603050405020304" pitchFamily="18" charset="0"/>
                <a:ea typeface="华康简宋" charset="-122"/>
              </a:rPr>
              <a:t>如 </a:t>
            </a:r>
            <a:r>
              <a:rPr lang="en-US" altLang="zh-CN" sz="2400">
                <a:latin typeface="宋体" panose="02010600030101010101" pitchFamily="2" charset="-122"/>
              </a:rPr>
              <a:t>VC++</a:t>
            </a:r>
            <a:r>
              <a:rPr lang="en-US" altLang="zh-CN" sz="2400">
                <a:latin typeface="Times New Roman" panose="02020603050405020304" pitchFamily="18" charset="0"/>
                <a:ea typeface="华康简宋" charset="-122"/>
              </a:rPr>
              <a:t>、  </a:t>
            </a:r>
            <a:r>
              <a:rPr lang="en-US" altLang="zh-CN" sz="2400">
                <a:latin typeface="宋体" panose="02010600030101010101" pitchFamily="2" charset="-122"/>
              </a:rPr>
              <a:t>C++ Builder</a:t>
            </a:r>
            <a:r>
              <a:rPr lang="zh-CN" altLang="en-US" sz="2400">
                <a:latin typeface="Times New Roman" panose="02020603050405020304" pitchFamily="18" charset="0"/>
                <a:ea typeface="华康简宋" charset="-122"/>
              </a:rPr>
              <a:t>等</a:t>
            </a:r>
            <a:r>
              <a:rPr lang="zh-CN" altLang="en-US" sz="2400">
                <a:latin typeface="宋体" panose="02010600030101010101" pitchFamily="2" charset="-122"/>
              </a:rPr>
              <a:t>；</a:t>
            </a:r>
          </a:p>
          <a:p>
            <a:pPr eaLnBrk="1" hangingPunct="1">
              <a:lnSpc>
                <a:spcPct val="135000"/>
              </a:lnSpc>
              <a:spcBef>
                <a:spcPct val="0"/>
              </a:spcBef>
              <a:buFont typeface="Arial" panose="020B0604020202020204" pitchFamily="34" charset="0"/>
              <a:buNone/>
            </a:pPr>
            <a:r>
              <a:rPr lang="zh-CN" altLang="en-US" sz="2400">
                <a:latin typeface="Times New Roman" panose="02020603050405020304" pitchFamily="18" charset="0"/>
                <a:ea typeface="华康简宋" charset="-122"/>
              </a:rPr>
              <a:t>  </a:t>
            </a:r>
            <a:r>
              <a:rPr lang="zh-CN" altLang="en-US" b="1" i="1">
                <a:latin typeface="Times New Roman" panose="02020603050405020304" pitchFamily="18" charset="0"/>
                <a:ea typeface="华康简宋" charset="-122"/>
              </a:rPr>
              <a:t> </a:t>
            </a:r>
            <a:r>
              <a:rPr lang="en-US" altLang="zh-CN" b="1" i="1">
                <a:latin typeface="Times New Roman" panose="02020603050405020304" pitchFamily="18" charset="0"/>
                <a:ea typeface="华康简宋" charset="-122"/>
              </a:rPr>
              <a:t>Java </a:t>
            </a:r>
            <a:r>
              <a:rPr lang="en-US" altLang="zh-CN" sz="2400">
                <a:latin typeface="Times New Roman" panose="02020603050405020304" pitchFamily="18" charset="0"/>
                <a:ea typeface="华康简宋" charset="-122"/>
              </a:rPr>
              <a:t>     ——</a:t>
            </a:r>
            <a:r>
              <a:rPr lang="zh-CN" altLang="en-US" sz="2400">
                <a:latin typeface="Times New Roman" panose="02020603050405020304" pitchFamily="18" charset="0"/>
                <a:ea typeface="华康简宋" charset="-122"/>
              </a:rPr>
              <a:t>一种新型跨平台分布式程序设计语言。</a:t>
            </a:r>
            <a:r>
              <a:rPr lang="zh-CN" altLang="en-US" sz="240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1138"/>
                                        </p:tgtEl>
                                        <p:attrNameLst>
                                          <p:attrName>style.visibility</p:attrName>
                                        </p:attrNameLst>
                                      </p:cBhvr>
                                      <p:to>
                                        <p:strVal val="visible"/>
                                      </p:to>
                                    </p:set>
                                    <p:animEffect transition="in" filter="blinds(horizontal)">
                                      <p:cBhvr>
                                        <p:cTn id="7" dur="500"/>
                                        <p:tgtEl>
                                          <p:spTgt spid="9113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1140"/>
                                        </p:tgtEl>
                                        <p:attrNameLst>
                                          <p:attrName>style.visibility</p:attrName>
                                        </p:attrNameLst>
                                      </p:cBhvr>
                                      <p:to>
                                        <p:strVal val="visible"/>
                                      </p:to>
                                    </p:set>
                                    <p:animEffect transition="in" filter="dissolve">
                                      <p:cBhvr>
                                        <p:cTn id="11" dur="500"/>
                                        <p:tgtEl>
                                          <p:spTgt spid="9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p:bldP spid="91140" grpId="0"/>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标题 92161"/>
          <p:cNvSpPr>
            <a:spLocks noGrp="1" noChangeArrowheads="1"/>
          </p:cNvSpPr>
          <p:nvPr>
            <p:ph type="title"/>
          </p:nvPr>
        </p:nvSpPr>
        <p:spPr>
          <a:xfrm>
            <a:off x="228600" y="116770"/>
            <a:ext cx="7772400" cy="873830"/>
          </a:xfrm>
        </p:spPr>
        <p:txBody>
          <a:bodyPr lIns="92075" tIns="46038" rIns="92075" bIns="46038"/>
          <a:lstStyle/>
          <a:p>
            <a:pPr algn="l"/>
            <a:r>
              <a:rPr lang="zh-CN" altLang="en-US" sz="3200" b="1" dirty="0">
                <a:latin typeface="楷体_GB2312" pitchFamily="1" charset="-122"/>
                <a:ea typeface="楷体_GB2312" pitchFamily="1" charset="-122"/>
              </a:rPr>
              <a:t>编译方式和解释方式</a:t>
            </a:r>
          </a:p>
        </p:txBody>
      </p:sp>
      <p:sp>
        <p:nvSpPr>
          <p:cNvPr id="92164" name="文本框 92163"/>
          <p:cNvSpPr txBox="1">
            <a:spLocks noChangeArrowheads="1"/>
          </p:cNvSpPr>
          <p:nvPr/>
        </p:nvSpPr>
        <p:spPr bwMode="auto">
          <a:xfrm>
            <a:off x="188913" y="1338263"/>
            <a:ext cx="8920162"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10000"/>
              </a:lnSpc>
              <a:spcBef>
                <a:spcPct val="0"/>
              </a:spcBef>
            </a:pPr>
            <a:r>
              <a:rPr lang="zh-CN" altLang="en-US" sz="2400">
                <a:latin typeface="Times New Roman" panose="02020603050405020304" pitchFamily="18" charset="0"/>
                <a:ea typeface="华康简宋" charset="-122"/>
              </a:rPr>
              <a:t>编译方式</a:t>
            </a:r>
            <a:r>
              <a:rPr lang="zh-CN" altLang="en-US" sz="2400">
                <a:latin typeface="宋体" panose="02010600030101010101" pitchFamily="2" charset="-122"/>
              </a:rPr>
              <a:t>：</a:t>
            </a:r>
            <a:r>
              <a:rPr lang="zh-CN" altLang="en-US" sz="2400">
                <a:latin typeface="Times New Roman" panose="02020603050405020304" pitchFamily="18" charset="0"/>
                <a:ea typeface="华康简宋" charset="-122"/>
              </a:rPr>
              <a:t>即事先编好一个称为编译程序的机器指令程序，并存放在计算机中执行</a:t>
            </a:r>
            <a:r>
              <a:rPr lang="zh-CN" altLang="en-US" sz="2400">
                <a:latin typeface="宋体" panose="02010600030101010101" pitchFamily="2" charset="-122"/>
              </a:rPr>
              <a:t>；</a:t>
            </a:r>
            <a:r>
              <a:rPr lang="zh-CN" altLang="en-US" sz="2400">
                <a:latin typeface="Times New Roman" panose="02020603050405020304" pitchFamily="18" charset="0"/>
                <a:ea typeface="华康简宋" charset="-122"/>
              </a:rPr>
              <a:t>当用高级语言编写的源程序输入计算机后，编译程序便把源程序整个地翻译成用机器指令表示的目标程序，然后再由计算机执行该目标程序并得到计算结果。</a:t>
            </a:r>
          </a:p>
          <a:p>
            <a:pPr eaLnBrk="1" hangingPunct="1">
              <a:lnSpc>
                <a:spcPct val="110000"/>
              </a:lnSpc>
              <a:spcBef>
                <a:spcPct val="0"/>
              </a:spcBef>
              <a:buFont typeface="Arial" panose="020B0604020202020204" pitchFamily="34" charset="0"/>
              <a:buNone/>
            </a:pPr>
            <a:r>
              <a:rPr lang="zh-CN" altLang="en-US" sz="2400">
                <a:latin typeface="Times New Roman" panose="02020603050405020304" pitchFamily="18" charset="0"/>
                <a:ea typeface="华康简宋" charset="-122"/>
              </a:rPr>
              <a:t>　　其工作流程及关系如图所示。</a:t>
            </a:r>
            <a:r>
              <a:rPr lang="zh-CN" altLang="en-US" sz="2400">
                <a:latin typeface="Times New Roman" panose="02020603050405020304" pitchFamily="18" charset="0"/>
              </a:rPr>
              <a:t> </a:t>
            </a:r>
          </a:p>
        </p:txBody>
      </p:sp>
      <p:graphicFrame>
        <p:nvGraphicFramePr>
          <p:cNvPr id="2" name="对象 1"/>
          <p:cNvGraphicFramePr>
            <a:graphicFrameLocks noChangeAspect="1"/>
          </p:cNvGraphicFramePr>
          <p:nvPr/>
        </p:nvGraphicFramePr>
        <p:xfrm>
          <a:off x="331788" y="3867150"/>
          <a:ext cx="7445375" cy="2200275"/>
        </p:xfrm>
        <a:graphic>
          <a:graphicData uri="http://schemas.openxmlformats.org/presentationml/2006/ole">
            <mc:AlternateContent xmlns:mc="http://schemas.openxmlformats.org/markup-compatibility/2006">
              <mc:Choice xmlns:v="urn:schemas-microsoft-com:vml" Requires="v">
                <p:oleObj spid="_x0000_s2057" name="Picture" r:id="rId3" imgW="20307300" imgH="5734050" progId="Word.Picture.8">
                  <p:embed/>
                </p:oleObj>
              </mc:Choice>
              <mc:Fallback>
                <p:oleObj name="Picture" r:id="rId3" imgW="20307300" imgH="5734050" progId="Word.Picture.8">
                  <p:embed/>
                  <p:pic>
                    <p:nvPicPr>
                      <p:cNvPr id="0" name="对象 1"/>
                      <p:cNvPicPr>
                        <a:picLocks noChangeAspect="1" noChangeArrowheads="1"/>
                      </p:cNvPicPr>
                      <p:nvPr/>
                    </p:nvPicPr>
                    <p:blipFill>
                      <a:blip r:embed="rId4"/>
                      <a:srcRect/>
                      <a:stretch>
                        <a:fillRect/>
                      </a:stretch>
                    </p:blipFill>
                    <p:spPr bwMode="auto">
                      <a:xfrm>
                        <a:off x="331788" y="3867150"/>
                        <a:ext cx="744537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blinds(horizontal)">
                                      <p:cBhvr>
                                        <p:cTn id="7" dur="500"/>
                                        <p:tgtEl>
                                          <p:spTgt spid="9216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2164"/>
                                        </p:tgtEl>
                                        <p:attrNameLst>
                                          <p:attrName>style.visibility</p:attrName>
                                        </p:attrNameLst>
                                      </p:cBhvr>
                                      <p:to>
                                        <p:strVal val="visible"/>
                                      </p:to>
                                    </p:set>
                                    <p:animEffect transition="in" filter="dissolve">
                                      <p:cBhvr>
                                        <p:cTn id="11" dur="500"/>
                                        <p:tgtEl>
                                          <p:spTgt spid="92164"/>
                                        </p:tgtEl>
                                      </p:cBhvr>
                                    </p:animEffect>
                                  </p:childTnLst>
                                </p:cTn>
                              </p:par>
                            </p:childTnLst>
                          </p:cTn>
                        </p:par>
                        <p:par>
                          <p:cTn id="12" fill="hold">
                            <p:stCondLst>
                              <p:cond delay="1000"/>
                            </p:stCondLst>
                            <p:childTnLst>
                              <p:par>
                                <p:cTn id="13" presetID="5" presetClass="entr" presetSubtype="1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heckerboard(across)">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P spid="92164"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文本框 93185"/>
          <p:cNvSpPr txBox="1">
            <a:spLocks noChangeArrowheads="1"/>
          </p:cNvSpPr>
          <p:nvPr/>
        </p:nvSpPr>
        <p:spPr bwMode="auto">
          <a:xfrm>
            <a:off x="107950" y="692150"/>
            <a:ext cx="889317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10000"/>
              </a:lnSpc>
              <a:spcBef>
                <a:spcPct val="0"/>
              </a:spcBef>
            </a:pPr>
            <a:r>
              <a:rPr lang="zh-CN" altLang="en-US" sz="2400">
                <a:latin typeface="Times New Roman" panose="02020603050405020304" pitchFamily="18" charset="0"/>
                <a:ea typeface="华康简宋" charset="-122"/>
              </a:rPr>
              <a:t>解释方式</a:t>
            </a:r>
            <a:r>
              <a:rPr lang="zh-CN" altLang="en-US" sz="2400">
                <a:latin typeface="宋体" panose="02010600030101010101" pitchFamily="2" charset="-122"/>
              </a:rPr>
              <a:t>：</a:t>
            </a:r>
            <a:r>
              <a:rPr lang="zh-CN" altLang="en-US" sz="2400">
                <a:latin typeface="Times New Roman" panose="02020603050405020304" pitchFamily="18" charset="0"/>
                <a:ea typeface="华康简宋" charset="-122"/>
              </a:rPr>
              <a:t>即事先编好一个称为解释程序的机器指令程序，并放在计算机中执行</a:t>
            </a:r>
            <a:r>
              <a:rPr lang="zh-CN" altLang="en-US" sz="2400">
                <a:latin typeface="宋体" panose="02010600030101010101" pitchFamily="2" charset="-122"/>
              </a:rPr>
              <a:t>；</a:t>
            </a:r>
            <a:r>
              <a:rPr lang="zh-CN" altLang="en-US" sz="2400">
                <a:latin typeface="Times New Roman" panose="02020603050405020304" pitchFamily="18" charset="0"/>
                <a:ea typeface="华康简宋" charset="-122"/>
              </a:rPr>
              <a:t>当用高级语言编写的源程序输入计算机后，它并不像编译方式那样，把源程序整个地翻译成目标程序后，再由机器执行该目标程序。而是逐句地进行翻译，且翻译一句就由机器执行一句，即边解释边执行。</a:t>
            </a:r>
          </a:p>
          <a:p>
            <a:pPr eaLnBrk="1" hangingPunct="1">
              <a:lnSpc>
                <a:spcPct val="110000"/>
              </a:lnSpc>
              <a:spcBef>
                <a:spcPct val="0"/>
              </a:spcBef>
              <a:buFont typeface="Arial" panose="020B0604020202020204" pitchFamily="34" charset="0"/>
              <a:buNone/>
            </a:pPr>
            <a:r>
              <a:rPr lang="zh-CN" altLang="en-US" sz="2400">
                <a:latin typeface="Times New Roman" panose="02020603050405020304" pitchFamily="18" charset="0"/>
                <a:ea typeface="华康简宋" charset="-122"/>
              </a:rPr>
              <a:t>　　其工作方式如图所示。 </a:t>
            </a:r>
            <a:endParaRPr lang="zh-CN" altLang="en-US" sz="2400">
              <a:latin typeface="Times New Roman" panose="02020603050405020304" pitchFamily="18" charset="0"/>
            </a:endParaRPr>
          </a:p>
        </p:txBody>
      </p:sp>
      <p:graphicFrame>
        <p:nvGraphicFramePr>
          <p:cNvPr id="2" name="对象 1"/>
          <p:cNvGraphicFramePr>
            <a:graphicFrameLocks noChangeAspect="1"/>
          </p:cNvGraphicFramePr>
          <p:nvPr/>
        </p:nvGraphicFramePr>
        <p:xfrm>
          <a:off x="1301750" y="3475038"/>
          <a:ext cx="5438775" cy="2420937"/>
        </p:xfrm>
        <a:graphic>
          <a:graphicData uri="http://schemas.openxmlformats.org/presentationml/2006/ole">
            <mc:AlternateContent xmlns:mc="http://schemas.openxmlformats.org/markup-compatibility/2006">
              <mc:Choice xmlns:v="urn:schemas-microsoft-com:vml" Requires="v">
                <p:oleObj spid="_x0000_s3081" name="Picture" r:id="rId3" imgW="13296900" imgH="5734050" progId="Word.Picture.8">
                  <p:embed/>
                </p:oleObj>
              </mc:Choice>
              <mc:Fallback>
                <p:oleObj name="Picture" r:id="rId3" imgW="13296900" imgH="5734050" progId="Word.Picture.8">
                  <p:embed/>
                  <p:pic>
                    <p:nvPicPr>
                      <p:cNvPr id="0" name="对象 1"/>
                      <p:cNvPicPr>
                        <a:picLocks noChangeAspect="1" noChangeArrowheads="1"/>
                      </p:cNvPicPr>
                      <p:nvPr/>
                    </p:nvPicPr>
                    <p:blipFill>
                      <a:blip r:embed="rId4"/>
                      <a:srcRect/>
                      <a:stretch>
                        <a:fillRect/>
                      </a:stretch>
                    </p:blipFill>
                    <p:spPr bwMode="auto">
                      <a:xfrm>
                        <a:off x="1301750" y="3475038"/>
                        <a:ext cx="5438775" cy="242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dissolve">
                                      <p:cBhvr>
                                        <p:cTn id="7" dur="500"/>
                                        <p:tgtEl>
                                          <p:spTgt spid="93186"/>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软件分类</a:t>
            </a:r>
          </a:p>
        </p:txBody>
      </p:sp>
      <p:graphicFrame>
        <p:nvGraphicFramePr>
          <p:cNvPr id="4" name="内容占位符 3"/>
          <p:cNvGraphicFramePr>
            <a:graphicFrameLocks noGrp="1"/>
          </p:cNvGraphicFramePr>
          <p:nvPr>
            <p:ph idx="1"/>
          </p:nvPr>
        </p:nvGraphicFramePr>
        <p:xfrm>
          <a:off x="1115760" y="1916895"/>
          <a:ext cx="6618685" cy="3416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开源软件大本营</a:t>
            </a:r>
          </a:p>
        </p:txBody>
      </p:sp>
      <p:sp>
        <p:nvSpPr>
          <p:cNvPr id="3" name="内容占位符 2"/>
          <p:cNvSpPr>
            <a:spLocks noGrp="1"/>
          </p:cNvSpPr>
          <p:nvPr>
            <p:ph idx="1"/>
          </p:nvPr>
        </p:nvSpPr>
        <p:spPr/>
        <p:txBody>
          <a:bodyPr/>
          <a:lstStyle/>
          <a:p>
            <a:r>
              <a:rPr lang="en-US" altLang="zh-CN" dirty="0" err="1"/>
              <a:t>Git</a:t>
            </a:r>
            <a:endParaRPr lang="en-US" altLang="zh-CN" dirty="0"/>
          </a:p>
          <a:p>
            <a:pPr lvl="1"/>
            <a:r>
              <a:rPr lang="en-US" altLang="zh-CN" dirty="0" err="1"/>
              <a:t>Git</a:t>
            </a:r>
            <a:r>
              <a:rPr lang="zh-CN" altLang="en-US" dirty="0"/>
              <a:t>是一个分布式版本控制系统，这意味着每个开发人员的计算机上都可以使用整个代码库和历史记录，这样可以轻松进行分支和合并。</a:t>
            </a:r>
            <a:endParaRPr lang="en-US" altLang="zh-CN" dirty="0"/>
          </a:p>
          <a:p>
            <a:r>
              <a:rPr lang="en-US" altLang="zh-CN" dirty="0"/>
              <a:t>GitHub</a:t>
            </a:r>
          </a:p>
          <a:p>
            <a:pPr lvl="1"/>
            <a:r>
              <a:rPr lang="en-US" altLang="zh-CN" dirty="0"/>
              <a:t>GitHub</a:t>
            </a:r>
            <a:r>
              <a:rPr lang="zh-CN" altLang="en-US" dirty="0"/>
              <a:t>是一家营利性公司，提供基于云的</a:t>
            </a:r>
            <a:r>
              <a:rPr lang="en-US" altLang="zh-CN" dirty="0" err="1"/>
              <a:t>Git</a:t>
            </a:r>
            <a:r>
              <a:rPr lang="zh-CN" altLang="en-US" dirty="0"/>
              <a:t>存储库托管服务。</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如何在</a:t>
            </a:r>
            <a:r>
              <a:rPr lang="en-US" altLang="zh-CN" dirty="0"/>
              <a:t>GitHub</a:t>
            </a:r>
            <a:r>
              <a:rPr lang="zh-CN" altLang="en-US" dirty="0"/>
              <a:t>上找开源项目</a:t>
            </a:r>
          </a:p>
        </p:txBody>
      </p:sp>
      <p:sp>
        <p:nvSpPr>
          <p:cNvPr id="3" name="内容占位符 2"/>
          <p:cNvSpPr>
            <a:spLocks noGrp="1"/>
          </p:cNvSpPr>
          <p:nvPr>
            <p:ph idx="1"/>
          </p:nvPr>
        </p:nvSpPr>
        <p:spPr/>
        <p:txBody>
          <a:bodyPr/>
          <a:lstStyle/>
          <a:p>
            <a:r>
              <a:rPr lang="zh-CN" altLang="en-US" dirty="0"/>
              <a:t>以</a:t>
            </a:r>
            <a:r>
              <a:rPr lang="en-US" altLang="zh-CN" dirty="0"/>
              <a:t>Visual Studio Code</a:t>
            </a:r>
            <a:r>
              <a:rPr lang="zh-CN" altLang="en-US" dirty="0"/>
              <a:t>案例说明</a:t>
            </a:r>
            <a:endParaRPr lang="en-US" altLang="zh-CN" dirty="0"/>
          </a:p>
          <a:p>
            <a:r>
              <a:rPr lang="en-US" altLang="zh-CN" dirty="0" err="1"/>
              <a:t>GItHub</a:t>
            </a:r>
            <a:r>
              <a:rPr lang="zh-CN" altLang="en-US" dirty="0"/>
              <a:t>重要概念</a:t>
            </a:r>
            <a:endParaRPr lang="en-US" altLang="zh-CN" dirty="0"/>
          </a:p>
          <a:p>
            <a:pPr lvl="1"/>
            <a:r>
              <a:rPr lang="en-US" altLang="zh-CN" dirty="0"/>
              <a:t>Watch</a:t>
            </a:r>
          </a:p>
          <a:p>
            <a:pPr lvl="1"/>
            <a:r>
              <a:rPr lang="en-US" altLang="zh-CN" dirty="0"/>
              <a:t>Star</a:t>
            </a:r>
          </a:p>
          <a:p>
            <a:pPr lvl="1"/>
            <a:r>
              <a:rPr lang="en-US" altLang="zh-CN" dirty="0"/>
              <a:t>Fork</a:t>
            </a:r>
          </a:p>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动动手，试一试</a:t>
            </a:r>
          </a:p>
        </p:txBody>
      </p:sp>
      <p:sp>
        <p:nvSpPr>
          <p:cNvPr id="3" name="内容占位符 2"/>
          <p:cNvSpPr>
            <a:spLocks noGrp="1"/>
          </p:cNvSpPr>
          <p:nvPr>
            <p:ph idx="1"/>
          </p:nvPr>
        </p:nvSpPr>
        <p:spPr/>
        <p:txBody>
          <a:bodyPr/>
          <a:lstStyle/>
          <a:p>
            <a:r>
              <a:rPr lang="zh-CN" altLang="en-US" dirty="0"/>
              <a:t>注册</a:t>
            </a:r>
            <a:r>
              <a:rPr lang="en-US" altLang="zh-CN" dirty="0"/>
              <a:t>GitHub</a:t>
            </a:r>
            <a:r>
              <a:rPr lang="zh-CN" altLang="en-US" dirty="0"/>
              <a:t>账号</a:t>
            </a:r>
            <a:endParaRPr lang="en-US" altLang="zh-CN" dirty="0"/>
          </a:p>
          <a:p>
            <a:r>
              <a:rPr lang="en-US" altLang="zh-CN" dirty="0"/>
              <a:t>IT</a:t>
            </a:r>
            <a:r>
              <a:rPr lang="zh-CN" altLang="en-US" dirty="0"/>
              <a:t>界有很多针对学生的优惠活动，找到一个关于这个方面的项目，并关注。</a:t>
            </a:r>
            <a:endParaRPr lang="en-US" altLang="zh-CN" dirty="0"/>
          </a:p>
          <a:p>
            <a:r>
              <a:rPr lang="zh-CN" altLang="en-US" dirty="0"/>
              <a:t>我想在</a:t>
            </a:r>
            <a:r>
              <a:rPr lang="en-US" altLang="zh-CN" dirty="0"/>
              <a:t>GitHub</a:t>
            </a:r>
            <a:r>
              <a:rPr lang="zh-CN" altLang="en-US" dirty="0"/>
              <a:t>上找找免费的编程书，你可以办到吗？</a:t>
            </a:r>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326C1CD5-8DA4-4D7E-BA5D-D63984CFFFF7}" type="slidenum">
              <a:rPr lang="zh-CN" altLang="en-US" sz="900">
                <a:solidFill>
                  <a:srgbClr val="848589"/>
                </a:solidFill>
                <a:latin typeface="Futura Bk" charset="0"/>
                <a:sym typeface="Futura Bk" charset="0"/>
              </a:rPr>
              <a:t>47</a:t>
            </a:fld>
            <a:endParaRPr lang="zh-CN" altLang="en-US" sz="900">
              <a:solidFill>
                <a:srgbClr val="848589"/>
              </a:solidFill>
              <a:latin typeface="Futura Bk" charset="0"/>
              <a:sym typeface="Futura Bk" charset="0"/>
            </a:endParaRPr>
          </a:p>
        </p:txBody>
      </p:sp>
      <p:sp>
        <p:nvSpPr>
          <p:cNvPr id="70659" name="Rectangle 2"/>
          <p:cNvSpPr>
            <a:spLocks noGrp="1" noChangeArrowheads="1"/>
          </p:cNvSpPr>
          <p:nvPr>
            <p:ph type="title"/>
          </p:nvPr>
        </p:nvSpPr>
        <p:spPr>
          <a:xfrm>
            <a:off x="342900" y="101600"/>
            <a:ext cx="7629525" cy="869950"/>
          </a:xfrm>
        </p:spPr>
        <p:txBody>
          <a:bodyPr/>
          <a:lstStyle/>
          <a:p>
            <a:pPr algn="l" eaLnBrk="1" hangingPunct="1"/>
            <a:r>
              <a:rPr lang="en-US" altLang="zh-CN" sz="4400" b="1">
                <a:latin typeface="黑体" panose="02010609060101010101" pitchFamily="49" charset="-122"/>
                <a:ea typeface="楷体_GB2312" pitchFamily="1" charset="-122"/>
                <a:sym typeface="黑体" panose="02010609060101010101" pitchFamily="49" charset="-122"/>
              </a:rPr>
              <a:t>1.3</a:t>
            </a:r>
            <a:r>
              <a:rPr lang="zh-CN" altLang="en-US" sz="4400" b="1">
                <a:latin typeface="黑体" panose="02010609060101010101" pitchFamily="49" charset="-122"/>
                <a:ea typeface="楷体_GB2312" pitchFamily="1" charset="-122"/>
                <a:sym typeface="黑体" panose="02010609060101010101" pitchFamily="49" charset="-122"/>
              </a:rPr>
              <a:t> 数据在计算机中的表示</a:t>
            </a:r>
            <a:endParaRPr lang="zh-CN" altLang="en-US" sz="4400" b="1">
              <a:ea typeface="楷体_GB2312" pitchFamily="1" charset="-122"/>
            </a:endParaRPr>
          </a:p>
        </p:txBody>
      </p:sp>
      <p:sp>
        <p:nvSpPr>
          <p:cNvPr id="70660" name="Text Box 3"/>
          <p:cNvSpPr>
            <a:spLocks noChangeArrowheads="1"/>
          </p:cNvSpPr>
          <p:nvPr/>
        </p:nvSpPr>
        <p:spPr bwMode="auto">
          <a:xfrm>
            <a:off x="1011238" y="3059113"/>
            <a:ext cx="6235700" cy="579437"/>
          </a:xfrm>
          <a:prstGeom prst="rect">
            <a:avLst/>
          </a:prstGeom>
          <a:gradFill rotWithShape="1">
            <a:gsLst>
              <a:gs pos="0">
                <a:srgbClr val="FFEFD1"/>
              </a:gs>
              <a:gs pos="64999">
                <a:srgbClr val="F0EBD5"/>
              </a:gs>
              <a:gs pos="100000">
                <a:srgbClr val="D1C39F"/>
              </a:gs>
            </a:gsLst>
            <a:lin ang="5400000" scaled="0"/>
          </a:gradFill>
          <a:ln>
            <a:noFill/>
          </a:ln>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b="1" dirty="0">
                <a:latin typeface="Calibri" panose="020F0502020204030204" pitchFamily="34" charset="0"/>
                <a:hlinkClick r:id="rId3" action="ppaction://hlinksldjump"/>
              </a:rPr>
              <a:t>1.3.2</a:t>
            </a:r>
            <a:r>
              <a:rPr lang="zh-CN" altLang="en-US" b="1" dirty="0">
                <a:latin typeface="Calibri" panose="020F0502020204030204" pitchFamily="34" charset="0"/>
                <a:hlinkClick r:id="rId3" action="ppaction://hlinksldjump"/>
              </a:rPr>
              <a:t>、</a:t>
            </a:r>
            <a:r>
              <a:rPr lang="zh-CN" altLang="en-US" b="1" dirty="0">
                <a:latin typeface="Calibri" panose="020F0502020204030204" pitchFamily="34" charset="0"/>
                <a:hlinkClick r:id="rId4" action="ppaction://hlinksldjump"/>
              </a:rPr>
              <a:t>数据在计算机中的表示</a:t>
            </a:r>
            <a:endParaRPr lang="zh-CN" altLang="en-US" b="1" dirty="0">
              <a:latin typeface="Calibri" panose="020F0502020204030204" pitchFamily="34" charset="0"/>
            </a:endParaRPr>
          </a:p>
        </p:txBody>
      </p:sp>
      <p:sp>
        <p:nvSpPr>
          <p:cNvPr id="70661" name="Text Box 4"/>
          <p:cNvSpPr>
            <a:spLocks noChangeArrowheads="1"/>
          </p:cNvSpPr>
          <p:nvPr/>
        </p:nvSpPr>
        <p:spPr bwMode="auto">
          <a:xfrm>
            <a:off x="1033463" y="1608138"/>
            <a:ext cx="6210300" cy="579437"/>
          </a:xfrm>
          <a:prstGeom prst="rect">
            <a:avLst/>
          </a:prstGeom>
          <a:gradFill rotWithShape="1">
            <a:gsLst>
              <a:gs pos="0">
                <a:srgbClr val="FFEFD1"/>
              </a:gs>
              <a:gs pos="64999">
                <a:srgbClr val="F0EBD5"/>
              </a:gs>
              <a:gs pos="100000">
                <a:srgbClr val="D1C39F"/>
              </a:gs>
            </a:gsLst>
            <a:lin ang="5400000" scaled="0"/>
          </a:gradFill>
          <a:ln>
            <a:noFill/>
          </a:ln>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b="1" dirty="0">
                <a:solidFill>
                  <a:srgbClr val="FF0000"/>
                </a:solidFill>
                <a:latin typeface="Calibri" panose="020F0502020204030204" pitchFamily="34" charset="0"/>
                <a:hlinkClick r:id="rId5" action="ppaction://hlinksldjump"/>
              </a:rPr>
              <a:t>1.3.1</a:t>
            </a:r>
            <a:r>
              <a:rPr lang="zh-CN" altLang="en-US" b="1" dirty="0">
                <a:solidFill>
                  <a:srgbClr val="FF0000"/>
                </a:solidFill>
                <a:latin typeface="Calibri" panose="020F0502020204030204" pitchFamily="34" charset="0"/>
                <a:hlinkClick r:id="rId5" action="ppaction://hlinksldjump"/>
              </a:rPr>
              <a:t>、</a:t>
            </a:r>
            <a:r>
              <a:rPr lang="zh-CN" altLang="en-US" b="1" dirty="0">
                <a:solidFill>
                  <a:srgbClr val="FF0000"/>
                </a:solidFill>
                <a:latin typeface="Calibri" panose="020F0502020204030204" pitchFamily="34" charset="0"/>
                <a:hlinkClick r:id="rId6" action="ppaction://hlinksldjump"/>
              </a:rPr>
              <a:t>二进制与数制的转换</a:t>
            </a:r>
            <a:endParaRPr lang="zh-CN" altLang="en-US" b="1" dirty="0">
              <a:solidFill>
                <a:srgbClr val="FF0000"/>
              </a:solidFill>
              <a:latin typeface="Calibri" panose="020F0502020204030204" pitchFamily="34" charset="0"/>
            </a:endParaRPr>
          </a:p>
        </p:txBody>
      </p:sp>
      <p:pic>
        <p:nvPicPr>
          <p:cNvPr id="70662" name="Object 6">
            <a:hlinkHover r:id="" action="ppaction://noaction">
              <a:snd r:embed="rId7" name="GLASS.WAV"/>
            </a:hlinkHover>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48575" y="1338263"/>
            <a:ext cx="1185863" cy="505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3" name="Text Box 9"/>
          <p:cNvSpPr>
            <a:spLocks noChangeArrowheads="1"/>
          </p:cNvSpPr>
          <p:nvPr/>
        </p:nvSpPr>
        <p:spPr bwMode="auto">
          <a:xfrm>
            <a:off x="1012825" y="4381500"/>
            <a:ext cx="6235700" cy="579438"/>
          </a:xfrm>
          <a:prstGeom prst="rect">
            <a:avLst/>
          </a:prstGeom>
          <a:gradFill rotWithShape="1">
            <a:gsLst>
              <a:gs pos="0">
                <a:srgbClr val="FFEFD1"/>
              </a:gs>
              <a:gs pos="64999">
                <a:srgbClr val="F0EBD5"/>
              </a:gs>
              <a:gs pos="100000">
                <a:srgbClr val="D1C39F"/>
              </a:gs>
            </a:gsLst>
            <a:lin ang="5400000" scaled="0"/>
          </a:gradFill>
          <a:ln>
            <a:noFill/>
          </a:ln>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b="1">
                <a:latin typeface="Calibri" panose="020F0502020204030204" pitchFamily="34" charset="0"/>
                <a:hlinkClick r:id="rId9" action="ppaction://hlinksldjump"/>
              </a:rPr>
              <a:t>1.3.3</a:t>
            </a:r>
            <a:r>
              <a:rPr lang="zh-CN" altLang="en-US" b="1">
                <a:latin typeface="Calibri" panose="020F0502020204030204" pitchFamily="34" charset="0"/>
                <a:hlinkClick r:id="rId9" action="ppaction://hlinksldjump"/>
              </a:rPr>
              <a:t>、</a:t>
            </a:r>
            <a:r>
              <a:rPr lang="zh-CN" altLang="en-US" b="1">
                <a:latin typeface="Calibri" panose="020F0502020204030204" pitchFamily="34" charset="0"/>
                <a:hlinkClick r:id="rId10" action="ppaction://hlinksldjump"/>
              </a:rPr>
              <a:t>信息编码</a:t>
            </a:r>
            <a:endParaRPr lang="zh-CN" altLang="en-US" b="1">
              <a:latin typeface="Calibri" panose="020F0502020204030204" pitchFamily="34" charset="0"/>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757287E7-6C55-4612-AC54-CE855B0112D2}" type="slidenum">
              <a:rPr lang="zh-CN" altLang="en-US" sz="900">
                <a:solidFill>
                  <a:srgbClr val="848589"/>
                </a:solidFill>
                <a:latin typeface="Futura Bk" charset="0"/>
                <a:sym typeface="Futura Bk" charset="0"/>
              </a:rPr>
              <a:t>48</a:t>
            </a:fld>
            <a:endParaRPr lang="zh-CN" altLang="en-US" sz="900">
              <a:solidFill>
                <a:srgbClr val="848589"/>
              </a:solidFill>
              <a:latin typeface="Futura Bk" charset="0"/>
              <a:sym typeface="Futura Bk" charset="0"/>
            </a:endParaRPr>
          </a:p>
        </p:txBody>
      </p:sp>
      <p:sp>
        <p:nvSpPr>
          <p:cNvPr id="71683" name="TextBox 8"/>
          <p:cNvSpPr>
            <a:spLocks noChangeArrowheads="1"/>
          </p:cNvSpPr>
          <p:nvPr/>
        </p:nvSpPr>
        <p:spPr bwMode="auto">
          <a:xfrm>
            <a:off x="2957513" y="1844675"/>
            <a:ext cx="714375" cy="1136650"/>
          </a:xfrm>
          <a:prstGeom prst="rect">
            <a:avLst/>
          </a:prstGeom>
          <a:solidFill>
            <a:srgbClr val="2D2DB9"/>
          </a:solidFill>
          <a:ln w="38100">
            <a:solidFill>
              <a:schemeClr val="bg1"/>
            </a:solidFill>
            <a:miter lim="800000"/>
          </a:ln>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6600" b="1">
                <a:solidFill>
                  <a:srgbClr val="FFFFFF"/>
                </a:solidFill>
                <a:latin typeface="Times New Roman" panose="02020603050405020304" pitchFamily="18" charset="0"/>
                <a:sym typeface="Times New Roman" panose="02020603050405020304" pitchFamily="18" charset="0"/>
              </a:rPr>
              <a:t>0</a:t>
            </a:r>
            <a:endParaRPr lang="zh-CN" altLang="en-US" sz="6600" b="1">
              <a:solidFill>
                <a:srgbClr val="FFFFFF"/>
              </a:solidFill>
              <a:latin typeface="Times New Roman" panose="02020603050405020304" pitchFamily="18" charset="0"/>
              <a:sym typeface="Times New Roman" panose="02020603050405020304" pitchFamily="18" charset="0"/>
            </a:endParaRPr>
          </a:p>
        </p:txBody>
      </p:sp>
      <p:sp>
        <p:nvSpPr>
          <p:cNvPr id="71684" name="TextBox 9"/>
          <p:cNvSpPr>
            <a:spLocks noChangeArrowheads="1"/>
          </p:cNvSpPr>
          <p:nvPr/>
        </p:nvSpPr>
        <p:spPr bwMode="auto">
          <a:xfrm>
            <a:off x="5386388" y="1844675"/>
            <a:ext cx="642937" cy="1136650"/>
          </a:xfrm>
          <a:prstGeom prst="rect">
            <a:avLst/>
          </a:prstGeom>
          <a:solidFill>
            <a:srgbClr val="2D2DB9"/>
          </a:solidFill>
          <a:ln w="38100">
            <a:solidFill>
              <a:schemeClr val="bg1"/>
            </a:solidFill>
            <a:miter lim="800000"/>
          </a:ln>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en-US" altLang="zh-CN" sz="6600" b="1">
                <a:solidFill>
                  <a:srgbClr val="FFFFFF"/>
                </a:solidFill>
                <a:latin typeface="Times New Roman" panose="02020603050405020304" pitchFamily="18" charset="0"/>
                <a:sym typeface="Times New Roman" panose="02020603050405020304" pitchFamily="18" charset="0"/>
              </a:rPr>
              <a:t>1</a:t>
            </a:r>
            <a:endParaRPr lang="zh-CN" altLang="en-US" sz="6600" b="1">
              <a:solidFill>
                <a:srgbClr val="FFFFFF"/>
              </a:solidFill>
              <a:latin typeface="Times New Roman" panose="02020603050405020304" pitchFamily="18" charset="0"/>
              <a:sym typeface="Times New Roman" panose="02020603050405020304" pitchFamily="18" charset="0"/>
            </a:endParaRPr>
          </a:p>
        </p:txBody>
      </p:sp>
      <p:sp>
        <p:nvSpPr>
          <p:cNvPr id="71685" name="TextBox 11"/>
          <p:cNvSpPr>
            <a:spLocks noChangeArrowheads="1"/>
          </p:cNvSpPr>
          <p:nvPr/>
        </p:nvSpPr>
        <p:spPr bwMode="auto">
          <a:xfrm>
            <a:off x="457200" y="3416300"/>
            <a:ext cx="779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b="1">
                <a:solidFill>
                  <a:srgbClr val="000000"/>
                </a:solidFill>
                <a:latin typeface="Arial" panose="020B0604020202020204" pitchFamily="34" charset="0"/>
                <a:ea typeface="隶书" panose="02010509060101010101" pitchFamily="49" charset="-122"/>
                <a:sym typeface="Arial" panose="020B0604020202020204" pitchFamily="34" charset="0"/>
              </a:rPr>
              <a:t>计算机世界的两个基本色</a:t>
            </a:r>
            <a:r>
              <a:rPr lang="en-US" altLang="zh-CN" b="1">
                <a:solidFill>
                  <a:srgbClr val="000000"/>
                </a:solidFill>
                <a:latin typeface="Arial" panose="020B0604020202020204" pitchFamily="34" charset="0"/>
                <a:ea typeface="隶书" panose="02010509060101010101" pitchFamily="49" charset="-122"/>
                <a:sym typeface="Arial" panose="020B0604020202020204" pitchFamily="34" charset="0"/>
              </a:rPr>
              <a:t>--</a:t>
            </a:r>
            <a:r>
              <a:rPr lang="zh-CN" altLang="en-US" b="1">
                <a:solidFill>
                  <a:srgbClr val="FF0000"/>
                </a:solidFill>
                <a:latin typeface="Arial" panose="020B0604020202020204" pitchFamily="34" charset="0"/>
                <a:ea typeface="隶书" panose="02010509060101010101" pitchFamily="49" charset="-122"/>
                <a:sym typeface="Arial" panose="020B0604020202020204" pitchFamily="34" charset="0"/>
              </a:rPr>
              <a:t>信息表示的基础</a:t>
            </a:r>
            <a:endParaRPr lang="zh-CN" altLang="en-US" sz="1800">
              <a:latin typeface="Calibri" panose="020F0502020204030204" pitchFamily="34" charset="0"/>
            </a:endParaRPr>
          </a:p>
        </p:txBody>
      </p:sp>
      <p:sp>
        <p:nvSpPr>
          <p:cNvPr id="71686" name="TextBox 13"/>
          <p:cNvSpPr>
            <a:spLocks noChangeArrowheads="1"/>
          </p:cNvSpPr>
          <p:nvPr/>
        </p:nvSpPr>
        <p:spPr bwMode="auto">
          <a:xfrm>
            <a:off x="457200" y="3987800"/>
            <a:ext cx="4672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b="1">
                <a:solidFill>
                  <a:srgbClr val="000000"/>
                </a:solidFill>
                <a:latin typeface="Arial" panose="020B0604020202020204" pitchFamily="34" charset="0"/>
                <a:ea typeface="隶书" panose="02010509060101010101" pitchFamily="49" charset="-122"/>
                <a:sym typeface="Arial" panose="020B0604020202020204" pitchFamily="34" charset="0"/>
              </a:rPr>
              <a:t>简单的外在，深刻的内涵</a:t>
            </a:r>
            <a:endParaRPr lang="zh-CN" altLang="en-US" sz="1800">
              <a:latin typeface="Calibri" panose="020F0502020204030204" pitchFamily="34" charset="0"/>
            </a:endParaRPr>
          </a:p>
        </p:txBody>
      </p:sp>
      <p:sp>
        <p:nvSpPr>
          <p:cNvPr id="71687" name="TextBox 14"/>
          <p:cNvSpPr>
            <a:spLocks noChangeArrowheads="1"/>
          </p:cNvSpPr>
          <p:nvPr/>
        </p:nvSpPr>
        <p:spPr bwMode="auto">
          <a:xfrm>
            <a:off x="457200" y="4630738"/>
            <a:ext cx="5572125"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Wingdings" panose="05000000000000000000" pitchFamily="2" charset="2"/>
              <a:buChar char="Ø"/>
            </a:pPr>
            <a:r>
              <a:rPr lang="zh-CN" altLang="en-US" sz="2800" b="1">
                <a:solidFill>
                  <a:srgbClr val="000000"/>
                </a:solidFill>
                <a:latin typeface="宋体" panose="02010600030101010101" pitchFamily="2" charset="-122"/>
                <a:sym typeface="宋体" panose="02010600030101010101" pitchFamily="2" charset="-122"/>
              </a:rPr>
              <a:t>逻辑运算  与、或、非</a:t>
            </a:r>
            <a:r>
              <a:rPr lang="en-US" altLang="zh-CN" sz="2800" b="1">
                <a:solidFill>
                  <a:srgbClr val="000000"/>
                </a:solidFill>
                <a:latin typeface="宋体" panose="02010600030101010101" pitchFamily="2" charset="-122"/>
                <a:sym typeface="宋体" panose="02010600030101010101" pitchFamily="2" charset="-122"/>
              </a:rPr>
              <a:t>…</a:t>
            </a:r>
            <a:endParaRPr lang="zh-CN" altLang="en-US" sz="2800" b="1">
              <a:solidFill>
                <a:srgbClr val="000000"/>
              </a:solidFill>
              <a:latin typeface="宋体" panose="02010600030101010101" pitchFamily="2" charset="-122"/>
              <a:sym typeface="宋体" panose="02010600030101010101" pitchFamily="2" charset="-122"/>
            </a:endParaRPr>
          </a:p>
          <a:p>
            <a:pPr eaLnBrk="1" hangingPunct="1">
              <a:spcBef>
                <a:spcPct val="0"/>
              </a:spcBef>
              <a:buFont typeface="Wingdings" panose="05000000000000000000" pitchFamily="2" charset="2"/>
              <a:buChar char="Ø"/>
            </a:pPr>
            <a:r>
              <a:rPr lang="zh-CN" altLang="en-US" sz="2800" b="1">
                <a:solidFill>
                  <a:srgbClr val="000000"/>
                </a:solidFill>
                <a:latin typeface="宋体" panose="02010600030101010101" pitchFamily="2" charset="-122"/>
                <a:sym typeface="宋体" panose="02010600030101010101" pitchFamily="2" charset="-122"/>
              </a:rPr>
              <a:t>算术运算  </a:t>
            </a:r>
            <a:r>
              <a:rPr lang="en-US" altLang="zh-CN" sz="2800" b="1">
                <a:solidFill>
                  <a:srgbClr val="000000"/>
                </a:solidFill>
                <a:latin typeface="宋体" panose="02010600030101010101" pitchFamily="2" charset="-122"/>
                <a:sym typeface="宋体" panose="02010600030101010101" pitchFamily="2" charset="-122"/>
              </a:rPr>
              <a:t>+,-,×</a:t>
            </a:r>
            <a:r>
              <a:rPr lang="zh-CN" altLang="en-US" sz="2800" b="1">
                <a:solidFill>
                  <a:srgbClr val="000000"/>
                </a:solidFill>
                <a:latin typeface="宋体" panose="02010600030101010101" pitchFamily="2" charset="-122"/>
                <a:sym typeface="宋体" panose="02010600030101010101" pitchFamily="2" charset="-122"/>
              </a:rPr>
              <a:t>，</a:t>
            </a:r>
            <a:r>
              <a:rPr lang="en-US" altLang="zh-CN" sz="2800" b="1">
                <a:solidFill>
                  <a:srgbClr val="000000"/>
                </a:solidFill>
                <a:latin typeface="宋体" panose="02010600030101010101" pitchFamily="2" charset="-122"/>
                <a:sym typeface="宋体" panose="02010600030101010101" pitchFamily="2" charset="-122"/>
              </a:rPr>
              <a:t>÷,…</a:t>
            </a:r>
            <a:endParaRPr lang="zh-CN" altLang="en-US" sz="2800" b="1">
              <a:solidFill>
                <a:srgbClr val="000000"/>
              </a:solidFill>
              <a:latin typeface="宋体" panose="02010600030101010101" pitchFamily="2" charset="-122"/>
              <a:sym typeface="宋体" panose="02010600030101010101" pitchFamily="2" charset="-122"/>
            </a:endParaRPr>
          </a:p>
          <a:p>
            <a:pPr eaLnBrk="1" hangingPunct="1">
              <a:spcBef>
                <a:spcPct val="0"/>
              </a:spcBef>
              <a:buFont typeface="Wingdings" panose="05000000000000000000" pitchFamily="2" charset="2"/>
              <a:buChar char="Ø"/>
            </a:pPr>
            <a:r>
              <a:rPr lang="zh-CN" altLang="en-US" sz="2800" b="1">
                <a:solidFill>
                  <a:srgbClr val="000000"/>
                </a:solidFill>
                <a:latin typeface="宋体" panose="02010600030101010101" pitchFamily="2" charset="-122"/>
                <a:sym typeface="宋体" panose="02010600030101010101" pitchFamily="2" charset="-122"/>
              </a:rPr>
              <a:t>编码      文字，图片，声音</a:t>
            </a:r>
            <a:r>
              <a:rPr lang="en-US" altLang="zh-CN" sz="2800" b="1">
                <a:solidFill>
                  <a:srgbClr val="000000"/>
                </a:solidFill>
                <a:latin typeface="宋体" panose="02010600030101010101" pitchFamily="2" charset="-122"/>
                <a:sym typeface="宋体" panose="02010600030101010101" pitchFamily="2" charset="-122"/>
              </a:rPr>
              <a:t>…</a:t>
            </a:r>
            <a:endParaRPr lang="zh-CN" altLang="en-US" sz="2800" b="1">
              <a:solidFill>
                <a:srgbClr val="000000"/>
              </a:solidFill>
              <a:latin typeface="宋体" panose="02010600030101010101" pitchFamily="2" charset="-122"/>
              <a:sym typeface="宋体" panose="02010600030101010101" pitchFamily="2" charset="-122"/>
            </a:endParaRPr>
          </a:p>
          <a:p>
            <a:pPr eaLnBrk="1" hangingPunct="1">
              <a:spcBef>
                <a:spcPct val="0"/>
              </a:spcBef>
              <a:buFont typeface="Wingdings" panose="05000000000000000000" pitchFamily="2" charset="2"/>
              <a:buChar char="Ø"/>
            </a:pPr>
            <a:r>
              <a:rPr lang="en-US" altLang="zh-CN" sz="2800" b="1">
                <a:solidFill>
                  <a:srgbClr val="000000"/>
                </a:solidFill>
                <a:latin typeface="宋体" panose="02010600030101010101" pitchFamily="2" charset="-122"/>
                <a:sym typeface="宋体" panose="02010600030101010101" pitchFamily="2" charset="-122"/>
              </a:rPr>
              <a:t>……</a:t>
            </a:r>
            <a:endParaRPr lang="zh-CN" altLang="en-US" sz="2800" b="1">
              <a:solidFill>
                <a:srgbClr val="000000"/>
              </a:solidFill>
              <a:latin typeface="宋体" panose="02010600030101010101" pitchFamily="2" charset="-122"/>
              <a:sym typeface="宋体" panose="02010600030101010101" pitchFamily="2" charset="-122"/>
            </a:endParaRPr>
          </a:p>
          <a:p>
            <a:pPr eaLnBrk="1" hangingPunct="1">
              <a:spcBef>
                <a:spcPct val="0"/>
              </a:spcBef>
              <a:buFont typeface="Arial" panose="020B0604020202020204" pitchFamily="34" charset="0"/>
              <a:buNone/>
            </a:pPr>
            <a:endParaRPr lang="zh-CN" altLang="en-US" sz="2800" b="1">
              <a:solidFill>
                <a:srgbClr val="000000"/>
              </a:solidFill>
              <a:latin typeface="宋体" panose="02010600030101010101" pitchFamily="2" charset="-122"/>
              <a:sym typeface="宋体" panose="02010600030101010101" pitchFamily="2" charset="-122"/>
            </a:endParaRPr>
          </a:p>
        </p:txBody>
      </p:sp>
      <p:sp>
        <p:nvSpPr>
          <p:cNvPr id="71688" name="Text Box 11"/>
          <p:cNvSpPr>
            <a:spLocks noChangeArrowheads="1"/>
          </p:cNvSpPr>
          <p:nvPr/>
        </p:nvSpPr>
        <p:spPr bwMode="auto">
          <a:xfrm>
            <a:off x="414338" y="123357"/>
            <a:ext cx="714692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b="1" dirty="0">
                <a:solidFill>
                  <a:srgbClr val="006699"/>
                </a:solidFill>
                <a:latin typeface="宋体" panose="02010600030101010101" pitchFamily="2" charset="-122"/>
                <a:sym typeface="宋体" panose="02010600030101010101" pitchFamily="2" charset="-122"/>
              </a:rPr>
              <a:t>1.3.1 </a:t>
            </a:r>
            <a:r>
              <a:rPr lang="zh-CN" altLang="en-US" b="1" dirty="0">
                <a:solidFill>
                  <a:srgbClr val="006699"/>
                </a:solidFill>
                <a:latin typeface="宋体" panose="02010600030101010101" pitchFamily="2" charset="-122"/>
                <a:sym typeface="宋体" panose="02010600030101010101" pitchFamily="2" charset="-122"/>
              </a:rPr>
              <a:t>二进制与数制的转换</a:t>
            </a:r>
          </a:p>
          <a:p>
            <a:pPr eaLnBrk="1" hangingPunct="1">
              <a:spcBef>
                <a:spcPct val="0"/>
              </a:spcBef>
              <a:buFont typeface="Arial" panose="020B0604020202020204" pitchFamily="34" charset="0"/>
              <a:buNone/>
            </a:pPr>
            <a:r>
              <a:rPr lang="en-US" altLang="zh-CN" sz="2800" b="1" dirty="0">
                <a:solidFill>
                  <a:srgbClr val="006699"/>
                </a:solidFill>
                <a:latin typeface="宋体" panose="02010600030101010101" pitchFamily="2" charset="-122"/>
                <a:sym typeface="宋体" panose="02010600030101010101" pitchFamily="2" charset="-122"/>
              </a:rPr>
              <a:t>--</a:t>
            </a:r>
            <a:r>
              <a:rPr lang="zh-CN" altLang="en-US" sz="2800" b="1" dirty="0">
                <a:solidFill>
                  <a:srgbClr val="006699"/>
                </a:solidFill>
                <a:latin typeface="宋体" panose="02010600030101010101" pitchFamily="2" charset="-122"/>
                <a:sym typeface="宋体" panose="02010600030101010101" pitchFamily="2" charset="-122"/>
              </a:rPr>
              <a:t>二进制：</a:t>
            </a:r>
            <a:endParaRPr lang="en-US" altLang="zh-CN" sz="2800" b="1" dirty="0">
              <a:solidFill>
                <a:srgbClr val="006699"/>
              </a:solidFill>
              <a:latin typeface="宋体" panose="02010600030101010101" pitchFamily="2" charset="-122"/>
              <a:sym typeface="宋体" panose="02010600030101010101" pitchFamily="2" charset="-122"/>
            </a:endParaRPr>
          </a:p>
          <a:p>
            <a:pPr eaLnBrk="1" hangingPunct="1">
              <a:spcBef>
                <a:spcPct val="0"/>
              </a:spcBef>
              <a:buFont typeface="Arial" panose="020B0604020202020204" pitchFamily="34" charset="0"/>
              <a:buNone/>
            </a:pPr>
            <a:r>
              <a:rPr lang="zh-CN" altLang="en-US" sz="2800" b="1" dirty="0">
                <a:solidFill>
                  <a:srgbClr val="006699"/>
                </a:solidFill>
                <a:latin typeface="仿宋_GB2312" pitchFamily="1" charset="-122"/>
                <a:ea typeface="仿宋_GB2312" pitchFamily="1" charset="-122"/>
                <a:sym typeface="仿宋_GB2312" pitchFamily="1" charset="-122"/>
              </a:rPr>
              <a:t>   </a:t>
            </a:r>
            <a:r>
              <a:rPr lang="zh-CN" altLang="en-US" sz="2400" b="1" dirty="0">
                <a:solidFill>
                  <a:srgbClr val="006699"/>
                </a:solidFill>
                <a:latin typeface="仿宋_GB2312" pitchFamily="1" charset="-122"/>
                <a:ea typeface="仿宋_GB2312" pitchFamily="1" charset="-122"/>
                <a:sym typeface="仿宋_GB2312" pitchFamily="1" charset="-122"/>
              </a:rPr>
              <a:t>现代计算技术的数制基础</a:t>
            </a:r>
            <a:endParaRPr lang="zh-CN" altLang="en-US" sz="2400" b="1" dirty="0">
              <a:solidFill>
                <a:schemeClr val="hlink"/>
              </a:solidFill>
              <a:latin typeface="仿宋_GB2312" pitchFamily="1" charset="-122"/>
              <a:ea typeface="仿宋_GB2312" pitchFamily="1" charset="-122"/>
              <a:sym typeface="仿宋_GB2312" pitchFamily="1" charset="-122"/>
            </a:endParaRPr>
          </a:p>
        </p:txBody>
      </p:sp>
      <p:sp>
        <p:nvSpPr>
          <p:cNvPr id="54281" name="Text Box 12"/>
          <p:cNvSpPr>
            <a:spLocks noChangeArrowheads="1"/>
          </p:cNvSpPr>
          <p:nvPr/>
        </p:nvSpPr>
        <p:spPr bwMode="auto">
          <a:xfrm>
            <a:off x="3009900" y="6167438"/>
            <a:ext cx="3287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b="1">
                <a:solidFill>
                  <a:schemeClr val="hlink"/>
                </a:solidFill>
                <a:latin typeface="Futura Bk" charset="0"/>
                <a:sym typeface="Futura Bk" charset="0"/>
              </a:rPr>
              <a:t>一切力量之源！</a:t>
            </a:r>
            <a:endParaRPr lang="zh-CN" altLang="en-US" sz="18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54281"/>
                                        </p:tgtEl>
                                        <p:attrNameLst>
                                          <p:attrName>style.visibility</p:attrName>
                                        </p:attrNameLst>
                                      </p:cBhvr>
                                      <p:to>
                                        <p:strVal val="visible"/>
                                      </p:to>
                                    </p:set>
                                    <p:animEffect filter="fade">
                                      <p:cBhvr>
                                        <p:cTn id="7" dur="2000"/>
                                        <p:tgtEl>
                                          <p:spTgt spid="54281"/>
                                        </p:tgtEl>
                                      </p:cBhvr>
                                    </p:animEffect>
                                    <p:anim calcmode="lin" valueType="num">
                                      <p:cBhvr>
                                        <p:cTn id="8" dur="2000" fill="hold"/>
                                        <p:tgtEl>
                                          <p:spTgt spid="54281"/>
                                        </p:tgtEl>
                                        <p:attrNameLst>
                                          <p:attrName>ppt_w</p:attrName>
                                        </p:attrNameLst>
                                      </p:cBhvr>
                                      <p:tavLst>
                                        <p:tav tm="0" fmla="#ppt_w*sin(2.5*pi*$)">
                                          <p:val>
                                            <p:fltVal val="0"/>
                                          </p:val>
                                        </p:tav>
                                        <p:tav tm="100000">
                                          <p:val>
                                            <p:fltVal val="1"/>
                                          </p:val>
                                        </p:tav>
                                      </p:tavLst>
                                    </p:anim>
                                    <p:anim calcmode="lin" valueType="num">
                                      <p:cBhvr>
                                        <p:cTn id="9" dur="2000" fill="hold"/>
                                        <p:tgtEl>
                                          <p:spTgt spid="5428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1" grpId="0" bldLvl="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A793BB30-0E68-44E7-A384-E753ADF94D1C}" type="slidenum">
              <a:rPr lang="zh-CN" altLang="en-US" sz="900">
                <a:solidFill>
                  <a:srgbClr val="848589"/>
                </a:solidFill>
                <a:latin typeface="Futura Bk" charset="0"/>
                <a:sym typeface="Futura Bk" charset="0"/>
              </a:rPr>
              <a:t>49</a:t>
            </a:fld>
            <a:endParaRPr lang="zh-CN" altLang="en-US" sz="900">
              <a:solidFill>
                <a:srgbClr val="848589"/>
              </a:solidFill>
              <a:latin typeface="Futura Bk" charset="0"/>
              <a:sym typeface="Futura Bk" charset="0"/>
            </a:endParaRPr>
          </a:p>
        </p:txBody>
      </p:sp>
      <p:sp>
        <p:nvSpPr>
          <p:cNvPr id="74755" name="Rectangle 2"/>
          <p:cNvSpPr>
            <a:spLocks noChangeArrowheads="1"/>
          </p:cNvSpPr>
          <p:nvPr/>
        </p:nvSpPr>
        <p:spPr bwMode="auto">
          <a:xfrm>
            <a:off x="346075" y="195263"/>
            <a:ext cx="73326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90000"/>
              </a:lnSpc>
              <a:spcBef>
                <a:spcPct val="0"/>
              </a:spcBef>
              <a:buFont typeface="Arial" panose="020B0604020202020204" pitchFamily="34" charset="0"/>
              <a:buNone/>
            </a:pPr>
            <a:endParaRPr lang="zh-CN" altLang="zh-CN" sz="1800">
              <a:solidFill>
                <a:schemeClr val="tx2"/>
              </a:solidFill>
              <a:latin typeface="Calibri" panose="020F0502020204030204" pitchFamily="34" charset="0"/>
            </a:endParaRPr>
          </a:p>
        </p:txBody>
      </p:sp>
      <p:sp>
        <p:nvSpPr>
          <p:cNvPr id="74756" name="Line 4"/>
          <p:cNvSpPr>
            <a:spLocks noChangeShapeType="1"/>
          </p:cNvSpPr>
          <p:nvPr/>
        </p:nvSpPr>
        <p:spPr bwMode="auto">
          <a:xfrm>
            <a:off x="430213" y="2997200"/>
            <a:ext cx="8504237" cy="0"/>
          </a:xfrm>
          <a:prstGeom prst="line">
            <a:avLst/>
          </a:prstGeom>
          <a:noFill/>
          <a:ln w="9525">
            <a:solidFill>
              <a:schemeClr val="bg1"/>
            </a:solidFill>
            <a:bevel/>
          </a:ln>
          <a:extLst>
            <a:ext uri="{909E8E84-426E-40DD-AFC4-6F175D3DCCD1}">
              <a14:hiddenFill xmlns:a14="http://schemas.microsoft.com/office/drawing/2010/main">
                <a:noFill/>
              </a14:hiddenFill>
            </a:ext>
          </a:extLst>
        </p:spPr>
        <p:txBody>
          <a:bodyPr tIns="91440" bIns="91440">
            <a:spAutoFit/>
          </a:bodyPr>
          <a:lstStyle/>
          <a:p>
            <a:endParaRPr lang="zh-CN" altLang="en-US"/>
          </a:p>
        </p:txBody>
      </p:sp>
      <p:pic>
        <p:nvPicPr>
          <p:cNvPr id="74757"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868738"/>
            <a:ext cx="8518525"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8" name="Text Box 6"/>
          <p:cNvSpPr>
            <a:spLocks noChangeArrowheads="1"/>
          </p:cNvSpPr>
          <p:nvPr/>
        </p:nvSpPr>
        <p:spPr bwMode="auto">
          <a:xfrm>
            <a:off x="3862388" y="3832225"/>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400" b="1">
                <a:solidFill>
                  <a:srgbClr val="FF3300"/>
                </a:solidFill>
                <a:latin typeface="Arial" panose="020B0604020202020204" pitchFamily="34" charset="0"/>
                <a:ea typeface="仿宋_GB2312" pitchFamily="1" charset="-122"/>
                <a:sym typeface="Arial" panose="020B0604020202020204" pitchFamily="34" charset="0"/>
              </a:rPr>
              <a:t>采用二进制</a:t>
            </a:r>
            <a:endParaRPr lang="zh-CN" altLang="en-US" sz="1800">
              <a:latin typeface="Calibri" panose="020F0502020204030204" pitchFamily="34" charset="0"/>
            </a:endParaRPr>
          </a:p>
        </p:txBody>
      </p:sp>
      <p:sp>
        <p:nvSpPr>
          <p:cNvPr id="74759" name="Text Box 7"/>
          <p:cNvSpPr>
            <a:spLocks noChangeArrowheads="1"/>
          </p:cNvSpPr>
          <p:nvPr/>
        </p:nvSpPr>
        <p:spPr bwMode="auto">
          <a:xfrm>
            <a:off x="3811588" y="5961063"/>
            <a:ext cx="186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400" b="1">
                <a:solidFill>
                  <a:srgbClr val="FFFF00"/>
                </a:solidFill>
                <a:latin typeface="Arial" panose="020B0604020202020204" pitchFamily="34" charset="0"/>
                <a:ea typeface="仿宋_GB2312" pitchFamily="1" charset="-122"/>
                <a:sym typeface="Arial" panose="020B0604020202020204" pitchFamily="34" charset="0"/>
              </a:rPr>
              <a:t>摒弃十进制</a:t>
            </a:r>
            <a:endParaRPr lang="zh-CN" altLang="en-US" sz="1800">
              <a:latin typeface="Calibri" panose="020F0502020204030204" pitchFamily="34" charset="0"/>
            </a:endParaRPr>
          </a:p>
        </p:txBody>
      </p:sp>
      <p:grpSp>
        <p:nvGrpSpPr>
          <p:cNvPr id="60425" name="Group 10"/>
          <p:cNvGrpSpPr/>
          <p:nvPr/>
        </p:nvGrpSpPr>
        <p:grpSpPr bwMode="auto">
          <a:xfrm>
            <a:off x="4092575" y="4325938"/>
            <a:ext cx="1247775" cy="1630362"/>
            <a:chOff x="0" y="0"/>
            <a:chExt cx="763" cy="997"/>
          </a:xfrm>
        </p:grpSpPr>
        <p:sp>
          <p:nvSpPr>
            <p:cNvPr id="74764" name="Arc 11"/>
            <p:cNvSpPr>
              <a:spLocks noChangeArrowheads="1"/>
            </p:cNvSpPr>
            <p:nvPr/>
          </p:nvSpPr>
          <p:spPr bwMode="auto">
            <a:xfrm rot="1969384" flipH="1">
              <a:off x="19" y="0"/>
              <a:ext cx="407" cy="791"/>
            </a:xfrm>
            <a:custGeom>
              <a:avLst/>
              <a:gdLst>
                <a:gd name="T0" fmla="*/ 0 w 21600"/>
                <a:gd name="T1" fmla="*/ 0 h 42734"/>
                <a:gd name="T2" fmla="*/ 0 w 21600"/>
                <a:gd name="T3" fmla="*/ 0 h 42734"/>
                <a:gd name="T4" fmla="*/ 0 w 21600"/>
                <a:gd name="T5" fmla="*/ 0 h 42734"/>
                <a:gd name="T6" fmla="*/ 0 w 21600"/>
                <a:gd name="T7" fmla="*/ 0 h 42734"/>
                <a:gd name="T8" fmla="*/ 0 w 21600"/>
                <a:gd name="T9" fmla="*/ 0 h 42734"/>
                <a:gd name="T10" fmla="*/ 0 w 21600"/>
                <a:gd name="T11" fmla="*/ 0 h 42734"/>
                <a:gd name="T12" fmla="*/ 0 w 21600"/>
                <a:gd name="T13" fmla="*/ 0 h 42734"/>
                <a:gd name="T14" fmla="*/ 0 w 21600"/>
                <a:gd name="T15" fmla="*/ 0 h 4273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42734" fill="none">
                  <a:moveTo>
                    <a:pt x="-1" y="0"/>
                  </a:moveTo>
                  <a:cubicBezTo>
                    <a:pt x="11929" y="0"/>
                    <a:pt x="21600" y="9670"/>
                    <a:pt x="21600" y="21600"/>
                  </a:cubicBezTo>
                  <a:cubicBezTo>
                    <a:pt x="21600" y="31809"/>
                    <a:pt x="14451" y="40625"/>
                    <a:pt x="4462" y="42734"/>
                  </a:cubicBezTo>
                </a:path>
                <a:path w="21600" h="42734" stroke="0">
                  <a:moveTo>
                    <a:pt x="-1" y="0"/>
                  </a:moveTo>
                  <a:cubicBezTo>
                    <a:pt x="11929" y="0"/>
                    <a:pt x="21600" y="9670"/>
                    <a:pt x="21600" y="21600"/>
                  </a:cubicBezTo>
                  <a:cubicBezTo>
                    <a:pt x="21600" y="31809"/>
                    <a:pt x="14451" y="40625"/>
                    <a:pt x="4462" y="42734"/>
                  </a:cubicBezTo>
                  <a:lnTo>
                    <a:pt x="0" y="21600"/>
                  </a:lnTo>
                  <a:lnTo>
                    <a:pt x="-1" y="0"/>
                  </a:lnTo>
                  <a:close/>
                </a:path>
              </a:pathLst>
            </a:custGeom>
            <a:noFill/>
            <a:ln w="317500">
              <a:solidFill>
                <a:srgbClr val="51AEDD"/>
              </a:solidFill>
              <a:bevel/>
            </a:ln>
            <a:extLst>
              <a:ext uri="{909E8E84-426E-40DD-AFC4-6F175D3DCCD1}">
                <a14:hiddenFill xmlns:a14="http://schemas.microsoft.com/office/drawing/2010/main">
                  <a:solidFill>
                    <a:srgbClr val="FFFFFF"/>
                  </a:solidFill>
                </a14:hiddenFill>
              </a:ext>
            </a:extLst>
          </p:spPr>
          <p:txBody>
            <a:bodyPr tIns="91440" bIns="91440" anchor="ctr">
              <a:spAutoFit/>
            </a:bodyPr>
            <a:lstStyle/>
            <a:p>
              <a:endParaRPr lang="zh-CN" altLang="en-US"/>
            </a:p>
          </p:txBody>
        </p:sp>
        <p:sp>
          <p:nvSpPr>
            <p:cNvPr id="74765" name="Arc 12"/>
            <p:cNvSpPr>
              <a:spLocks noChangeArrowheads="1"/>
            </p:cNvSpPr>
            <p:nvPr/>
          </p:nvSpPr>
          <p:spPr bwMode="auto">
            <a:xfrm rot="1969384" flipV="1">
              <a:off x="305" y="197"/>
              <a:ext cx="458" cy="800"/>
            </a:xfrm>
            <a:custGeom>
              <a:avLst/>
              <a:gdLst>
                <a:gd name="T0" fmla="*/ 0 w 24284"/>
                <a:gd name="T1" fmla="*/ 0 h 43180"/>
                <a:gd name="T2" fmla="*/ 0 w 24284"/>
                <a:gd name="T3" fmla="*/ 0 h 43180"/>
                <a:gd name="T4" fmla="*/ 0 w 24284"/>
                <a:gd name="T5" fmla="*/ 0 h 43180"/>
                <a:gd name="T6" fmla="*/ 0 w 24284"/>
                <a:gd name="T7" fmla="*/ 0 h 43180"/>
                <a:gd name="T8" fmla="*/ 0 w 24284"/>
                <a:gd name="T9" fmla="*/ 0 h 43180"/>
                <a:gd name="T10" fmla="*/ 0 w 24284"/>
                <a:gd name="T11" fmla="*/ 0 h 43180"/>
                <a:gd name="T12" fmla="*/ 0 w 24284"/>
                <a:gd name="T13" fmla="*/ 0 h 43180"/>
                <a:gd name="T14" fmla="*/ 0 w 24284"/>
                <a:gd name="T15" fmla="*/ 0 h 43180"/>
                <a:gd name="T16" fmla="*/ 0 w 24284"/>
                <a:gd name="T17" fmla="*/ 0 h 43180"/>
                <a:gd name="T18" fmla="*/ 0 w 24284"/>
                <a:gd name="T19" fmla="*/ 0 h 431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284" h="43180" fill="none">
                  <a:moveTo>
                    <a:pt x="0" y="167"/>
                  </a:moveTo>
                  <a:cubicBezTo>
                    <a:pt x="890" y="55"/>
                    <a:pt x="1786" y="-1"/>
                    <a:pt x="2684" y="0"/>
                  </a:cubicBezTo>
                  <a:cubicBezTo>
                    <a:pt x="14613" y="0"/>
                    <a:pt x="24284" y="9670"/>
                    <a:pt x="24284" y="21600"/>
                  </a:cubicBezTo>
                  <a:cubicBezTo>
                    <a:pt x="24284" y="33164"/>
                    <a:pt x="15175" y="42677"/>
                    <a:pt x="3621" y="43179"/>
                  </a:cubicBezTo>
                </a:path>
                <a:path w="24284" h="43180" stroke="0">
                  <a:moveTo>
                    <a:pt x="0" y="167"/>
                  </a:moveTo>
                  <a:cubicBezTo>
                    <a:pt x="890" y="55"/>
                    <a:pt x="1786" y="-1"/>
                    <a:pt x="2684" y="0"/>
                  </a:cubicBezTo>
                  <a:cubicBezTo>
                    <a:pt x="14613" y="0"/>
                    <a:pt x="24284" y="9670"/>
                    <a:pt x="24284" y="21600"/>
                  </a:cubicBezTo>
                  <a:cubicBezTo>
                    <a:pt x="24284" y="33164"/>
                    <a:pt x="15175" y="42677"/>
                    <a:pt x="3621" y="43179"/>
                  </a:cubicBezTo>
                  <a:lnTo>
                    <a:pt x="2684" y="21600"/>
                  </a:lnTo>
                  <a:lnTo>
                    <a:pt x="0" y="167"/>
                  </a:lnTo>
                  <a:close/>
                </a:path>
              </a:pathLst>
            </a:custGeom>
            <a:noFill/>
            <a:ln w="317500">
              <a:solidFill>
                <a:srgbClr val="B5E25C"/>
              </a:solidFill>
              <a:bevel/>
            </a:ln>
            <a:extLst>
              <a:ext uri="{909E8E84-426E-40DD-AFC4-6F175D3DCCD1}">
                <a14:hiddenFill xmlns:a14="http://schemas.microsoft.com/office/drawing/2010/main">
                  <a:solidFill>
                    <a:srgbClr val="FFFFFF"/>
                  </a:solidFill>
                </a14:hiddenFill>
              </a:ext>
            </a:extLst>
          </p:spPr>
          <p:txBody>
            <a:bodyPr tIns="91440" bIns="91440" anchor="ctr">
              <a:spAutoFit/>
            </a:bodyPr>
            <a:lstStyle/>
            <a:p>
              <a:endParaRPr lang="zh-CN" altLang="en-US"/>
            </a:p>
          </p:txBody>
        </p:sp>
        <p:sp>
          <p:nvSpPr>
            <p:cNvPr id="74766" name="Freeform 13"/>
            <p:cNvSpPr>
              <a:spLocks noChangeArrowheads="1"/>
            </p:cNvSpPr>
            <p:nvPr/>
          </p:nvSpPr>
          <p:spPr bwMode="auto">
            <a:xfrm rot="2134168" flipH="1" flipV="1">
              <a:off x="0" y="636"/>
              <a:ext cx="144" cy="284"/>
            </a:xfrm>
            <a:custGeom>
              <a:avLst/>
              <a:gdLst>
                <a:gd name="T0" fmla="*/ 0 w 576"/>
                <a:gd name="T1" fmla="*/ 0 h 1152"/>
                <a:gd name="T2" fmla="*/ 2 w 576"/>
                <a:gd name="T3" fmla="*/ 2 h 1152"/>
                <a:gd name="T4" fmla="*/ 2 w 576"/>
                <a:gd name="T5" fmla="*/ 2 h 1152"/>
                <a:gd name="T6" fmla="*/ 0 w 576"/>
                <a:gd name="T7" fmla="*/ 4 h 1152"/>
                <a:gd name="T8" fmla="*/ 0 w 576"/>
                <a:gd name="T9" fmla="*/ 0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1152">
                  <a:moveTo>
                    <a:pt x="0" y="0"/>
                  </a:moveTo>
                  <a:lnTo>
                    <a:pt x="528" y="528"/>
                  </a:lnTo>
                  <a:lnTo>
                    <a:pt x="576" y="576"/>
                  </a:lnTo>
                  <a:lnTo>
                    <a:pt x="0" y="1152"/>
                  </a:lnTo>
                  <a:lnTo>
                    <a:pt x="0" y="0"/>
                  </a:lnTo>
                  <a:close/>
                </a:path>
              </a:pathLst>
            </a:custGeom>
            <a:solidFill>
              <a:srgbClr val="B5E25C"/>
            </a:solidFill>
            <a:ln>
              <a:noFill/>
            </a:ln>
            <a:extLst>
              <a:ext uri="{91240B29-F687-4F45-9708-019B960494DF}">
                <a14:hiddenLine xmlns:a14="http://schemas.microsoft.com/office/drawing/2010/main" w="25400">
                  <a:solidFill>
                    <a:srgbClr val="000000"/>
                  </a:solidFill>
                  <a:round/>
                </a14:hiddenLine>
              </a:ext>
            </a:extLst>
          </p:spPr>
          <p:txBody>
            <a:bodyPr tIns="91440" bIns="91440" anchor="ctr">
              <a:spAutoFit/>
            </a:bodyPr>
            <a:lstStyle/>
            <a:p>
              <a:endParaRPr lang="zh-CN" altLang="en-US"/>
            </a:p>
          </p:txBody>
        </p:sp>
        <p:sp>
          <p:nvSpPr>
            <p:cNvPr id="74767" name="Freeform 14"/>
            <p:cNvSpPr>
              <a:spLocks noChangeArrowheads="1"/>
            </p:cNvSpPr>
            <p:nvPr/>
          </p:nvSpPr>
          <p:spPr bwMode="auto">
            <a:xfrm rot="2134168">
              <a:off x="585" y="61"/>
              <a:ext cx="144" cy="284"/>
            </a:xfrm>
            <a:custGeom>
              <a:avLst/>
              <a:gdLst>
                <a:gd name="T0" fmla="*/ 0 w 576"/>
                <a:gd name="T1" fmla="*/ 0 h 1152"/>
                <a:gd name="T2" fmla="*/ 2 w 576"/>
                <a:gd name="T3" fmla="*/ 2 h 1152"/>
                <a:gd name="T4" fmla="*/ 2 w 576"/>
                <a:gd name="T5" fmla="*/ 2 h 1152"/>
                <a:gd name="T6" fmla="*/ 0 w 576"/>
                <a:gd name="T7" fmla="*/ 4 h 1152"/>
                <a:gd name="T8" fmla="*/ 0 w 576"/>
                <a:gd name="T9" fmla="*/ 0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1152">
                  <a:moveTo>
                    <a:pt x="0" y="0"/>
                  </a:moveTo>
                  <a:lnTo>
                    <a:pt x="528" y="528"/>
                  </a:lnTo>
                  <a:lnTo>
                    <a:pt x="576" y="576"/>
                  </a:lnTo>
                  <a:lnTo>
                    <a:pt x="0" y="1152"/>
                  </a:lnTo>
                  <a:lnTo>
                    <a:pt x="0" y="0"/>
                  </a:lnTo>
                  <a:close/>
                </a:path>
              </a:pathLst>
            </a:custGeom>
            <a:solidFill>
              <a:srgbClr val="51AEDD"/>
            </a:solidFill>
            <a:ln>
              <a:noFill/>
            </a:ln>
            <a:extLst>
              <a:ext uri="{91240B29-F687-4F45-9708-019B960494DF}">
                <a14:hiddenLine xmlns:a14="http://schemas.microsoft.com/office/drawing/2010/main" w="25400">
                  <a:solidFill>
                    <a:srgbClr val="000000"/>
                  </a:solidFill>
                  <a:round/>
                </a14:hiddenLine>
              </a:ext>
            </a:extLst>
          </p:spPr>
          <p:txBody>
            <a:bodyPr tIns="91440" bIns="91440" anchor="ctr">
              <a:spAutoFit/>
            </a:bodyPr>
            <a:lstStyle/>
            <a:p>
              <a:endParaRPr lang="zh-CN" altLang="en-US"/>
            </a:p>
          </p:txBody>
        </p:sp>
      </p:grpSp>
      <p:sp>
        <p:nvSpPr>
          <p:cNvPr id="74761" name="Rectangle 3"/>
          <p:cNvSpPr>
            <a:spLocks noChangeArrowheads="1"/>
          </p:cNvSpPr>
          <p:nvPr/>
        </p:nvSpPr>
        <p:spPr bwMode="auto">
          <a:xfrm>
            <a:off x="420688" y="1114425"/>
            <a:ext cx="844232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70000"/>
              </a:lnSpc>
              <a:spcBef>
                <a:spcPct val="30000"/>
              </a:spcBef>
              <a:spcAft>
                <a:spcPct val="10000"/>
              </a:spcAft>
              <a:buClr>
                <a:srgbClr val="B2B3B5"/>
              </a:buClr>
              <a:buSzPct val="75000"/>
              <a:buFont typeface="Wingdings" panose="05000000000000000000" pitchFamily="2" charset="2"/>
              <a:buChar char="n"/>
            </a:pPr>
            <a:r>
              <a:rPr lang="zh-CN" altLang="en-US" sz="2400" b="1" dirty="0">
                <a:solidFill>
                  <a:srgbClr val="4A4844"/>
                </a:solidFill>
                <a:latin typeface="宋体" panose="02010600030101010101" pitchFamily="2" charset="-122"/>
                <a:sym typeface="宋体" panose="02010600030101010101" pitchFamily="2" charset="-122"/>
              </a:rPr>
              <a:t>运算规则简单：两个二进制数和、积运算组合各有三种，运算规则简单，有利于简化计算机内部结构，提高运算速度。 </a:t>
            </a:r>
            <a:br>
              <a:rPr lang="zh-CN" altLang="en-US" sz="2400" b="1" dirty="0">
                <a:solidFill>
                  <a:srgbClr val="4A4844"/>
                </a:solidFill>
                <a:latin typeface="宋体" panose="02010600030101010101" pitchFamily="2" charset="-122"/>
                <a:sym typeface="宋体" panose="02010600030101010101" pitchFamily="2" charset="-122"/>
              </a:rPr>
            </a:br>
            <a:endParaRPr lang="zh-CN" altLang="en-US" sz="2400" b="1" dirty="0">
              <a:solidFill>
                <a:srgbClr val="4A4844"/>
              </a:solidFill>
              <a:latin typeface="宋体" panose="02010600030101010101" pitchFamily="2" charset="-122"/>
              <a:sym typeface="宋体" panose="02010600030101010101" pitchFamily="2" charset="-122"/>
            </a:endParaRPr>
          </a:p>
          <a:p>
            <a:pPr eaLnBrk="1" hangingPunct="1">
              <a:lnSpc>
                <a:spcPct val="70000"/>
              </a:lnSpc>
              <a:spcBef>
                <a:spcPct val="30000"/>
              </a:spcBef>
              <a:spcAft>
                <a:spcPct val="10000"/>
              </a:spcAft>
              <a:buClr>
                <a:srgbClr val="B2B3B5"/>
              </a:buClr>
              <a:buSzPct val="75000"/>
              <a:buFont typeface="Wingdings" panose="05000000000000000000" pitchFamily="2" charset="2"/>
              <a:buChar char="n"/>
            </a:pPr>
            <a:r>
              <a:rPr lang="zh-CN" altLang="en-US" sz="2400" b="1" dirty="0">
                <a:solidFill>
                  <a:srgbClr val="4A4844"/>
                </a:solidFill>
                <a:latin typeface="宋体" panose="02010600030101010101" pitchFamily="2" charset="-122"/>
                <a:sym typeface="宋体" panose="02010600030101010101" pitchFamily="2" charset="-122"/>
              </a:rPr>
              <a:t>适合逻辑运算：逻辑代数是逻辑运算的理论依据，二进制只有两个数码，正好与逻辑代数中的“真”和“假”相吻合。</a:t>
            </a:r>
          </a:p>
          <a:p>
            <a:pPr eaLnBrk="1" hangingPunct="1">
              <a:lnSpc>
                <a:spcPct val="70000"/>
              </a:lnSpc>
              <a:spcBef>
                <a:spcPct val="30000"/>
              </a:spcBef>
              <a:spcAft>
                <a:spcPct val="10000"/>
              </a:spcAft>
              <a:buClr>
                <a:srgbClr val="B2B3B5"/>
              </a:buClr>
              <a:buSzPct val="75000"/>
              <a:buFont typeface="Wingdings" panose="05000000000000000000" pitchFamily="2" charset="2"/>
              <a:buNone/>
            </a:pPr>
            <a:endParaRPr lang="zh-CN" altLang="en-US" sz="2400" b="1" dirty="0">
              <a:solidFill>
                <a:srgbClr val="4A4844"/>
              </a:solidFill>
              <a:latin typeface="宋体" panose="02010600030101010101" pitchFamily="2" charset="-122"/>
              <a:sym typeface="宋体" panose="02010600030101010101" pitchFamily="2" charset="-122"/>
            </a:endParaRPr>
          </a:p>
          <a:p>
            <a:pPr eaLnBrk="1" hangingPunct="1">
              <a:lnSpc>
                <a:spcPct val="70000"/>
              </a:lnSpc>
              <a:spcBef>
                <a:spcPct val="30000"/>
              </a:spcBef>
              <a:spcAft>
                <a:spcPct val="10000"/>
              </a:spcAft>
              <a:buClr>
                <a:srgbClr val="B2B3B5"/>
              </a:buClr>
              <a:buSzPct val="75000"/>
              <a:buFont typeface="Wingdings" panose="05000000000000000000" pitchFamily="2" charset="2"/>
              <a:buChar char="n"/>
            </a:pPr>
            <a:r>
              <a:rPr lang="zh-CN" altLang="en-US" sz="2400" b="1" dirty="0">
                <a:solidFill>
                  <a:srgbClr val="4A4844"/>
                </a:solidFill>
                <a:latin typeface="宋体" panose="02010600030101010101" pitchFamily="2" charset="-122"/>
                <a:sym typeface="宋体" panose="02010600030101010101" pitchFamily="2" charset="-122"/>
              </a:rPr>
              <a:t>技术实现简单：计算机是由逻辑电路组成，逻辑电路通常只有两个状态，开关的接通与断开，这两种状态正好可以用“</a:t>
            </a:r>
            <a:r>
              <a:rPr lang="en-US" altLang="zh-CN" sz="2400" b="1" dirty="0">
                <a:solidFill>
                  <a:srgbClr val="4A4844"/>
                </a:solidFill>
                <a:latin typeface="宋体" panose="02010600030101010101" pitchFamily="2" charset="-122"/>
                <a:sym typeface="宋体" panose="02010600030101010101" pitchFamily="2" charset="-122"/>
              </a:rPr>
              <a:t>1”</a:t>
            </a:r>
            <a:r>
              <a:rPr lang="zh-CN" altLang="en-US" sz="2400" b="1" dirty="0">
                <a:solidFill>
                  <a:srgbClr val="4A4844"/>
                </a:solidFill>
                <a:latin typeface="宋体" panose="02010600030101010101" pitchFamily="2" charset="-122"/>
                <a:sym typeface="宋体" panose="02010600030101010101" pitchFamily="2" charset="-122"/>
              </a:rPr>
              <a:t>和“</a:t>
            </a:r>
            <a:r>
              <a:rPr lang="en-US" altLang="zh-CN" sz="2400" b="1" dirty="0">
                <a:solidFill>
                  <a:srgbClr val="4A4844"/>
                </a:solidFill>
                <a:latin typeface="宋体" panose="02010600030101010101" pitchFamily="2" charset="-122"/>
                <a:sym typeface="宋体" panose="02010600030101010101" pitchFamily="2" charset="-122"/>
              </a:rPr>
              <a:t>0”</a:t>
            </a:r>
            <a:r>
              <a:rPr lang="zh-CN" altLang="en-US" sz="2400" b="1" dirty="0">
                <a:solidFill>
                  <a:srgbClr val="4A4844"/>
                </a:solidFill>
                <a:latin typeface="宋体" panose="02010600030101010101" pitchFamily="2" charset="-122"/>
                <a:sym typeface="宋体" panose="02010600030101010101" pitchFamily="2" charset="-122"/>
              </a:rPr>
              <a:t>表示。 </a:t>
            </a:r>
            <a:br>
              <a:rPr lang="zh-CN" altLang="en-US" sz="2400" b="1" dirty="0">
                <a:solidFill>
                  <a:srgbClr val="4A4844"/>
                </a:solidFill>
                <a:latin typeface="宋体" panose="02010600030101010101" pitchFamily="2" charset="-122"/>
                <a:sym typeface="宋体" panose="02010600030101010101" pitchFamily="2" charset="-122"/>
              </a:rPr>
            </a:br>
            <a:endParaRPr lang="zh-CN" altLang="en-US" sz="2400" b="1" dirty="0">
              <a:solidFill>
                <a:srgbClr val="4A4844"/>
              </a:solidFill>
              <a:latin typeface="宋体" panose="02010600030101010101" pitchFamily="2" charset="-122"/>
              <a:sym typeface="宋体" panose="02010600030101010101" pitchFamily="2" charset="-122"/>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0425"/>
                                        </p:tgtEl>
                                        <p:attrNameLst>
                                          <p:attrName>style.visibility</p:attrName>
                                        </p:attrNameLst>
                                      </p:cBhvr>
                                      <p:to>
                                        <p:strVal val="visible"/>
                                      </p:to>
                                    </p:set>
                                    <p:animEffect filter="fade">
                                      <p:cBhvr>
                                        <p:cTn id="7" dur="3000"/>
                                        <p:tgtEl>
                                          <p:spTgt spid="60425"/>
                                        </p:tgtEl>
                                      </p:cBhvr>
                                    </p:animEffect>
                                  </p:childTnLst>
                                </p:cTn>
                              </p:par>
                              <p:par>
                                <p:cTn id="8" presetID="8" presetClass="emph" presetSubtype="0" fill="hold" nodeType="withEffect">
                                  <p:stCondLst>
                                    <p:cond delay="0"/>
                                  </p:stCondLst>
                                  <p:childTnLst>
                                    <p:animRot by="129600000">
                                      <p:cBhvr>
                                        <p:cTn id="9" dur="5000" fill="hold"/>
                                        <p:tgtEl>
                                          <p:spTgt spid="6042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11C3A85D-D4F2-4E57-A7E3-192E75412C48}" type="slidenum">
              <a:rPr lang="zh-CN" altLang="en-US" sz="900">
                <a:solidFill>
                  <a:srgbClr val="848589"/>
                </a:solidFill>
                <a:latin typeface="Futura Bk" charset="0"/>
                <a:sym typeface="Futura Bk" charset="0"/>
              </a:rPr>
              <a:t>50</a:t>
            </a:fld>
            <a:endParaRPr lang="zh-CN" altLang="en-US" sz="900">
              <a:solidFill>
                <a:srgbClr val="848589"/>
              </a:solidFill>
              <a:latin typeface="Futura Bk" charset="0"/>
              <a:sym typeface="Futura Bk" charset="0"/>
            </a:endParaRPr>
          </a:p>
        </p:txBody>
      </p:sp>
      <p:sp>
        <p:nvSpPr>
          <p:cNvPr id="79875" name="Text Box 3"/>
          <p:cNvSpPr>
            <a:spLocks noChangeArrowheads="1"/>
          </p:cNvSpPr>
          <p:nvPr/>
        </p:nvSpPr>
        <p:spPr bwMode="auto">
          <a:xfrm>
            <a:off x="1833563" y="1979613"/>
            <a:ext cx="1368425" cy="528637"/>
          </a:xfrm>
          <a:prstGeom prst="rect">
            <a:avLst/>
          </a:prstGeom>
          <a:solidFill>
            <a:srgbClr val="CCFFFF"/>
          </a:solidFill>
          <a:ln w="9525">
            <a:solidFill>
              <a:schemeClr val="hlink"/>
            </a:solidFill>
            <a:miter lim="800000"/>
          </a:ln>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50000"/>
              </a:spcBef>
              <a:buClr>
                <a:schemeClr val="folHlink"/>
              </a:buClr>
              <a:buSzPct val="60000"/>
              <a:buFont typeface="Wingdings" panose="05000000000000000000" pitchFamily="2" charset="2"/>
              <a:buNone/>
            </a:pPr>
            <a:r>
              <a:rPr lang="zh-CN" altLang="en-US" sz="2800" b="1">
                <a:solidFill>
                  <a:srgbClr val="006699"/>
                </a:solidFill>
                <a:latin typeface="Tahoma" panose="020B0604030504040204" pitchFamily="34" charset="0"/>
                <a:sym typeface="Tahoma" panose="020B0604030504040204" pitchFamily="34" charset="0"/>
              </a:rPr>
              <a:t>十进制</a:t>
            </a:r>
            <a:endParaRPr lang="zh-CN" altLang="en-US" sz="1800">
              <a:latin typeface="Calibri" panose="020F0502020204030204" pitchFamily="34" charset="0"/>
            </a:endParaRPr>
          </a:p>
        </p:txBody>
      </p:sp>
      <p:sp>
        <p:nvSpPr>
          <p:cNvPr id="79876" name="Text Box 4"/>
          <p:cNvSpPr>
            <a:spLocks noChangeArrowheads="1"/>
          </p:cNvSpPr>
          <p:nvPr/>
        </p:nvSpPr>
        <p:spPr bwMode="auto">
          <a:xfrm>
            <a:off x="5649913" y="1979613"/>
            <a:ext cx="1368425" cy="528637"/>
          </a:xfrm>
          <a:prstGeom prst="rect">
            <a:avLst/>
          </a:prstGeom>
          <a:solidFill>
            <a:srgbClr val="CCFFFF"/>
          </a:solidFill>
          <a:ln w="9525">
            <a:solidFill>
              <a:schemeClr val="hlink"/>
            </a:solidFill>
            <a:miter lim="800000"/>
          </a:ln>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50000"/>
              </a:spcBef>
              <a:buClr>
                <a:schemeClr val="folHlink"/>
              </a:buClr>
              <a:buSzPct val="60000"/>
              <a:buFont typeface="Wingdings" panose="05000000000000000000" pitchFamily="2" charset="2"/>
              <a:buNone/>
            </a:pPr>
            <a:r>
              <a:rPr lang="zh-CN" altLang="en-US" sz="2800" b="1">
                <a:solidFill>
                  <a:srgbClr val="006699"/>
                </a:solidFill>
                <a:latin typeface="Tahoma" panose="020B0604030504040204" pitchFamily="34" charset="0"/>
                <a:sym typeface="Tahoma" panose="020B0604030504040204" pitchFamily="34" charset="0"/>
              </a:rPr>
              <a:t>二进制</a:t>
            </a:r>
            <a:endParaRPr lang="zh-CN" altLang="en-US" sz="1800">
              <a:latin typeface="Calibri" panose="020F0502020204030204" pitchFamily="34" charset="0"/>
            </a:endParaRPr>
          </a:p>
        </p:txBody>
      </p:sp>
      <p:sp>
        <p:nvSpPr>
          <p:cNvPr id="79877" name="Text Box 5"/>
          <p:cNvSpPr>
            <a:spLocks noChangeArrowheads="1"/>
          </p:cNvSpPr>
          <p:nvPr/>
        </p:nvSpPr>
        <p:spPr bwMode="auto">
          <a:xfrm>
            <a:off x="3201988" y="4475163"/>
            <a:ext cx="2592387" cy="528637"/>
          </a:xfrm>
          <a:prstGeom prst="rect">
            <a:avLst/>
          </a:prstGeom>
          <a:solidFill>
            <a:srgbClr val="CCFFFF"/>
          </a:solidFill>
          <a:ln w="9525">
            <a:solidFill>
              <a:schemeClr val="hlink"/>
            </a:solidFill>
            <a:miter lim="800000"/>
          </a:ln>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Clr>
                <a:schemeClr val="folHlink"/>
              </a:buClr>
              <a:buSzPct val="60000"/>
              <a:buFont typeface="Wingdings" panose="05000000000000000000" pitchFamily="2" charset="2"/>
              <a:buNone/>
            </a:pPr>
            <a:r>
              <a:rPr lang="zh-CN" altLang="en-US" sz="2800" b="1">
                <a:solidFill>
                  <a:schemeClr val="hlink"/>
                </a:solidFill>
                <a:latin typeface="Tahoma" panose="020B0604030504040204" pitchFamily="34" charset="0"/>
                <a:sym typeface="Tahoma" panose="020B0604030504040204" pitchFamily="34" charset="0"/>
              </a:rPr>
              <a:t>八或十六进制</a:t>
            </a:r>
            <a:endParaRPr lang="zh-CN" altLang="en-US" sz="1800">
              <a:latin typeface="Calibri" panose="020F0502020204030204" pitchFamily="34" charset="0"/>
            </a:endParaRPr>
          </a:p>
        </p:txBody>
      </p:sp>
      <p:sp>
        <p:nvSpPr>
          <p:cNvPr id="79878" name="Line 6">
            <a:hlinkClick r:id="" action="ppaction://noaction"/>
          </p:cNvPr>
          <p:cNvSpPr>
            <a:spLocks noChangeShapeType="1"/>
          </p:cNvSpPr>
          <p:nvPr/>
        </p:nvSpPr>
        <p:spPr bwMode="auto">
          <a:xfrm>
            <a:off x="3346450" y="2122488"/>
            <a:ext cx="2160588" cy="1587"/>
          </a:xfrm>
          <a:prstGeom prst="line">
            <a:avLst/>
          </a:prstGeom>
          <a:noFill/>
          <a:ln w="127000">
            <a:solidFill>
              <a:schemeClr val="tx1"/>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79879" name="Line 7">
            <a:hlinkClick r:id="" action="ppaction://noaction"/>
          </p:cNvPr>
          <p:cNvSpPr>
            <a:spLocks noChangeShapeType="1"/>
          </p:cNvSpPr>
          <p:nvPr/>
        </p:nvSpPr>
        <p:spPr bwMode="auto">
          <a:xfrm flipH="1" flipV="1">
            <a:off x="3346450" y="2482850"/>
            <a:ext cx="2160588" cy="0"/>
          </a:xfrm>
          <a:prstGeom prst="line">
            <a:avLst/>
          </a:prstGeom>
          <a:noFill/>
          <a:ln w="127000">
            <a:solidFill>
              <a:schemeClr val="hlink"/>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79880" name="Line 8">
            <a:hlinkClick r:id="rId3" action="ppaction://hlinksldjump"/>
          </p:cNvPr>
          <p:cNvSpPr>
            <a:spLocks noChangeShapeType="1"/>
          </p:cNvSpPr>
          <p:nvPr/>
        </p:nvSpPr>
        <p:spPr bwMode="auto">
          <a:xfrm>
            <a:off x="2625725" y="2555875"/>
            <a:ext cx="1655763" cy="1727200"/>
          </a:xfrm>
          <a:prstGeom prst="line">
            <a:avLst/>
          </a:prstGeom>
          <a:noFill/>
          <a:ln w="127000">
            <a:solidFill>
              <a:schemeClr val="tx1"/>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79881" name="Line 9">
            <a:hlinkClick r:id="" action="ppaction://noaction"/>
          </p:cNvPr>
          <p:cNvSpPr>
            <a:spLocks noChangeShapeType="1"/>
          </p:cNvSpPr>
          <p:nvPr/>
        </p:nvSpPr>
        <p:spPr bwMode="auto">
          <a:xfrm flipH="1" flipV="1">
            <a:off x="2193925" y="2627313"/>
            <a:ext cx="1584325" cy="1728787"/>
          </a:xfrm>
          <a:prstGeom prst="line">
            <a:avLst/>
          </a:prstGeom>
          <a:noFill/>
          <a:ln w="127000">
            <a:solidFill>
              <a:schemeClr val="hlink"/>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79882" name="Line 10">
            <a:hlinkClick r:id="" action="ppaction://noaction"/>
          </p:cNvPr>
          <p:cNvSpPr>
            <a:spLocks noChangeShapeType="1"/>
          </p:cNvSpPr>
          <p:nvPr/>
        </p:nvSpPr>
        <p:spPr bwMode="auto">
          <a:xfrm flipV="1">
            <a:off x="4641850" y="2555875"/>
            <a:ext cx="1295400" cy="1800225"/>
          </a:xfrm>
          <a:prstGeom prst="line">
            <a:avLst/>
          </a:prstGeom>
          <a:noFill/>
          <a:ln w="127000">
            <a:solidFill>
              <a:schemeClr val="folHlink"/>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79883" name="Line 11">
            <a:hlinkClick r:id="" action="ppaction://noaction"/>
          </p:cNvPr>
          <p:cNvSpPr>
            <a:spLocks noChangeShapeType="1"/>
          </p:cNvSpPr>
          <p:nvPr/>
        </p:nvSpPr>
        <p:spPr bwMode="auto">
          <a:xfrm flipH="1">
            <a:off x="5146675" y="2627313"/>
            <a:ext cx="1223963" cy="1800225"/>
          </a:xfrm>
          <a:prstGeom prst="line">
            <a:avLst/>
          </a:prstGeom>
          <a:noFill/>
          <a:ln w="127000">
            <a:solidFill>
              <a:srgbClr val="993300"/>
            </a:solidFill>
            <a:bevel/>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79884" name="Text Box 12"/>
          <p:cNvSpPr>
            <a:spLocks noChangeArrowheads="1"/>
          </p:cNvSpPr>
          <p:nvPr/>
        </p:nvSpPr>
        <p:spPr bwMode="auto">
          <a:xfrm>
            <a:off x="4138613" y="1619250"/>
            <a:ext cx="43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Clr>
                <a:schemeClr val="folHlink"/>
              </a:buClr>
              <a:buSzPct val="60000"/>
              <a:buFont typeface="Wingdings" panose="05000000000000000000" pitchFamily="2" charset="2"/>
              <a:buNone/>
            </a:pPr>
            <a:r>
              <a:rPr lang="en-US" altLang="zh-CN" sz="2800" b="1">
                <a:solidFill>
                  <a:srgbClr val="006699"/>
                </a:solidFill>
                <a:latin typeface="Tahoma" panose="020B0604030504040204" pitchFamily="34" charset="0"/>
                <a:sym typeface="Tahoma" panose="020B0604030504040204" pitchFamily="34" charset="0"/>
              </a:rPr>
              <a:t>1</a:t>
            </a:r>
            <a:endParaRPr lang="zh-CN" altLang="en-US" sz="1800">
              <a:latin typeface="Calibri" panose="020F0502020204030204" pitchFamily="34" charset="0"/>
            </a:endParaRPr>
          </a:p>
        </p:txBody>
      </p:sp>
      <p:sp>
        <p:nvSpPr>
          <p:cNvPr id="79885" name="Text Box 13"/>
          <p:cNvSpPr>
            <a:spLocks noChangeArrowheads="1"/>
          </p:cNvSpPr>
          <p:nvPr/>
        </p:nvSpPr>
        <p:spPr bwMode="auto">
          <a:xfrm>
            <a:off x="4138613" y="2411413"/>
            <a:ext cx="43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Clr>
                <a:schemeClr val="folHlink"/>
              </a:buClr>
              <a:buSzPct val="60000"/>
              <a:buFont typeface="Wingdings" panose="05000000000000000000" pitchFamily="2" charset="2"/>
              <a:buNone/>
            </a:pPr>
            <a:r>
              <a:rPr lang="en-US" altLang="zh-CN" sz="2800" b="1">
                <a:solidFill>
                  <a:srgbClr val="006699"/>
                </a:solidFill>
                <a:latin typeface="Tahoma" panose="020B0604030504040204" pitchFamily="34" charset="0"/>
                <a:sym typeface="Tahoma" panose="020B0604030504040204" pitchFamily="34" charset="0"/>
              </a:rPr>
              <a:t>2</a:t>
            </a:r>
            <a:endParaRPr lang="zh-CN" altLang="en-US" sz="1800">
              <a:latin typeface="Calibri" panose="020F0502020204030204" pitchFamily="34" charset="0"/>
            </a:endParaRPr>
          </a:p>
        </p:txBody>
      </p:sp>
      <p:sp>
        <p:nvSpPr>
          <p:cNvPr id="79886" name="Text Box 14"/>
          <p:cNvSpPr>
            <a:spLocks noChangeArrowheads="1"/>
          </p:cNvSpPr>
          <p:nvPr/>
        </p:nvSpPr>
        <p:spPr bwMode="auto">
          <a:xfrm>
            <a:off x="3346450" y="2987675"/>
            <a:ext cx="43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Clr>
                <a:schemeClr val="folHlink"/>
              </a:buClr>
              <a:buSzPct val="60000"/>
              <a:buFont typeface="Wingdings" panose="05000000000000000000" pitchFamily="2" charset="2"/>
              <a:buNone/>
            </a:pPr>
            <a:r>
              <a:rPr lang="en-US" altLang="zh-CN" sz="2800" b="1">
                <a:solidFill>
                  <a:srgbClr val="006699"/>
                </a:solidFill>
                <a:latin typeface="Tahoma" panose="020B0604030504040204" pitchFamily="34" charset="0"/>
                <a:sym typeface="Tahoma" panose="020B0604030504040204" pitchFamily="34" charset="0"/>
              </a:rPr>
              <a:t>3</a:t>
            </a:r>
            <a:endParaRPr lang="zh-CN" altLang="en-US" sz="1800">
              <a:latin typeface="Calibri" panose="020F0502020204030204" pitchFamily="34" charset="0"/>
            </a:endParaRPr>
          </a:p>
        </p:txBody>
      </p:sp>
      <p:sp>
        <p:nvSpPr>
          <p:cNvPr id="79887" name="Text Box 15"/>
          <p:cNvSpPr>
            <a:spLocks noChangeArrowheads="1"/>
          </p:cNvSpPr>
          <p:nvPr/>
        </p:nvSpPr>
        <p:spPr bwMode="auto">
          <a:xfrm>
            <a:off x="2625725" y="3348038"/>
            <a:ext cx="43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Clr>
                <a:schemeClr val="folHlink"/>
              </a:buClr>
              <a:buSzPct val="60000"/>
              <a:buFont typeface="Wingdings" panose="05000000000000000000" pitchFamily="2" charset="2"/>
              <a:buNone/>
            </a:pPr>
            <a:r>
              <a:rPr lang="en-US" altLang="zh-CN" sz="2800" b="1">
                <a:solidFill>
                  <a:srgbClr val="006699"/>
                </a:solidFill>
                <a:latin typeface="Tahoma" panose="020B0604030504040204" pitchFamily="34" charset="0"/>
                <a:sym typeface="Tahoma" panose="020B0604030504040204" pitchFamily="34" charset="0"/>
              </a:rPr>
              <a:t>4</a:t>
            </a:r>
            <a:endParaRPr lang="zh-CN" altLang="en-US" sz="1800">
              <a:latin typeface="Calibri" panose="020F0502020204030204" pitchFamily="34" charset="0"/>
            </a:endParaRPr>
          </a:p>
        </p:txBody>
      </p:sp>
      <p:sp>
        <p:nvSpPr>
          <p:cNvPr id="79888" name="Text Box 16"/>
          <p:cNvSpPr>
            <a:spLocks noChangeArrowheads="1"/>
          </p:cNvSpPr>
          <p:nvPr/>
        </p:nvSpPr>
        <p:spPr bwMode="auto">
          <a:xfrm>
            <a:off x="5794375" y="3275013"/>
            <a:ext cx="43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Clr>
                <a:schemeClr val="folHlink"/>
              </a:buClr>
              <a:buSzPct val="60000"/>
              <a:buFont typeface="Wingdings" panose="05000000000000000000" pitchFamily="2" charset="2"/>
              <a:buNone/>
            </a:pPr>
            <a:r>
              <a:rPr lang="en-US" altLang="zh-CN" sz="2800" b="1">
                <a:solidFill>
                  <a:srgbClr val="006699"/>
                </a:solidFill>
                <a:latin typeface="Tahoma" panose="020B0604030504040204" pitchFamily="34" charset="0"/>
                <a:sym typeface="Tahoma" panose="020B0604030504040204" pitchFamily="34" charset="0"/>
              </a:rPr>
              <a:t>5</a:t>
            </a:r>
            <a:endParaRPr lang="zh-CN" altLang="en-US" sz="1800">
              <a:latin typeface="Calibri" panose="020F0502020204030204" pitchFamily="34" charset="0"/>
            </a:endParaRPr>
          </a:p>
        </p:txBody>
      </p:sp>
      <p:sp>
        <p:nvSpPr>
          <p:cNvPr id="79889" name="Text Box 17"/>
          <p:cNvSpPr>
            <a:spLocks noChangeArrowheads="1"/>
          </p:cNvSpPr>
          <p:nvPr/>
        </p:nvSpPr>
        <p:spPr bwMode="auto">
          <a:xfrm>
            <a:off x="4857750" y="3130550"/>
            <a:ext cx="43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50000"/>
              </a:spcBef>
              <a:buClr>
                <a:schemeClr val="folHlink"/>
              </a:buClr>
              <a:buSzPct val="60000"/>
              <a:buFont typeface="Wingdings" panose="05000000000000000000" pitchFamily="2" charset="2"/>
              <a:buNone/>
            </a:pPr>
            <a:r>
              <a:rPr lang="en-US" altLang="zh-CN" sz="2800" b="1">
                <a:solidFill>
                  <a:srgbClr val="006699"/>
                </a:solidFill>
                <a:latin typeface="Tahoma" panose="020B0604030504040204" pitchFamily="34" charset="0"/>
                <a:sym typeface="Tahoma" panose="020B0604030504040204" pitchFamily="34" charset="0"/>
              </a:rPr>
              <a:t>6</a:t>
            </a:r>
            <a:endParaRPr lang="zh-CN" altLang="en-US" sz="1800">
              <a:latin typeface="Calibri" panose="020F0502020204030204" pitchFamily="34" charset="0"/>
            </a:endParaRPr>
          </a:p>
        </p:txBody>
      </p:sp>
      <p:sp>
        <p:nvSpPr>
          <p:cNvPr id="79890" name="Text Box 19"/>
          <p:cNvSpPr>
            <a:spLocks noChangeArrowheads="1"/>
          </p:cNvSpPr>
          <p:nvPr/>
        </p:nvSpPr>
        <p:spPr bwMode="auto">
          <a:xfrm>
            <a:off x="531813" y="979488"/>
            <a:ext cx="5768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dirty="0">
                <a:solidFill>
                  <a:srgbClr val="006699"/>
                </a:solidFill>
                <a:latin typeface="Calibri" panose="020F0502020204030204" pitchFamily="34" charset="0"/>
              </a:rPr>
              <a:t>不同进制之间的相互转换</a:t>
            </a:r>
          </a:p>
        </p:txBody>
      </p:sp>
      <p:sp>
        <p:nvSpPr>
          <p:cNvPr id="79891" name="Text Box 23"/>
          <p:cNvSpPr>
            <a:spLocks noChangeArrowheads="1"/>
          </p:cNvSpPr>
          <p:nvPr/>
        </p:nvSpPr>
        <p:spPr bwMode="auto">
          <a:xfrm>
            <a:off x="3059113" y="5589588"/>
            <a:ext cx="304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a:solidFill>
                  <a:srgbClr val="006699"/>
                </a:solidFill>
                <a:latin typeface="Calibri" panose="020F0502020204030204" pitchFamily="34" charset="0"/>
                <a:hlinkClick r:id="rId4" action="ppaction://hlinksldjump"/>
              </a:rPr>
              <a:t>不同进制的对照表</a:t>
            </a:r>
            <a:endParaRPr lang="en-US" altLang="zh-CN" sz="2800" b="1">
              <a:solidFill>
                <a:srgbClr val="006699"/>
              </a:solidFill>
              <a:latin typeface="Calibri" panose="020F0502020204030204" pitchFamily="34" charset="0"/>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05B7DF17-D9CA-4F7B-A7DB-721454DB8FE7}" type="slidenum">
              <a:rPr lang="zh-CN" altLang="en-US" sz="900">
                <a:solidFill>
                  <a:srgbClr val="848589"/>
                </a:solidFill>
                <a:latin typeface="Futura Bk" charset="0"/>
                <a:sym typeface="Futura Bk" charset="0"/>
              </a:rPr>
              <a:t>51</a:t>
            </a:fld>
            <a:endParaRPr lang="zh-CN" altLang="en-US" sz="900">
              <a:solidFill>
                <a:srgbClr val="848589"/>
              </a:solidFill>
              <a:latin typeface="Futura Bk" charset="0"/>
              <a:sym typeface="Futura Bk" charset="0"/>
            </a:endParaRPr>
          </a:p>
        </p:txBody>
      </p:sp>
      <p:graphicFrame>
        <p:nvGraphicFramePr>
          <p:cNvPr id="71683" name="表格 71682"/>
          <p:cNvGraphicFramePr/>
          <p:nvPr/>
        </p:nvGraphicFramePr>
        <p:xfrm>
          <a:off x="0" y="692150"/>
          <a:ext cx="9180513" cy="5626100"/>
        </p:xfrm>
        <a:graphic>
          <a:graphicData uri="http://schemas.openxmlformats.org/drawingml/2006/table">
            <a:tbl>
              <a:tblPr/>
              <a:tblGrid>
                <a:gridCol w="1116013">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403350">
                  <a:extLst>
                    <a:ext uri="{9D8B030D-6E8A-4147-A177-3AD203B41FA5}">
                      <a16:colId xmlns:a16="http://schemas.microsoft.com/office/drawing/2014/main" val="20003"/>
                    </a:ext>
                  </a:extLst>
                </a:gridCol>
                <a:gridCol w="1062038">
                  <a:extLst>
                    <a:ext uri="{9D8B030D-6E8A-4147-A177-3AD203B41FA5}">
                      <a16:colId xmlns:a16="http://schemas.microsoft.com/office/drawing/2014/main" val="20004"/>
                    </a:ext>
                  </a:extLst>
                </a:gridCol>
                <a:gridCol w="1025525">
                  <a:extLst>
                    <a:ext uri="{9D8B030D-6E8A-4147-A177-3AD203B41FA5}">
                      <a16:colId xmlns:a16="http://schemas.microsoft.com/office/drawing/2014/main" val="20005"/>
                    </a:ext>
                  </a:extLst>
                </a:gridCol>
                <a:gridCol w="1079500">
                  <a:extLst>
                    <a:ext uri="{9D8B030D-6E8A-4147-A177-3AD203B41FA5}">
                      <a16:colId xmlns:a16="http://schemas.microsoft.com/office/drawing/2014/main" val="20006"/>
                    </a:ext>
                  </a:extLst>
                </a:gridCol>
                <a:gridCol w="1476375">
                  <a:extLst>
                    <a:ext uri="{9D8B030D-6E8A-4147-A177-3AD203B41FA5}">
                      <a16:colId xmlns:a16="http://schemas.microsoft.com/office/drawing/2014/main" val="20007"/>
                    </a:ext>
                  </a:extLst>
                </a:gridCol>
              </a:tblGrid>
              <a:tr h="1223963">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十进制数</a:t>
                      </a:r>
                      <a:endParaRPr lang="zh-CN" altLang="en-US"/>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二进制数</a:t>
                      </a:r>
                      <a:endParaRPr lang="zh-CN" altLang="en-US"/>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八进制数</a:t>
                      </a:r>
                      <a:endParaRPr lang="zh-CN" altLang="en-US"/>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十六进制数</a:t>
                      </a:r>
                      <a:endParaRPr lang="zh-CN" altLang="en-US"/>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十进制数</a:t>
                      </a:r>
                      <a:endParaRPr lang="zh-CN" altLang="en-US"/>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二进制数</a:t>
                      </a:r>
                      <a:endParaRPr lang="zh-CN" altLang="en-US"/>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八进制数</a:t>
                      </a:r>
                      <a:endParaRPr lang="zh-CN" altLang="en-US"/>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zh-CN" altLang="en-US" sz="2800" b="1" i="1" baseline="0">
                          <a:solidFill>
                            <a:schemeClr val="tx1"/>
                          </a:solidFill>
                          <a:latin typeface="黑体" panose="02010609060101010101" pitchFamily="49" charset="-122"/>
                          <a:ea typeface="黑体" panose="02010609060101010101" pitchFamily="49" charset="-122"/>
                          <a:sym typeface="黑体" panose="02010609060101010101" pitchFamily="49" charset="-122"/>
                        </a:rPr>
                        <a:t>十六进制数</a:t>
                      </a:r>
                      <a:endParaRPr lang="zh-CN" altLang="en-US"/>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381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7">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0</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0</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8</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1000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8</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1</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9</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1001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9</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1650">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2</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10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2</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2</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10</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1010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12</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A</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0063">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3</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3</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3</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11</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1011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13</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B</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6887">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4</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hlink"/>
                          </a:solidFill>
                          <a:latin typeface="黑体" panose="02010609060101010101" pitchFamily="49" charset="-122"/>
                          <a:ea typeface="黑体" panose="02010609060101010101" pitchFamily="49" charset="-122"/>
                          <a:sym typeface="黑体" panose="02010609060101010101" pitchFamily="49" charset="-122"/>
                        </a:rPr>
                        <a:t>100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4</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4</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12</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1100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14</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C</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5300">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5</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101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5</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5</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13</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1101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15</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D</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36588">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6</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110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6</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6</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14</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1110</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16</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E</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792162">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rgbClr val="0000FF"/>
                          </a:solidFill>
                          <a:latin typeface="黑体" panose="02010609060101010101" pitchFamily="49" charset="-122"/>
                          <a:ea typeface="黑体" panose="02010609060101010101" pitchFamily="49" charset="-122"/>
                          <a:sym typeface="黑体" panose="02010609060101010101" pitchFamily="49" charset="-122"/>
                        </a:rPr>
                        <a:t>7</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rgbClr val="0000FF"/>
                          </a:solidFill>
                          <a:latin typeface="黑体" panose="02010609060101010101" pitchFamily="49" charset="-122"/>
                          <a:ea typeface="黑体" panose="02010609060101010101" pitchFamily="49" charset="-122"/>
                          <a:sym typeface="黑体" panose="02010609060101010101" pitchFamily="49" charset="-122"/>
                        </a:rPr>
                        <a:t>111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rgbClr val="0000FF"/>
                          </a:solidFill>
                          <a:latin typeface="黑体" panose="02010609060101010101" pitchFamily="49" charset="-122"/>
                          <a:ea typeface="黑体" panose="02010609060101010101" pitchFamily="49" charset="-122"/>
                          <a:sym typeface="黑体" panose="02010609060101010101" pitchFamily="49" charset="-122"/>
                        </a:rPr>
                        <a:t>7</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7</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rgbClr val="0000FF"/>
                          </a:solidFill>
                          <a:latin typeface="黑体" panose="02010609060101010101" pitchFamily="49" charset="-122"/>
                          <a:ea typeface="黑体" panose="02010609060101010101" pitchFamily="49" charset="-122"/>
                          <a:sym typeface="黑体" panose="02010609060101010101" pitchFamily="49" charset="-122"/>
                        </a:rPr>
                        <a:t>15</a:t>
                      </a:r>
                      <a:endParaRPr lang="zh-CN" altLang="en-US" dirty="0"/>
                    </a:p>
                  </a:txBody>
                  <a:tcPr marT="45726" marB="45726">
                    <a:lnL w="381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rgbClr val="0000FF"/>
                          </a:solidFill>
                          <a:latin typeface="黑体" panose="02010609060101010101" pitchFamily="49" charset="-122"/>
                          <a:ea typeface="黑体" panose="02010609060101010101" pitchFamily="49" charset="-122"/>
                          <a:sym typeface="黑体" panose="02010609060101010101" pitchFamily="49" charset="-122"/>
                        </a:rPr>
                        <a:t>1111</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chemeClr val="tx1"/>
                          </a:solidFill>
                          <a:latin typeface="黑体" panose="02010609060101010101" pitchFamily="49" charset="-122"/>
                          <a:ea typeface="黑体" panose="02010609060101010101" pitchFamily="49" charset="-122"/>
                          <a:sym typeface="黑体" panose="02010609060101010101" pitchFamily="49" charset="-122"/>
                        </a:rPr>
                        <a:t>17</a:t>
                      </a:r>
                      <a:endParaRPr lang="zh-CN" altLang="en-US"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90000"/>
                        </a:lnSpc>
                        <a:spcBef>
                          <a:spcPct val="30000"/>
                        </a:spcBef>
                        <a:spcAft>
                          <a:spcPct val="10000"/>
                        </a:spcAft>
                        <a:buClr>
                          <a:srgbClr val="B2B3B5"/>
                        </a:buClr>
                        <a:buSzPct val="75000"/>
                        <a:buNone/>
                      </a:pPr>
                      <a:r>
                        <a:rPr lang="en-US" altLang="x-none" sz="2800" b="1" i="1" baseline="0" dirty="0">
                          <a:solidFill>
                            <a:srgbClr val="0000FF"/>
                          </a:solidFill>
                          <a:latin typeface="黑体" panose="02010609060101010101" pitchFamily="49" charset="-122"/>
                          <a:ea typeface="黑体" panose="02010609060101010101" pitchFamily="49" charset="-122"/>
                          <a:sym typeface="黑体" panose="02010609060101010101" pitchFamily="49" charset="-122"/>
                        </a:rPr>
                        <a:t>F</a:t>
                      </a:r>
                      <a:endParaRPr lang="zh-CN" altLang="en-US" dirty="0"/>
                    </a:p>
                  </a:txBody>
                  <a:tcPr marT="45726" marB="45726">
                    <a:lnL w="12700" cap="flat" cmpd="sng">
                      <a:solidFill>
                        <a:schemeClr val="tx1"/>
                      </a:solidFill>
                      <a:prstDash val="solid"/>
                      <a:bevel/>
                      <a:headEnd type="none" w="med" len="med"/>
                      <a:tailEnd type="none" w="med" len="med"/>
                    </a:lnL>
                    <a:lnR w="381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38100" cap="flat" cmpd="sng">
                      <a:solidFill>
                        <a:schemeClr val="tx1"/>
                      </a:solidFill>
                      <a:prstDash val="solid"/>
                      <a:bevel/>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1775" name="Text Box 94"/>
          <p:cNvSpPr>
            <a:spLocks noChangeArrowheads="1"/>
          </p:cNvSpPr>
          <p:nvPr/>
        </p:nvSpPr>
        <p:spPr bwMode="auto">
          <a:xfrm>
            <a:off x="4787900" y="6438900"/>
            <a:ext cx="720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50000"/>
              </a:spcBef>
              <a:buFont typeface="Arial" panose="020B0604020202020204" pitchFamily="34" charset="0"/>
              <a:buNone/>
            </a:pPr>
            <a:r>
              <a:rPr lang="en-US" altLang="zh-CN" sz="2800" b="1">
                <a:solidFill>
                  <a:schemeClr val="hlink"/>
                </a:solidFill>
                <a:latin typeface="Arial" panose="020B0604020202020204" pitchFamily="34" charset="0"/>
                <a:sym typeface="Arial" panose="020B0604020202020204" pitchFamily="34" charset="0"/>
              </a:rPr>
              <a:t>16</a:t>
            </a:r>
            <a:endParaRPr lang="zh-CN" altLang="en-US" sz="1800">
              <a:latin typeface="Calibri" panose="020F0502020204030204" pitchFamily="34" charset="0"/>
            </a:endParaRPr>
          </a:p>
        </p:txBody>
      </p:sp>
      <p:sp>
        <p:nvSpPr>
          <p:cNvPr id="71776" name="Text Box 95"/>
          <p:cNvSpPr>
            <a:spLocks noChangeArrowheads="1"/>
          </p:cNvSpPr>
          <p:nvPr/>
        </p:nvSpPr>
        <p:spPr bwMode="auto">
          <a:xfrm>
            <a:off x="6011863" y="6438900"/>
            <a:ext cx="43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50000"/>
              </a:spcBef>
              <a:buFont typeface="Arial" panose="020B0604020202020204" pitchFamily="34" charset="0"/>
              <a:buNone/>
            </a:pPr>
            <a:r>
              <a:rPr lang="en-US" altLang="zh-CN" sz="2800" b="1">
                <a:solidFill>
                  <a:schemeClr val="hlink"/>
                </a:solidFill>
                <a:latin typeface="Arial" panose="020B0604020202020204" pitchFamily="34" charset="0"/>
                <a:sym typeface="Arial" panose="020B0604020202020204" pitchFamily="34" charset="0"/>
              </a:rPr>
              <a:t>?</a:t>
            </a:r>
            <a:endParaRPr lang="zh-CN" altLang="en-US" sz="1800">
              <a:latin typeface="Calibri" panose="020F0502020204030204" pitchFamily="34" charset="0"/>
            </a:endParaRPr>
          </a:p>
        </p:txBody>
      </p:sp>
      <p:sp>
        <p:nvSpPr>
          <p:cNvPr id="71777" name="Text Box 96"/>
          <p:cNvSpPr>
            <a:spLocks noChangeArrowheads="1"/>
          </p:cNvSpPr>
          <p:nvPr/>
        </p:nvSpPr>
        <p:spPr bwMode="auto">
          <a:xfrm>
            <a:off x="6948488" y="6438900"/>
            <a:ext cx="43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50000"/>
              </a:spcBef>
              <a:buFont typeface="Arial" panose="020B0604020202020204" pitchFamily="34" charset="0"/>
              <a:buNone/>
            </a:pPr>
            <a:r>
              <a:rPr lang="en-US" altLang="zh-CN" sz="2800" b="1">
                <a:solidFill>
                  <a:schemeClr val="hlink"/>
                </a:solidFill>
                <a:latin typeface="Arial" panose="020B0604020202020204" pitchFamily="34" charset="0"/>
                <a:sym typeface="Arial" panose="020B0604020202020204" pitchFamily="34" charset="0"/>
              </a:rPr>
              <a:t>?</a:t>
            </a:r>
            <a:endParaRPr lang="zh-CN" altLang="en-US" sz="1800">
              <a:latin typeface="Calibri" panose="020F0502020204030204" pitchFamily="34" charset="0"/>
            </a:endParaRPr>
          </a:p>
        </p:txBody>
      </p:sp>
      <p:sp>
        <p:nvSpPr>
          <p:cNvPr id="71778" name="Text Box 97"/>
          <p:cNvSpPr>
            <a:spLocks noChangeArrowheads="1"/>
          </p:cNvSpPr>
          <p:nvPr/>
        </p:nvSpPr>
        <p:spPr bwMode="auto">
          <a:xfrm>
            <a:off x="8027988" y="6438900"/>
            <a:ext cx="43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50000"/>
              </a:spcBef>
              <a:buFont typeface="Arial" panose="020B0604020202020204" pitchFamily="34" charset="0"/>
              <a:buNone/>
            </a:pPr>
            <a:r>
              <a:rPr lang="en-US" altLang="zh-CN" sz="2800" b="1">
                <a:solidFill>
                  <a:schemeClr val="hlink"/>
                </a:solidFill>
                <a:latin typeface="Arial" panose="020B0604020202020204" pitchFamily="34" charset="0"/>
                <a:sym typeface="Arial" panose="020B0604020202020204" pitchFamily="34" charset="0"/>
              </a:rPr>
              <a:t>?</a:t>
            </a:r>
            <a:endParaRPr lang="zh-CN" altLang="en-US" sz="1800">
              <a:latin typeface="Calibri" panose="020F0502020204030204" pitchFamily="34" charset="0"/>
            </a:endParaRPr>
          </a:p>
        </p:txBody>
      </p:sp>
      <p:sp>
        <p:nvSpPr>
          <p:cNvPr id="71779" name="Oval 98"/>
          <p:cNvSpPr>
            <a:spLocks noChangeArrowheads="1"/>
          </p:cNvSpPr>
          <p:nvPr/>
        </p:nvSpPr>
        <p:spPr bwMode="auto">
          <a:xfrm>
            <a:off x="250825" y="2420938"/>
            <a:ext cx="1800225" cy="446087"/>
          </a:xfrm>
          <a:prstGeom prst="ellipse">
            <a:avLst/>
          </a:prstGeom>
          <a:noFill/>
          <a:ln w="38100">
            <a:solidFill>
              <a:schemeClr val="hlink"/>
            </a:solidFill>
            <a:bevel/>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71780" name="Oval 99"/>
          <p:cNvSpPr>
            <a:spLocks noChangeArrowheads="1"/>
          </p:cNvSpPr>
          <p:nvPr/>
        </p:nvSpPr>
        <p:spPr bwMode="auto">
          <a:xfrm>
            <a:off x="179388" y="2924175"/>
            <a:ext cx="1800225" cy="444500"/>
          </a:xfrm>
          <a:prstGeom prst="ellipse">
            <a:avLst/>
          </a:prstGeom>
          <a:noFill/>
          <a:ln w="38100">
            <a:solidFill>
              <a:schemeClr val="hlink"/>
            </a:solidFill>
            <a:bevel/>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71781" name="Oval 100"/>
          <p:cNvSpPr>
            <a:spLocks noChangeArrowheads="1"/>
          </p:cNvSpPr>
          <p:nvPr/>
        </p:nvSpPr>
        <p:spPr bwMode="auto">
          <a:xfrm>
            <a:off x="250825" y="3860800"/>
            <a:ext cx="1800225" cy="573088"/>
          </a:xfrm>
          <a:prstGeom prst="ellipse">
            <a:avLst/>
          </a:prstGeom>
          <a:noFill/>
          <a:ln w="38100">
            <a:solidFill>
              <a:schemeClr val="hlink"/>
            </a:solidFill>
            <a:bevel/>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71782" name="Oval 101"/>
          <p:cNvSpPr>
            <a:spLocks noChangeArrowheads="1"/>
          </p:cNvSpPr>
          <p:nvPr/>
        </p:nvSpPr>
        <p:spPr bwMode="auto">
          <a:xfrm>
            <a:off x="4716463" y="1844675"/>
            <a:ext cx="1800225" cy="573088"/>
          </a:xfrm>
          <a:prstGeom prst="ellipse">
            <a:avLst/>
          </a:prstGeom>
          <a:noFill/>
          <a:ln w="38100">
            <a:solidFill>
              <a:schemeClr val="hlink"/>
            </a:solidFill>
            <a:bevel/>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71783" name="Oval 102"/>
          <p:cNvSpPr>
            <a:spLocks noChangeArrowheads="1"/>
          </p:cNvSpPr>
          <p:nvPr/>
        </p:nvSpPr>
        <p:spPr bwMode="auto">
          <a:xfrm>
            <a:off x="323850" y="5445125"/>
            <a:ext cx="2808288" cy="573088"/>
          </a:xfrm>
          <a:prstGeom prst="ellipse">
            <a:avLst/>
          </a:prstGeom>
          <a:noFill/>
          <a:ln w="38100">
            <a:solidFill>
              <a:schemeClr val="hlink"/>
            </a:solidFill>
            <a:bevel/>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71784" name="Oval 103"/>
          <p:cNvSpPr>
            <a:spLocks noChangeArrowheads="1"/>
          </p:cNvSpPr>
          <p:nvPr/>
        </p:nvSpPr>
        <p:spPr bwMode="auto">
          <a:xfrm>
            <a:off x="4716463" y="6311900"/>
            <a:ext cx="3887787" cy="574675"/>
          </a:xfrm>
          <a:prstGeom prst="ellipse">
            <a:avLst/>
          </a:prstGeom>
          <a:noFill/>
          <a:ln w="38100">
            <a:solidFill>
              <a:schemeClr val="hlink"/>
            </a:solidFill>
            <a:bevel/>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71785" name="Oval 104"/>
          <p:cNvSpPr>
            <a:spLocks noChangeArrowheads="1"/>
          </p:cNvSpPr>
          <p:nvPr/>
        </p:nvSpPr>
        <p:spPr bwMode="auto">
          <a:xfrm>
            <a:off x="4716463" y="6308725"/>
            <a:ext cx="3887787" cy="650875"/>
          </a:xfrm>
          <a:prstGeom prst="ellipse">
            <a:avLst/>
          </a:prstGeom>
          <a:noFill/>
          <a:ln w="38100">
            <a:solidFill>
              <a:schemeClr val="hlink"/>
            </a:solidFill>
            <a:bevel/>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sp>
        <p:nvSpPr>
          <p:cNvPr id="71786" name="AutoShape 105"/>
          <p:cNvSpPr>
            <a:spLocks noChangeArrowheads="1"/>
          </p:cNvSpPr>
          <p:nvPr/>
        </p:nvSpPr>
        <p:spPr bwMode="auto">
          <a:xfrm>
            <a:off x="2339975" y="2997200"/>
            <a:ext cx="4032250" cy="1335088"/>
          </a:xfrm>
          <a:prstGeom prst="wedgeRoundRectCallout">
            <a:avLst>
              <a:gd name="adj1" fmla="val 31727"/>
              <a:gd name="adj2" fmla="val 208977"/>
              <a:gd name="adj3" fmla="val 16667"/>
            </a:avLst>
          </a:prstGeom>
          <a:solidFill>
            <a:schemeClr val="accent1"/>
          </a:solidFill>
          <a:ln w="9525">
            <a:solidFill>
              <a:schemeClr val="tx1"/>
            </a:solidFill>
            <a:miter lim="800000"/>
          </a:ln>
        </p:spPr>
        <p:txBody>
          <a:bodyPr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r>
              <a:rPr lang="zh-CN" altLang="en-US" sz="2800">
                <a:solidFill>
                  <a:srgbClr val="006699"/>
                </a:solidFill>
                <a:latin typeface="Arial" panose="020B0604020202020204" pitchFamily="34" charset="0"/>
                <a:sym typeface="Arial" panose="020B0604020202020204" pitchFamily="34" charset="0"/>
              </a:rPr>
              <a:t>十进制数</a:t>
            </a:r>
            <a:r>
              <a:rPr lang="en-US" altLang="zh-CN" sz="2800">
                <a:solidFill>
                  <a:srgbClr val="006699"/>
                </a:solidFill>
                <a:latin typeface="Arial" panose="020B0604020202020204" pitchFamily="34" charset="0"/>
                <a:sym typeface="Arial" panose="020B0604020202020204" pitchFamily="34" charset="0"/>
              </a:rPr>
              <a:t>16</a:t>
            </a:r>
            <a:r>
              <a:rPr lang="zh-CN" altLang="en-US" sz="2800">
                <a:solidFill>
                  <a:srgbClr val="006699"/>
                </a:solidFill>
                <a:latin typeface="Arial" panose="020B0604020202020204" pitchFamily="34" charset="0"/>
                <a:sym typeface="Arial" panose="020B0604020202020204" pitchFamily="34" charset="0"/>
              </a:rPr>
              <a:t>所对应的</a:t>
            </a:r>
          </a:p>
          <a:p>
            <a:pPr>
              <a:spcBef>
                <a:spcPct val="0"/>
              </a:spcBef>
              <a:buFont typeface="Arial" panose="020B0604020202020204" pitchFamily="34" charset="0"/>
              <a:buNone/>
            </a:pPr>
            <a:r>
              <a:rPr lang="zh-CN" altLang="en-US" sz="2800">
                <a:solidFill>
                  <a:srgbClr val="006699"/>
                </a:solidFill>
                <a:latin typeface="Arial" panose="020B0604020202020204" pitchFamily="34" charset="0"/>
                <a:sym typeface="Arial" panose="020B0604020202020204" pitchFamily="34" charset="0"/>
              </a:rPr>
              <a:t>其他进制数为多少？</a:t>
            </a:r>
            <a:endParaRPr lang="zh-CN" altLang="en-US" sz="1800">
              <a:latin typeface="Calibri" panose="020F0502020204030204" pitchFamily="34" charset="0"/>
            </a:endParaRPr>
          </a:p>
        </p:txBody>
      </p:sp>
      <p:sp>
        <p:nvSpPr>
          <p:cNvPr id="71787" name="AutoShape 106"/>
          <p:cNvSpPr>
            <a:spLocks noChangeArrowheads="1"/>
          </p:cNvSpPr>
          <p:nvPr/>
        </p:nvSpPr>
        <p:spPr bwMode="auto">
          <a:xfrm>
            <a:off x="2411413" y="3429000"/>
            <a:ext cx="5184775" cy="2100263"/>
          </a:xfrm>
          <a:prstGeom prst="irregularSeal2">
            <a:avLst/>
          </a:prstGeom>
          <a:solidFill>
            <a:schemeClr val="accent1"/>
          </a:solidFill>
          <a:ln w="9525">
            <a:solidFill>
              <a:schemeClr val="tx1"/>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a:spcBef>
                <a:spcPct val="0"/>
              </a:spcBef>
              <a:buFont typeface="Arial" panose="020B0604020202020204" pitchFamily="34" charset="0"/>
              <a:buNone/>
            </a:pPr>
            <a:r>
              <a:rPr lang="zh-CN" altLang="en-US" sz="2800">
                <a:solidFill>
                  <a:srgbClr val="006699"/>
                </a:solidFill>
                <a:latin typeface="Arial" panose="020B0604020202020204" pitchFamily="34" charset="0"/>
                <a:sym typeface="Arial" panose="020B0604020202020204" pitchFamily="34" charset="0"/>
              </a:rPr>
              <a:t>注意</a:t>
            </a:r>
            <a:r>
              <a:rPr lang="en-US" altLang="zh-CN" sz="2800">
                <a:solidFill>
                  <a:srgbClr val="006699"/>
                </a:solidFill>
                <a:latin typeface="Arial" panose="020B0604020202020204" pitchFamily="34" charset="0"/>
                <a:sym typeface="Arial" panose="020B0604020202020204" pitchFamily="34" charset="0"/>
              </a:rPr>
              <a:t>1</a:t>
            </a:r>
            <a:r>
              <a:rPr lang="zh-CN" altLang="en-US" sz="2800">
                <a:solidFill>
                  <a:srgbClr val="006699"/>
                </a:solidFill>
                <a:latin typeface="Arial" panose="020B0604020202020204" pitchFamily="34" charset="0"/>
                <a:sym typeface="Arial" panose="020B0604020202020204" pitchFamily="34" charset="0"/>
              </a:rPr>
              <a:t>，</a:t>
            </a:r>
            <a:r>
              <a:rPr lang="en-US" altLang="zh-CN" sz="2800">
                <a:solidFill>
                  <a:srgbClr val="006699"/>
                </a:solidFill>
                <a:latin typeface="Arial" panose="020B0604020202020204" pitchFamily="34" charset="0"/>
                <a:sym typeface="Arial" panose="020B0604020202020204" pitchFamily="34" charset="0"/>
              </a:rPr>
              <a:t>2</a:t>
            </a:r>
            <a:r>
              <a:rPr lang="zh-CN" altLang="en-US" sz="2800">
                <a:solidFill>
                  <a:srgbClr val="006699"/>
                </a:solidFill>
                <a:latin typeface="Arial" panose="020B0604020202020204" pitchFamily="34" charset="0"/>
                <a:sym typeface="Arial" panose="020B0604020202020204" pitchFamily="34" charset="0"/>
              </a:rPr>
              <a:t>，</a:t>
            </a:r>
            <a:r>
              <a:rPr lang="en-US" altLang="zh-CN" sz="2800">
                <a:solidFill>
                  <a:srgbClr val="006699"/>
                </a:solidFill>
                <a:latin typeface="Arial" panose="020B0604020202020204" pitchFamily="34" charset="0"/>
                <a:sym typeface="Arial" panose="020B0604020202020204" pitchFamily="34" charset="0"/>
              </a:rPr>
              <a:t>4</a:t>
            </a:r>
            <a:r>
              <a:rPr lang="zh-CN" altLang="en-US" sz="2800">
                <a:solidFill>
                  <a:srgbClr val="006699"/>
                </a:solidFill>
                <a:latin typeface="Arial" panose="020B0604020202020204" pitchFamily="34" charset="0"/>
                <a:sym typeface="Arial" panose="020B0604020202020204" pitchFamily="34" charset="0"/>
              </a:rPr>
              <a:t>，</a:t>
            </a:r>
            <a:r>
              <a:rPr lang="en-US" altLang="zh-CN" sz="2800">
                <a:solidFill>
                  <a:srgbClr val="006699"/>
                </a:solidFill>
                <a:latin typeface="Arial" panose="020B0604020202020204" pitchFamily="34" charset="0"/>
                <a:sym typeface="Arial" panose="020B0604020202020204" pitchFamily="34" charset="0"/>
              </a:rPr>
              <a:t>8</a:t>
            </a:r>
            <a:endParaRPr lang="zh-CN" altLang="en-US" sz="2800">
              <a:solidFill>
                <a:srgbClr val="006699"/>
              </a:solidFill>
              <a:latin typeface="Arial" panose="020B0604020202020204" pitchFamily="34" charset="0"/>
              <a:sym typeface="Arial" panose="020B0604020202020204" pitchFamily="34" charset="0"/>
            </a:endParaRPr>
          </a:p>
          <a:p>
            <a:pPr algn="ctr">
              <a:spcBef>
                <a:spcPct val="0"/>
              </a:spcBef>
              <a:buFont typeface="Arial" panose="020B0604020202020204" pitchFamily="34" charset="0"/>
              <a:buNone/>
            </a:pPr>
            <a:r>
              <a:rPr lang="zh-CN" altLang="en-US" sz="2800">
                <a:solidFill>
                  <a:srgbClr val="006699"/>
                </a:solidFill>
                <a:latin typeface="Arial" panose="020B0604020202020204" pitchFamily="34" charset="0"/>
                <a:sym typeface="Arial" panose="020B0604020202020204" pitchFamily="34" charset="0"/>
              </a:rPr>
              <a:t>所对应的二进制数</a:t>
            </a:r>
            <a:endParaRPr lang="zh-CN" altLang="en-US" sz="1800">
              <a:latin typeface="Calibri" panose="020F0502020204030204" pitchFamily="34" charset="0"/>
            </a:endParaRPr>
          </a:p>
        </p:txBody>
      </p:sp>
      <p:sp>
        <p:nvSpPr>
          <p:cNvPr id="71788" name="AutoShape 107"/>
          <p:cNvSpPr>
            <a:spLocks noChangeArrowheads="1"/>
          </p:cNvSpPr>
          <p:nvPr/>
        </p:nvSpPr>
        <p:spPr bwMode="auto">
          <a:xfrm>
            <a:off x="1476375" y="2781300"/>
            <a:ext cx="6983413" cy="2546350"/>
          </a:xfrm>
          <a:prstGeom prst="irregularSeal2">
            <a:avLst/>
          </a:prstGeom>
          <a:solidFill>
            <a:schemeClr val="accent1"/>
          </a:solidFill>
          <a:ln w="9525">
            <a:solidFill>
              <a:schemeClr val="tx1"/>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a:spcBef>
                <a:spcPct val="0"/>
              </a:spcBef>
              <a:buFont typeface="Arial" panose="020B0604020202020204" pitchFamily="34" charset="0"/>
              <a:buNone/>
            </a:pPr>
            <a:r>
              <a:rPr lang="zh-CN" altLang="en-US" sz="2800">
                <a:solidFill>
                  <a:srgbClr val="006699"/>
                </a:solidFill>
                <a:latin typeface="Arial" panose="020B0604020202020204" pitchFamily="34" charset="0"/>
                <a:sym typeface="Arial" panose="020B0604020202020204" pitchFamily="34" charset="0"/>
              </a:rPr>
              <a:t>注意八进制数</a:t>
            </a:r>
            <a:r>
              <a:rPr lang="en-US" altLang="zh-CN" sz="2800">
                <a:solidFill>
                  <a:srgbClr val="006699"/>
                </a:solidFill>
                <a:latin typeface="Arial" panose="020B0604020202020204" pitchFamily="34" charset="0"/>
                <a:sym typeface="Arial" panose="020B0604020202020204" pitchFamily="34" charset="0"/>
              </a:rPr>
              <a:t>7</a:t>
            </a:r>
            <a:r>
              <a:rPr lang="zh-CN" altLang="en-US" sz="2800">
                <a:solidFill>
                  <a:srgbClr val="006699"/>
                </a:solidFill>
                <a:latin typeface="Arial" panose="020B0604020202020204" pitchFamily="34" charset="0"/>
                <a:sym typeface="Arial" panose="020B0604020202020204" pitchFamily="34" charset="0"/>
              </a:rPr>
              <a:t>和十六进制数</a:t>
            </a:r>
            <a:r>
              <a:rPr lang="en-US" altLang="zh-CN" sz="2800">
                <a:solidFill>
                  <a:srgbClr val="006699"/>
                </a:solidFill>
                <a:latin typeface="Arial" panose="020B0604020202020204" pitchFamily="34" charset="0"/>
                <a:sym typeface="Arial" panose="020B0604020202020204" pitchFamily="34" charset="0"/>
              </a:rPr>
              <a:t>F</a:t>
            </a:r>
            <a:endParaRPr lang="zh-CN" altLang="en-US" sz="2800">
              <a:solidFill>
                <a:srgbClr val="006699"/>
              </a:solidFill>
              <a:latin typeface="Arial" panose="020B0604020202020204" pitchFamily="34" charset="0"/>
              <a:sym typeface="Arial" panose="020B0604020202020204" pitchFamily="34" charset="0"/>
            </a:endParaRPr>
          </a:p>
          <a:p>
            <a:pPr algn="ctr">
              <a:spcBef>
                <a:spcPct val="0"/>
              </a:spcBef>
              <a:buFont typeface="Arial" panose="020B0604020202020204" pitchFamily="34" charset="0"/>
              <a:buNone/>
            </a:pPr>
            <a:r>
              <a:rPr lang="zh-CN" altLang="en-US" sz="2800">
                <a:solidFill>
                  <a:srgbClr val="006699"/>
                </a:solidFill>
                <a:latin typeface="Arial" panose="020B0604020202020204" pitchFamily="34" charset="0"/>
                <a:sym typeface="Arial" panose="020B0604020202020204" pitchFamily="34" charset="0"/>
              </a:rPr>
              <a:t>所对应的二进制数</a:t>
            </a:r>
            <a:endParaRPr lang="zh-CN" altLang="en-US" sz="1800">
              <a:latin typeface="Calibri" panose="020F0502020204030204" pitchFamily="34" charset="0"/>
            </a:endParaRPr>
          </a:p>
        </p:txBody>
      </p:sp>
      <p:sp>
        <p:nvSpPr>
          <p:cNvPr id="81005" name="AutoShape 108"/>
          <p:cNvSpPr>
            <a:spLocks noChangeArrowheads="1"/>
          </p:cNvSpPr>
          <p:nvPr/>
        </p:nvSpPr>
        <p:spPr bwMode="auto">
          <a:xfrm>
            <a:off x="395288" y="87313"/>
            <a:ext cx="82804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spcBef>
                <a:spcPct val="0"/>
              </a:spcBef>
              <a:buFont typeface="Arial" panose="020B0604020202020204" pitchFamily="34" charset="0"/>
              <a:buNone/>
            </a:pP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十进制数与二进制数、八进制数、十六进制数</a:t>
            </a:r>
            <a:r>
              <a:rPr lang="zh-CN" altLang="en-US" sz="2800" b="1">
                <a:solidFill>
                  <a:schemeClr val="hlink"/>
                </a:solidFill>
                <a:latin typeface="Tahoma" panose="020B0604030504040204" pitchFamily="34" charset="0"/>
                <a:ea typeface="仿宋_GB2312" pitchFamily="1" charset="-122"/>
                <a:sym typeface="Tahoma" panose="020B0604030504040204" pitchFamily="34" charset="0"/>
              </a:rPr>
              <a:t>对照表</a:t>
            </a:r>
            <a:endParaRPr lang="zh-CN" altLang="en-US" sz="18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1683"/>
                                        </p:tgtEl>
                                        <p:attrNameLst>
                                          <p:attrName>style.visibility</p:attrName>
                                        </p:attrNameLst>
                                      </p:cBhvr>
                                      <p:to>
                                        <p:strVal val="visible"/>
                                      </p:to>
                                    </p:set>
                                    <p:anim calcmode="lin" valueType="num">
                                      <p:cBhvr>
                                        <p:cTn id="7" dur="500" fill="hold"/>
                                        <p:tgtEl>
                                          <p:spTgt spid="71683"/>
                                        </p:tgtEl>
                                        <p:attrNameLst>
                                          <p:attrName>ppt_w</p:attrName>
                                        </p:attrNameLst>
                                      </p:cBhvr>
                                      <p:tavLst>
                                        <p:tav tm="0">
                                          <p:val>
                                            <p:fltVal val="0"/>
                                          </p:val>
                                        </p:tav>
                                        <p:tav tm="100000">
                                          <p:val>
                                            <p:strVal val="#ppt_w"/>
                                          </p:val>
                                        </p:tav>
                                      </p:tavLst>
                                    </p:anim>
                                    <p:anim calcmode="lin" valueType="num">
                                      <p:cBhvr>
                                        <p:cTn id="8" dur="500" fill="hold"/>
                                        <p:tgtEl>
                                          <p:spTgt spid="71683"/>
                                        </p:tgtEl>
                                        <p:attrNameLst>
                                          <p:attrName>ppt_h</p:attrName>
                                        </p:attrNameLst>
                                      </p:cBhvr>
                                      <p:tavLst>
                                        <p:tav tm="0">
                                          <p:val>
                                            <p:fltVal val="0"/>
                                          </p:val>
                                        </p:tav>
                                        <p:tav tm="100000">
                                          <p:val>
                                            <p:strVal val="#ppt_h"/>
                                          </p:val>
                                        </p:tav>
                                      </p:tavLst>
                                    </p:anim>
                                    <p:animEffect filter="fade">
                                      <p:cBhvr>
                                        <p:cTn id="9" dur="500"/>
                                        <p:tgtEl>
                                          <p:spTgt spid="71683"/>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71775"/>
                                        </p:tgtEl>
                                        <p:attrNameLst>
                                          <p:attrName>style.visibility</p:attrName>
                                        </p:attrNameLst>
                                      </p:cBhvr>
                                      <p:to>
                                        <p:strVal val="visible"/>
                                      </p:to>
                                    </p:set>
                                    <p:animEffect filter="dissolve">
                                      <p:cBhvr>
                                        <p:cTn id="14" dur="500"/>
                                        <p:tgtEl>
                                          <p:spTgt spid="71775"/>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71776"/>
                                        </p:tgtEl>
                                        <p:attrNameLst>
                                          <p:attrName>style.visibility</p:attrName>
                                        </p:attrNameLst>
                                      </p:cBhvr>
                                      <p:to>
                                        <p:strVal val="visible"/>
                                      </p:to>
                                    </p:set>
                                    <p:animEffect filter="dissolve">
                                      <p:cBhvr>
                                        <p:cTn id="17" dur="500"/>
                                        <p:tgtEl>
                                          <p:spTgt spid="7177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71777"/>
                                        </p:tgtEl>
                                        <p:attrNameLst>
                                          <p:attrName>style.visibility</p:attrName>
                                        </p:attrNameLst>
                                      </p:cBhvr>
                                      <p:to>
                                        <p:strVal val="visible"/>
                                      </p:to>
                                    </p:set>
                                    <p:animEffect filter="dissolve">
                                      <p:cBhvr>
                                        <p:cTn id="20" dur="500"/>
                                        <p:tgtEl>
                                          <p:spTgt spid="71777"/>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1778"/>
                                        </p:tgtEl>
                                        <p:attrNameLst>
                                          <p:attrName>style.visibility</p:attrName>
                                        </p:attrNameLst>
                                      </p:cBhvr>
                                      <p:to>
                                        <p:strVal val="visible"/>
                                      </p:to>
                                    </p:set>
                                    <p:animEffect filter="dissolve">
                                      <p:cBhvr>
                                        <p:cTn id="23" dur="500"/>
                                        <p:tgtEl>
                                          <p:spTgt spid="71778"/>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71785"/>
                                        </p:tgtEl>
                                        <p:attrNameLst>
                                          <p:attrName>style.visibility</p:attrName>
                                        </p:attrNameLst>
                                      </p:cBhvr>
                                      <p:to>
                                        <p:strVal val="visible"/>
                                      </p:to>
                                    </p:set>
                                    <p:animEffect filter="dissolve">
                                      <p:cBhvr>
                                        <p:cTn id="27" dur="500"/>
                                        <p:tgtEl>
                                          <p:spTgt spid="71785"/>
                                        </p:tgtEl>
                                      </p:cBhvr>
                                    </p:animEffect>
                                  </p:childTnLst>
                                </p:cTn>
                              </p:par>
                            </p:childTnLst>
                          </p:cTn>
                        </p:par>
                        <p:par>
                          <p:cTn id="28" fill="hold">
                            <p:stCondLst>
                              <p:cond delay="1000"/>
                            </p:stCondLst>
                            <p:childTnLst>
                              <p:par>
                                <p:cTn id="29" presetID="22" presetClass="entr" presetSubtype="1" fill="hold" grpId="0" nodeType="afterEffect">
                                  <p:stCondLst>
                                    <p:cond delay="0"/>
                                  </p:stCondLst>
                                  <p:childTnLst>
                                    <p:set>
                                      <p:cBhvr>
                                        <p:cTn id="30" dur="1" fill="hold">
                                          <p:stCondLst>
                                            <p:cond delay="0"/>
                                          </p:stCondLst>
                                        </p:cTn>
                                        <p:tgtEl>
                                          <p:spTgt spid="71786"/>
                                        </p:tgtEl>
                                        <p:attrNameLst>
                                          <p:attrName>style.visibility</p:attrName>
                                        </p:attrNameLst>
                                      </p:cBhvr>
                                      <p:to>
                                        <p:strVal val="visible"/>
                                      </p:to>
                                    </p:set>
                                    <p:animEffect filter="wipe(up)">
                                      <p:cBhvr>
                                        <p:cTn id="31" dur="500"/>
                                        <p:tgtEl>
                                          <p:spTgt spid="71786"/>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xit" presetSubtype="4" fill="hold" grpId="1" nodeType="clickEffect">
                                  <p:stCondLst>
                                    <p:cond delay="0"/>
                                  </p:stCondLst>
                                  <p:childTnLst>
                                    <p:anim calcmode="lin" valueType="num">
                                      <p:cBhvr>
                                        <p:cTn id="35" dur="500"/>
                                        <p:tgtEl>
                                          <p:spTgt spid="71785"/>
                                        </p:tgtEl>
                                        <p:attrNameLst>
                                          <p:attrName>ppt_x</p:attrName>
                                        </p:attrNameLst>
                                      </p:cBhvr>
                                      <p:tavLst>
                                        <p:tav tm="0">
                                          <p:val>
                                            <p:strVal val="ppt_x"/>
                                          </p:val>
                                        </p:tav>
                                        <p:tav tm="100000">
                                          <p:val>
                                            <p:strVal val="ppt_x"/>
                                          </p:val>
                                        </p:tav>
                                      </p:tavLst>
                                    </p:anim>
                                    <p:anim calcmode="lin" valueType="num">
                                      <p:cBhvr>
                                        <p:cTn id="36" dur="500"/>
                                        <p:tgtEl>
                                          <p:spTgt spid="71785"/>
                                        </p:tgtEl>
                                        <p:attrNameLst>
                                          <p:attrName>ppt_y</p:attrName>
                                        </p:attrNameLst>
                                      </p:cBhvr>
                                      <p:tavLst>
                                        <p:tav tm="0">
                                          <p:val>
                                            <p:strVal val="ppt_y"/>
                                          </p:val>
                                        </p:tav>
                                        <p:tav tm="100000">
                                          <p:val>
                                            <p:strVal val="1+ppt_h/2"/>
                                          </p:val>
                                        </p:tav>
                                      </p:tavLst>
                                    </p:anim>
                                    <p:set>
                                      <p:cBhvr>
                                        <p:cTn id="37" dur="1" fill="hold">
                                          <p:stCondLst>
                                            <p:cond delay="499"/>
                                          </p:stCondLst>
                                        </p:cTn>
                                        <p:tgtEl>
                                          <p:spTgt spid="71785"/>
                                        </p:tgtEl>
                                        <p:attrNameLst>
                                          <p:attrName>style.visibility</p:attrName>
                                        </p:attrNameLst>
                                      </p:cBhvr>
                                      <p:to>
                                        <p:strVal val="hidden"/>
                                      </p:to>
                                    </p:set>
                                  </p:childTnLst>
                                </p:cTn>
                              </p:par>
                              <p:par>
                                <p:cTn id="38" presetID="2" presetClass="exit" presetSubtype="4" fill="hold" grpId="1" nodeType="withEffect">
                                  <p:stCondLst>
                                    <p:cond delay="0"/>
                                  </p:stCondLst>
                                  <p:childTnLst>
                                    <p:anim calcmode="lin" valueType="num">
                                      <p:cBhvr>
                                        <p:cTn id="39" dur="500"/>
                                        <p:tgtEl>
                                          <p:spTgt spid="71786"/>
                                        </p:tgtEl>
                                        <p:attrNameLst>
                                          <p:attrName>ppt_x</p:attrName>
                                        </p:attrNameLst>
                                      </p:cBhvr>
                                      <p:tavLst>
                                        <p:tav tm="0">
                                          <p:val>
                                            <p:strVal val="ppt_x"/>
                                          </p:val>
                                        </p:tav>
                                        <p:tav tm="100000">
                                          <p:val>
                                            <p:strVal val="ppt_x"/>
                                          </p:val>
                                        </p:tav>
                                      </p:tavLst>
                                    </p:anim>
                                    <p:anim calcmode="lin" valueType="num">
                                      <p:cBhvr>
                                        <p:cTn id="40" dur="500"/>
                                        <p:tgtEl>
                                          <p:spTgt spid="71786"/>
                                        </p:tgtEl>
                                        <p:attrNameLst>
                                          <p:attrName>ppt_y</p:attrName>
                                        </p:attrNameLst>
                                      </p:cBhvr>
                                      <p:tavLst>
                                        <p:tav tm="0">
                                          <p:val>
                                            <p:strVal val="ppt_y"/>
                                          </p:val>
                                        </p:tav>
                                        <p:tav tm="100000">
                                          <p:val>
                                            <p:strVal val="1+ppt_h/2"/>
                                          </p:val>
                                        </p:tav>
                                      </p:tavLst>
                                    </p:anim>
                                    <p:set>
                                      <p:cBhvr>
                                        <p:cTn id="41" dur="1" fill="hold">
                                          <p:stCondLst>
                                            <p:cond delay="499"/>
                                          </p:stCondLst>
                                        </p:cTn>
                                        <p:tgtEl>
                                          <p:spTgt spid="71786"/>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1779"/>
                                        </p:tgtEl>
                                        <p:attrNameLst>
                                          <p:attrName>style.visibility</p:attrName>
                                        </p:attrNameLst>
                                      </p:cBhvr>
                                      <p:to>
                                        <p:strVal val="visible"/>
                                      </p:to>
                                    </p:set>
                                    <p:animEffect filter="dissolve">
                                      <p:cBhvr>
                                        <p:cTn id="46" dur="500"/>
                                        <p:tgtEl>
                                          <p:spTgt spid="71779"/>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71780"/>
                                        </p:tgtEl>
                                        <p:attrNameLst>
                                          <p:attrName>style.visibility</p:attrName>
                                        </p:attrNameLst>
                                      </p:cBhvr>
                                      <p:to>
                                        <p:strVal val="visible"/>
                                      </p:to>
                                    </p:set>
                                    <p:animEffect filter="dissolve">
                                      <p:cBhvr>
                                        <p:cTn id="49" dur="500"/>
                                        <p:tgtEl>
                                          <p:spTgt spid="7178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71781"/>
                                        </p:tgtEl>
                                        <p:attrNameLst>
                                          <p:attrName>style.visibility</p:attrName>
                                        </p:attrNameLst>
                                      </p:cBhvr>
                                      <p:to>
                                        <p:strVal val="visible"/>
                                      </p:to>
                                    </p:set>
                                    <p:animEffect filter="dissolve">
                                      <p:cBhvr>
                                        <p:cTn id="52" dur="500"/>
                                        <p:tgtEl>
                                          <p:spTgt spid="71781"/>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71782"/>
                                        </p:tgtEl>
                                        <p:attrNameLst>
                                          <p:attrName>style.visibility</p:attrName>
                                        </p:attrNameLst>
                                      </p:cBhvr>
                                      <p:to>
                                        <p:strVal val="visible"/>
                                      </p:to>
                                    </p:set>
                                    <p:animEffect filter="dissolve">
                                      <p:cBhvr>
                                        <p:cTn id="55" dur="500"/>
                                        <p:tgtEl>
                                          <p:spTgt spid="71782"/>
                                        </p:tgtEl>
                                      </p:cBhvr>
                                    </p:animEffect>
                                  </p:childTnLst>
                                </p:cTn>
                              </p:par>
                            </p:childTnLst>
                          </p:cTn>
                        </p:par>
                        <p:par>
                          <p:cTn id="56" fill="hold">
                            <p:stCondLst>
                              <p:cond delay="500"/>
                            </p:stCondLst>
                            <p:childTnLst>
                              <p:par>
                                <p:cTn id="57" presetID="21" presetClass="entr" presetSubtype="4" fill="hold" grpId="0" nodeType="afterEffect">
                                  <p:stCondLst>
                                    <p:cond delay="0"/>
                                  </p:stCondLst>
                                  <p:childTnLst>
                                    <p:set>
                                      <p:cBhvr>
                                        <p:cTn id="58" dur="1" fill="hold">
                                          <p:stCondLst>
                                            <p:cond delay="0"/>
                                          </p:stCondLst>
                                        </p:cTn>
                                        <p:tgtEl>
                                          <p:spTgt spid="71787"/>
                                        </p:tgtEl>
                                        <p:attrNameLst>
                                          <p:attrName>style.visibility</p:attrName>
                                        </p:attrNameLst>
                                      </p:cBhvr>
                                      <p:to>
                                        <p:strVal val="visible"/>
                                      </p:to>
                                    </p:set>
                                    <p:animEffect filter="wheel(4)">
                                      <p:cBhvr>
                                        <p:cTn id="59" dur="2000"/>
                                        <p:tgtEl>
                                          <p:spTgt spid="71787"/>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xit" presetSubtype="4" fill="hold" grpId="1" nodeType="clickEffect">
                                  <p:stCondLst>
                                    <p:cond delay="0"/>
                                  </p:stCondLst>
                                  <p:childTnLst>
                                    <p:anim calcmode="lin" valueType="num">
                                      <p:cBhvr>
                                        <p:cTn id="63" dur="500"/>
                                        <p:tgtEl>
                                          <p:spTgt spid="71779"/>
                                        </p:tgtEl>
                                        <p:attrNameLst>
                                          <p:attrName>ppt_x</p:attrName>
                                        </p:attrNameLst>
                                      </p:cBhvr>
                                      <p:tavLst>
                                        <p:tav tm="0">
                                          <p:val>
                                            <p:strVal val="ppt_x"/>
                                          </p:val>
                                        </p:tav>
                                        <p:tav tm="100000">
                                          <p:val>
                                            <p:strVal val="ppt_x"/>
                                          </p:val>
                                        </p:tav>
                                      </p:tavLst>
                                    </p:anim>
                                    <p:anim calcmode="lin" valueType="num">
                                      <p:cBhvr>
                                        <p:cTn id="64" dur="500"/>
                                        <p:tgtEl>
                                          <p:spTgt spid="71779"/>
                                        </p:tgtEl>
                                        <p:attrNameLst>
                                          <p:attrName>ppt_y</p:attrName>
                                        </p:attrNameLst>
                                      </p:cBhvr>
                                      <p:tavLst>
                                        <p:tav tm="0">
                                          <p:val>
                                            <p:strVal val="ppt_y"/>
                                          </p:val>
                                        </p:tav>
                                        <p:tav tm="100000">
                                          <p:val>
                                            <p:strVal val="1+ppt_h/2"/>
                                          </p:val>
                                        </p:tav>
                                      </p:tavLst>
                                    </p:anim>
                                    <p:set>
                                      <p:cBhvr>
                                        <p:cTn id="65" dur="1" fill="hold">
                                          <p:stCondLst>
                                            <p:cond delay="499"/>
                                          </p:stCondLst>
                                        </p:cTn>
                                        <p:tgtEl>
                                          <p:spTgt spid="71779"/>
                                        </p:tgtEl>
                                        <p:attrNameLst>
                                          <p:attrName>style.visibility</p:attrName>
                                        </p:attrNameLst>
                                      </p:cBhvr>
                                      <p:to>
                                        <p:strVal val="hidden"/>
                                      </p:to>
                                    </p:set>
                                  </p:childTnLst>
                                </p:cTn>
                              </p:par>
                              <p:par>
                                <p:cTn id="66" presetID="2" presetClass="exit" presetSubtype="4" fill="hold" grpId="1" nodeType="withEffect">
                                  <p:stCondLst>
                                    <p:cond delay="0"/>
                                  </p:stCondLst>
                                  <p:childTnLst>
                                    <p:anim calcmode="lin" valueType="num">
                                      <p:cBhvr>
                                        <p:cTn id="67" dur="500"/>
                                        <p:tgtEl>
                                          <p:spTgt spid="71780"/>
                                        </p:tgtEl>
                                        <p:attrNameLst>
                                          <p:attrName>ppt_x</p:attrName>
                                        </p:attrNameLst>
                                      </p:cBhvr>
                                      <p:tavLst>
                                        <p:tav tm="0">
                                          <p:val>
                                            <p:strVal val="ppt_x"/>
                                          </p:val>
                                        </p:tav>
                                        <p:tav tm="100000">
                                          <p:val>
                                            <p:strVal val="ppt_x"/>
                                          </p:val>
                                        </p:tav>
                                      </p:tavLst>
                                    </p:anim>
                                    <p:anim calcmode="lin" valueType="num">
                                      <p:cBhvr>
                                        <p:cTn id="68" dur="500"/>
                                        <p:tgtEl>
                                          <p:spTgt spid="71780"/>
                                        </p:tgtEl>
                                        <p:attrNameLst>
                                          <p:attrName>ppt_y</p:attrName>
                                        </p:attrNameLst>
                                      </p:cBhvr>
                                      <p:tavLst>
                                        <p:tav tm="0">
                                          <p:val>
                                            <p:strVal val="ppt_y"/>
                                          </p:val>
                                        </p:tav>
                                        <p:tav tm="100000">
                                          <p:val>
                                            <p:strVal val="1+ppt_h/2"/>
                                          </p:val>
                                        </p:tav>
                                      </p:tavLst>
                                    </p:anim>
                                    <p:set>
                                      <p:cBhvr>
                                        <p:cTn id="69" dur="1" fill="hold">
                                          <p:stCondLst>
                                            <p:cond delay="499"/>
                                          </p:stCondLst>
                                        </p:cTn>
                                        <p:tgtEl>
                                          <p:spTgt spid="71780"/>
                                        </p:tgtEl>
                                        <p:attrNameLst>
                                          <p:attrName>style.visibility</p:attrName>
                                        </p:attrNameLst>
                                      </p:cBhvr>
                                      <p:to>
                                        <p:strVal val="hidden"/>
                                      </p:to>
                                    </p:set>
                                  </p:childTnLst>
                                </p:cTn>
                              </p:par>
                              <p:par>
                                <p:cTn id="70" presetID="2" presetClass="exit" presetSubtype="4" fill="hold" grpId="1" nodeType="withEffect">
                                  <p:stCondLst>
                                    <p:cond delay="0"/>
                                  </p:stCondLst>
                                  <p:childTnLst>
                                    <p:anim calcmode="lin" valueType="num">
                                      <p:cBhvr>
                                        <p:cTn id="71" dur="500"/>
                                        <p:tgtEl>
                                          <p:spTgt spid="71781"/>
                                        </p:tgtEl>
                                        <p:attrNameLst>
                                          <p:attrName>ppt_x</p:attrName>
                                        </p:attrNameLst>
                                      </p:cBhvr>
                                      <p:tavLst>
                                        <p:tav tm="0">
                                          <p:val>
                                            <p:strVal val="ppt_x"/>
                                          </p:val>
                                        </p:tav>
                                        <p:tav tm="100000">
                                          <p:val>
                                            <p:strVal val="ppt_x"/>
                                          </p:val>
                                        </p:tav>
                                      </p:tavLst>
                                    </p:anim>
                                    <p:anim calcmode="lin" valueType="num">
                                      <p:cBhvr>
                                        <p:cTn id="72" dur="500"/>
                                        <p:tgtEl>
                                          <p:spTgt spid="71781"/>
                                        </p:tgtEl>
                                        <p:attrNameLst>
                                          <p:attrName>ppt_y</p:attrName>
                                        </p:attrNameLst>
                                      </p:cBhvr>
                                      <p:tavLst>
                                        <p:tav tm="0">
                                          <p:val>
                                            <p:strVal val="ppt_y"/>
                                          </p:val>
                                        </p:tav>
                                        <p:tav tm="100000">
                                          <p:val>
                                            <p:strVal val="1+ppt_h/2"/>
                                          </p:val>
                                        </p:tav>
                                      </p:tavLst>
                                    </p:anim>
                                    <p:set>
                                      <p:cBhvr>
                                        <p:cTn id="73" dur="1" fill="hold">
                                          <p:stCondLst>
                                            <p:cond delay="499"/>
                                          </p:stCondLst>
                                        </p:cTn>
                                        <p:tgtEl>
                                          <p:spTgt spid="71781"/>
                                        </p:tgtEl>
                                        <p:attrNameLst>
                                          <p:attrName>style.visibility</p:attrName>
                                        </p:attrNameLst>
                                      </p:cBhvr>
                                      <p:to>
                                        <p:strVal val="hidden"/>
                                      </p:to>
                                    </p:set>
                                  </p:childTnLst>
                                </p:cTn>
                              </p:par>
                              <p:par>
                                <p:cTn id="74" presetID="2" presetClass="exit" presetSubtype="4" fill="hold" grpId="1" nodeType="withEffect">
                                  <p:stCondLst>
                                    <p:cond delay="0"/>
                                  </p:stCondLst>
                                  <p:childTnLst>
                                    <p:anim calcmode="lin" valueType="num">
                                      <p:cBhvr>
                                        <p:cTn id="75" dur="500"/>
                                        <p:tgtEl>
                                          <p:spTgt spid="71782"/>
                                        </p:tgtEl>
                                        <p:attrNameLst>
                                          <p:attrName>ppt_x</p:attrName>
                                        </p:attrNameLst>
                                      </p:cBhvr>
                                      <p:tavLst>
                                        <p:tav tm="0">
                                          <p:val>
                                            <p:strVal val="ppt_x"/>
                                          </p:val>
                                        </p:tav>
                                        <p:tav tm="100000">
                                          <p:val>
                                            <p:strVal val="ppt_x"/>
                                          </p:val>
                                        </p:tav>
                                      </p:tavLst>
                                    </p:anim>
                                    <p:anim calcmode="lin" valueType="num">
                                      <p:cBhvr>
                                        <p:cTn id="76" dur="500"/>
                                        <p:tgtEl>
                                          <p:spTgt spid="71782"/>
                                        </p:tgtEl>
                                        <p:attrNameLst>
                                          <p:attrName>ppt_y</p:attrName>
                                        </p:attrNameLst>
                                      </p:cBhvr>
                                      <p:tavLst>
                                        <p:tav tm="0">
                                          <p:val>
                                            <p:strVal val="ppt_y"/>
                                          </p:val>
                                        </p:tav>
                                        <p:tav tm="100000">
                                          <p:val>
                                            <p:strVal val="1+ppt_h/2"/>
                                          </p:val>
                                        </p:tav>
                                      </p:tavLst>
                                    </p:anim>
                                    <p:set>
                                      <p:cBhvr>
                                        <p:cTn id="77" dur="1" fill="hold">
                                          <p:stCondLst>
                                            <p:cond delay="499"/>
                                          </p:stCondLst>
                                        </p:cTn>
                                        <p:tgtEl>
                                          <p:spTgt spid="71782"/>
                                        </p:tgtEl>
                                        <p:attrNameLst>
                                          <p:attrName>style.visibility</p:attrName>
                                        </p:attrNameLst>
                                      </p:cBhvr>
                                      <p:to>
                                        <p:strVal val="hidden"/>
                                      </p:to>
                                    </p:set>
                                  </p:childTnLst>
                                </p:cTn>
                              </p:par>
                              <p:par>
                                <p:cTn id="78" presetID="2" presetClass="exit" presetSubtype="4" fill="hold" grpId="1" nodeType="withEffect">
                                  <p:stCondLst>
                                    <p:cond delay="0"/>
                                  </p:stCondLst>
                                  <p:childTnLst>
                                    <p:anim calcmode="lin" valueType="num">
                                      <p:cBhvr>
                                        <p:cTn id="79" dur="500"/>
                                        <p:tgtEl>
                                          <p:spTgt spid="71787"/>
                                        </p:tgtEl>
                                        <p:attrNameLst>
                                          <p:attrName>ppt_x</p:attrName>
                                        </p:attrNameLst>
                                      </p:cBhvr>
                                      <p:tavLst>
                                        <p:tav tm="0">
                                          <p:val>
                                            <p:strVal val="ppt_x"/>
                                          </p:val>
                                        </p:tav>
                                        <p:tav tm="100000">
                                          <p:val>
                                            <p:strVal val="ppt_x"/>
                                          </p:val>
                                        </p:tav>
                                      </p:tavLst>
                                    </p:anim>
                                    <p:anim calcmode="lin" valueType="num">
                                      <p:cBhvr>
                                        <p:cTn id="80" dur="500"/>
                                        <p:tgtEl>
                                          <p:spTgt spid="71787"/>
                                        </p:tgtEl>
                                        <p:attrNameLst>
                                          <p:attrName>ppt_y</p:attrName>
                                        </p:attrNameLst>
                                      </p:cBhvr>
                                      <p:tavLst>
                                        <p:tav tm="0">
                                          <p:val>
                                            <p:strVal val="ppt_y"/>
                                          </p:val>
                                        </p:tav>
                                        <p:tav tm="100000">
                                          <p:val>
                                            <p:strVal val="1+ppt_h/2"/>
                                          </p:val>
                                        </p:tav>
                                      </p:tavLst>
                                    </p:anim>
                                    <p:set>
                                      <p:cBhvr>
                                        <p:cTn id="81" dur="1" fill="hold">
                                          <p:stCondLst>
                                            <p:cond delay="499"/>
                                          </p:stCondLst>
                                        </p:cTn>
                                        <p:tgtEl>
                                          <p:spTgt spid="71787"/>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71783"/>
                                        </p:tgtEl>
                                        <p:attrNameLst>
                                          <p:attrName>style.visibility</p:attrName>
                                        </p:attrNameLst>
                                      </p:cBhvr>
                                      <p:to>
                                        <p:strVal val="visible"/>
                                      </p:to>
                                    </p:set>
                                    <p:animEffect filter="dissolve">
                                      <p:cBhvr>
                                        <p:cTn id="86" dur="500"/>
                                        <p:tgtEl>
                                          <p:spTgt spid="71783"/>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71784"/>
                                        </p:tgtEl>
                                        <p:attrNameLst>
                                          <p:attrName>style.visibility</p:attrName>
                                        </p:attrNameLst>
                                      </p:cBhvr>
                                      <p:to>
                                        <p:strVal val="visible"/>
                                      </p:to>
                                    </p:set>
                                    <p:animEffect filter="dissolve">
                                      <p:cBhvr>
                                        <p:cTn id="89" dur="500"/>
                                        <p:tgtEl>
                                          <p:spTgt spid="71784"/>
                                        </p:tgtEl>
                                      </p:cBhvr>
                                    </p:animEffect>
                                  </p:childTnLst>
                                </p:cTn>
                              </p:par>
                            </p:childTnLst>
                          </p:cTn>
                        </p:par>
                        <p:par>
                          <p:cTn id="90" fill="hold">
                            <p:stCondLst>
                              <p:cond delay="500"/>
                            </p:stCondLst>
                            <p:childTnLst>
                              <p:par>
                                <p:cTn id="91" presetID="53" presetClass="entr" presetSubtype="16" fill="hold" grpId="0" nodeType="afterEffect">
                                  <p:stCondLst>
                                    <p:cond delay="0"/>
                                  </p:stCondLst>
                                  <p:childTnLst>
                                    <p:set>
                                      <p:cBhvr>
                                        <p:cTn id="92" dur="1" fill="hold">
                                          <p:stCondLst>
                                            <p:cond delay="0"/>
                                          </p:stCondLst>
                                        </p:cTn>
                                        <p:tgtEl>
                                          <p:spTgt spid="71788"/>
                                        </p:tgtEl>
                                        <p:attrNameLst>
                                          <p:attrName>style.visibility</p:attrName>
                                        </p:attrNameLst>
                                      </p:cBhvr>
                                      <p:to>
                                        <p:strVal val="visible"/>
                                      </p:to>
                                    </p:set>
                                    <p:anim calcmode="lin" valueType="num">
                                      <p:cBhvr>
                                        <p:cTn id="93" dur="500" fill="hold"/>
                                        <p:tgtEl>
                                          <p:spTgt spid="71788"/>
                                        </p:tgtEl>
                                        <p:attrNameLst>
                                          <p:attrName>ppt_w</p:attrName>
                                        </p:attrNameLst>
                                      </p:cBhvr>
                                      <p:tavLst>
                                        <p:tav tm="0">
                                          <p:val>
                                            <p:fltVal val="0"/>
                                          </p:val>
                                        </p:tav>
                                        <p:tav tm="100000">
                                          <p:val>
                                            <p:strVal val="#ppt_w"/>
                                          </p:val>
                                        </p:tav>
                                      </p:tavLst>
                                    </p:anim>
                                    <p:anim calcmode="lin" valueType="num">
                                      <p:cBhvr>
                                        <p:cTn id="94" dur="500" fill="hold"/>
                                        <p:tgtEl>
                                          <p:spTgt spid="71788"/>
                                        </p:tgtEl>
                                        <p:attrNameLst>
                                          <p:attrName>ppt_h</p:attrName>
                                        </p:attrNameLst>
                                      </p:cBhvr>
                                      <p:tavLst>
                                        <p:tav tm="0">
                                          <p:val>
                                            <p:fltVal val="0"/>
                                          </p:val>
                                        </p:tav>
                                        <p:tav tm="100000">
                                          <p:val>
                                            <p:strVal val="#ppt_h"/>
                                          </p:val>
                                        </p:tav>
                                      </p:tavLst>
                                    </p:anim>
                                    <p:animEffect filter="fade">
                                      <p:cBhvr>
                                        <p:cTn id="95" dur="500"/>
                                        <p:tgtEl>
                                          <p:spTgt spid="71788"/>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xit" presetSubtype="4" fill="hold" grpId="1" nodeType="clickEffect">
                                  <p:stCondLst>
                                    <p:cond delay="0"/>
                                  </p:stCondLst>
                                  <p:childTnLst>
                                    <p:anim calcmode="lin" valueType="num">
                                      <p:cBhvr>
                                        <p:cTn id="99" dur="500"/>
                                        <p:tgtEl>
                                          <p:spTgt spid="71783"/>
                                        </p:tgtEl>
                                        <p:attrNameLst>
                                          <p:attrName>ppt_x</p:attrName>
                                        </p:attrNameLst>
                                      </p:cBhvr>
                                      <p:tavLst>
                                        <p:tav tm="0">
                                          <p:val>
                                            <p:strVal val="ppt_x"/>
                                          </p:val>
                                        </p:tav>
                                        <p:tav tm="100000">
                                          <p:val>
                                            <p:strVal val="ppt_x"/>
                                          </p:val>
                                        </p:tav>
                                      </p:tavLst>
                                    </p:anim>
                                    <p:anim calcmode="lin" valueType="num">
                                      <p:cBhvr>
                                        <p:cTn id="100" dur="500"/>
                                        <p:tgtEl>
                                          <p:spTgt spid="71783"/>
                                        </p:tgtEl>
                                        <p:attrNameLst>
                                          <p:attrName>ppt_y</p:attrName>
                                        </p:attrNameLst>
                                      </p:cBhvr>
                                      <p:tavLst>
                                        <p:tav tm="0">
                                          <p:val>
                                            <p:strVal val="ppt_y"/>
                                          </p:val>
                                        </p:tav>
                                        <p:tav tm="100000">
                                          <p:val>
                                            <p:strVal val="1+ppt_h/2"/>
                                          </p:val>
                                        </p:tav>
                                      </p:tavLst>
                                    </p:anim>
                                    <p:set>
                                      <p:cBhvr>
                                        <p:cTn id="101" dur="1" fill="hold">
                                          <p:stCondLst>
                                            <p:cond delay="499"/>
                                          </p:stCondLst>
                                        </p:cTn>
                                        <p:tgtEl>
                                          <p:spTgt spid="71783"/>
                                        </p:tgtEl>
                                        <p:attrNameLst>
                                          <p:attrName>style.visibility</p:attrName>
                                        </p:attrNameLst>
                                      </p:cBhvr>
                                      <p:to>
                                        <p:strVal val="hidden"/>
                                      </p:to>
                                    </p:set>
                                  </p:childTnLst>
                                </p:cTn>
                              </p:par>
                              <p:par>
                                <p:cTn id="102" presetID="2" presetClass="exit" presetSubtype="4" fill="hold" grpId="1" nodeType="withEffect">
                                  <p:stCondLst>
                                    <p:cond delay="0"/>
                                  </p:stCondLst>
                                  <p:childTnLst>
                                    <p:anim calcmode="lin" valueType="num">
                                      <p:cBhvr>
                                        <p:cTn id="103" dur="500"/>
                                        <p:tgtEl>
                                          <p:spTgt spid="71784"/>
                                        </p:tgtEl>
                                        <p:attrNameLst>
                                          <p:attrName>ppt_x</p:attrName>
                                        </p:attrNameLst>
                                      </p:cBhvr>
                                      <p:tavLst>
                                        <p:tav tm="0">
                                          <p:val>
                                            <p:strVal val="ppt_x"/>
                                          </p:val>
                                        </p:tav>
                                        <p:tav tm="100000">
                                          <p:val>
                                            <p:strVal val="ppt_x"/>
                                          </p:val>
                                        </p:tav>
                                      </p:tavLst>
                                    </p:anim>
                                    <p:anim calcmode="lin" valueType="num">
                                      <p:cBhvr>
                                        <p:cTn id="104" dur="500"/>
                                        <p:tgtEl>
                                          <p:spTgt spid="71784"/>
                                        </p:tgtEl>
                                        <p:attrNameLst>
                                          <p:attrName>ppt_y</p:attrName>
                                        </p:attrNameLst>
                                      </p:cBhvr>
                                      <p:tavLst>
                                        <p:tav tm="0">
                                          <p:val>
                                            <p:strVal val="ppt_y"/>
                                          </p:val>
                                        </p:tav>
                                        <p:tav tm="100000">
                                          <p:val>
                                            <p:strVal val="1+ppt_h/2"/>
                                          </p:val>
                                        </p:tav>
                                      </p:tavLst>
                                    </p:anim>
                                    <p:set>
                                      <p:cBhvr>
                                        <p:cTn id="105" dur="1" fill="hold">
                                          <p:stCondLst>
                                            <p:cond delay="499"/>
                                          </p:stCondLst>
                                        </p:cTn>
                                        <p:tgtEl>
                                          <p:spTgt spid="71784"/>
                                        </p:tgtEl>
                                        <p:attrNameLst>
                                          <p:attrName>style.visibility</p:attrName>
                                        </p:attrNameLst>
                                      </p:cBhvr>
                                      <p:to>
                                        <p:strVal val="hidden"/>
                                      </p:to>
                                    </p:set>
                                  </p:childTnLst>
                                </p:cTn>
                              </p:par>
                              <p:par>
                                <p:cTn id="106" presetID="8" presetClass="exit" presetSubtype="16" fill="hold" grpId="1" nodeType="withEffect">
                                  <p:stCondLst>
                                    <p:cond delay="0"/>
                                  </p:stCondLst>
                                  <p:childTnLst>
                                    <p:animEffect filter="diamond(in)">
                                      <p:cBhvr>
                                        <p:cTn id="107" dur="2000"/>
                                        <p:tgtEl>
                                          <p:spTgt spid="71788"/>
                                        </p:tgtEl>
                                      </p:cBhvr>
                                    </p:animEffect>
                                    <p:set>
                                      <p:cBhvr>
                                        <p:cTn id="108" dur="1" fill="hold">
                                          <p:stCondLst>
                                            <p:cond delay="1999"/>
                                          </p:stCondLst>
                                        </p:cTn>
                                        <p:tgtEl>
                                          <p:spTgt spid="717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75" grpId="0" bldLvl="0"/>
      <p:bldP spid="71776" grpId="0" bldLvl="0"/>
      <p:bldP spid="71777" grpId="0" bldLvl="0"/>
      <p:bldP spid="71778" grpId="0" bldLvl="0"/>
      <p:bldP spid="71779" grpId="0" bldLvl="0" animBg="1"/>
      <p:bldP spid="71779" grpId="1" bldLvl="0" animBg="1"/>
      <p:bldP spid="71780" grpId="0" bldLvl="0" animBg="1"/>
      <p:bldP spid="71780" grpId="1" bldLvl="0" animBg="1"/>
      <p:bldP spid="71781" grpId="0" bldLvl="0" animBg="1"/>
      <p:bldP spid="71781" grpId="1" bldLvl="0" animBg="1"/>
      <p:bldP spid="71782" grpId="0" bldLvl="0" animBg="1"/>
      <p:bldP spid="71782" grpId="1" bldLvl="0" animBg="1"/>
      <p:bldP spid="71783" grpId="0" bldLvl="0" animBg="1"/>
      <p:bldP spid="71783" grpId="1" bldLvl="0" animBg="1"/>
      <p:bldP spid="71784" grpId="0" bldLvl="0" animBg="1"/>
      <p:bldP spid="71784" grpId="1" bldLvl="0" animBg="1"/>
      <p:bldP spid="71785" grpId="0" bldLvl="0" animBg="1"/>
      <p:bldP spid="71785" grpId="1" bldLvl="0" animBg="1"/>
      <p:bldP spid="71786" grpId="0" bldLvl="0" animBg="1"/>
      <p:bldP spid="71786" grpId="1" bldLvl="0" animBg="1"/>
      <p:bldP spid="71787" grpId="0" bldLvl="0" animBg="1"/>
      <p:bldP spid="71787" grpId="1" bldLvl="0" animBg="1"/>
      <p:bldP spid="71788" grpId="0" bldLvl="0" animBg="1"/>
      <p:bldP spid="71788" grpId="1"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520DF43F-FEDF-427C-BD5C-23B167430529}" type="slidenum">
              <a:rPr lang="zh-CN" altLang="en-US" sz="900">
                <a:solidFill>
                  <a:srgbClr val="848589"/>
                </a:solidFill>
                <a:latin typeface="Futura Bk" charset="0"/>
                <a:sym typeface="Futura Bk" charset="0"/>
              </a:rPr>
              <a:t>52</a:t>
            </a:fld>
            <a:endParaRPr lang="zh-CN" altLang="en-US" sz="900">
              <a:solidFill>
                <a:srgbClr val="848589"/>
              </a:solidFill>
              <a:latin typeface="Futura Bk" charset="0"/>
              <a:sym typeface="Futura Bk" charset="0"/>
            </a:endParaRPr>
          </a:p>
        </p:txBody>
      </p:sp>
      <p:sp>
        <p:nvSpPr>
          <p:cNvPr id="72707" name="Rectangle 2"/>
          <p:cNvSpPr>
            <a:spLocks noChangeArrowheads="1"/>
          </p:cNvSpPr>
          <p:nvPr/>
        </p:nvSpPr>
        <p:spPr bwMode="auto">
          <a:xfrm>
            <a:off x="522288" y="1527175"/>
            <a:ext cx="4932362" cy="504825"/>
          </a:xfrm>
          <a:prstGeom prst="rect">
            <a:avLst/>
          </a:prstGeom>
          <a:solidFill>
            <a:srgbClr val="CCFFFF"/>
          </a:solidFill>
          <a:ln w="9525">
            <a:solidFill>
              <a:srgbClr val="FF0000"/>
            </a:solidFill>
            <a:miter lim="800000"/>
          </a:ln>
        </p:spPr>
        <p:txBody>
          <a:bodyPr lIns="92075" tIns="46038" rIns="92075" bIns="46038"/>
          <a:lstStyle>
            <a:lvl1pPr marL="228600" indent="-2286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lnSpc>
                <a:spcPct val="90000"/>
              </a:lnSpc>
              <a:spcBef>
                <a:spcPct val="30000"/>
              </a:spcBef>
              <a:spcAft>
                <a:spcPct val="10000"/>
              </a:spcAft>
              <a:buClr>
                <a:srgbClr val="B2B3B5"/>
              </a:buClr>
              <a:buSzPct val="75000"/>
              <a:buFont typeface="Arial" panose="020B0604020202020204" pitchFamily="34" charset="0"/>
              <a:buNone/>
            </a:pPr>
            <a:r>
              <a:rPr lang="en-US" altLang="zh-CN" sz="2800" b="1">
                <a:solidFill>
                  <a:srgbClr val="006699"/>
                </a:solidFill>
                <a:latin typeface="华文楷体" panose="02010600040101010101" pitchFamily="2" charset="-122"/>
                <a:sym typeface="华文楷体" panose="02010600040101010101" pitchFamily="2" charset="-122"/>
              </a:rPr>
              <a:t>1</a:t>
            </a:r>
            <a:r>
              <a:rPr lang="zh-CN" altLang="en-US" sz="2800" b="1">
                <a:solidFill>
                  <a:srgbClr val="006699"/>
                </a:solidFill>
                <a:latin typeface="华文楷体" panose="02010600040101010101" pitchFamily="2" charset="-122"/>
                <a:sym typeface="华文楷体" panose="02010600040101010101" pitchFamily="2" charset="-122"/>
              </a:rPr>
              <a:t>．数值数据的机内表示</a:t>
            </a:r>
            <a:endParaRPr lang="zh-CN" altLang="en-US" sz="1800">
              <a:latin typeface="Calibri" panose="020F0502020204030204" pitchFamily="34" charset="0"/>
            </a:endParaRPr>
          </a:p>
        </p:txBody>
      </p:sp>
      <p:sp>
        <p:nvSpPr>
          <p:cNvPr id="72708" name="Rectangle 3"/>
          <p:cNvSpPr>
            <a:spLocks noChangeArrowheads="1"/>
          </p:cNvSpPr>
          <p:nvPr/>
        </p:nvSpPr>
        <p:spPr bwMode="auto">
          <a:xfrm>
            <a:off x="857250" y="2354263"/>
            <a:ext cx="6704013" cy="466725"/>
          </a:xfrm>
          <a:prstGeom prst="rect">
            <a:avLst/>
          </a:prstGeom>
          <a:solidFill>
            <a:srgbClr val="FFCCFF"/>
          </a:solidFill>
          <a:ln w="9525">
            <a:solidFill>
              <a:srgbClr val="FF0000"/>
            </a:solidFill>
            <a:miter lim="800000"/>
          </a:ln>
        </p:spPr>
        <p:txBody>
          <a:bodyPr wrap="none"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Clr>
                <a:srgbClr val="FF0000"/>
              </a:buClr>
              <a:buFont typeface="Wingdings" panose="05000000000000000000" pitchFamily="2" charset="2"/>
              <a:buChar char="n"/>
            </a:pPr>
            <a:r>
              <a:rPr lang="zh-CN" altLang="en-US" sz="2400" b="1">
                <a:solidFill>
                  <a:srgbClr val="006699"/>
                </a:solidFill>
                <a:latin typeface="宋体" panose="02010600030101010101" pitchFamily="2" charset="-122"/>
                <a:sym typeface="宋体" panose="02010600030101010101" pitchFamily="2" charset="-122"/>
              </a:rPr>
              <a:t>“</a:t>
            </a:r>
            <a:r>
              <a:rPr lang="zh-CN" altLang="en-US" sz="2400" b="1">
                <a:solidFill>
                  <a:srgbClr val="990033"/>
                </a:solidFill>
                <a:latin typeface="宋体" panose="02010600030101010101" pitchFamily="2" charset="-122"/>
                <a:sym typeface="宋体" panose="02010600030101010101" pitchFamily="2" charset="-122"/>
              </a:rPr>
              <a:t>位</a:t>
            </a:r>
            <a:r>
              <a:rPr lang="zh-CN" altLang="en-US" sz="2400" b="1">
                <a:solidFill>
                  <a:srgbClr val="006699"/>
                </a:solidFill>
                <a:latin typeface="宋体" panose="02010600030101010101" pitchFamily="2" charset="-122"/>
                <a:sym typeface="宋体" panose="02010600030101010101" pitchFamily="2" charset="-122"/>
              </a:rPr>
              <a:t>”</a:t>
            </a:r>
            <a:r>
              <a:rPr lang="zh-CN" altLang="en-US" sz="2400" b="1">
                <a:solidFill>
                  <a:srgbClr val="000066"/>
                </a:solidFill>
                <a:latin typeface="宋体" panose="02010600030101010101" pitchFamily="2" charset="-122"/>
                <a:sym typeface="宋体" panose="02010600030101010101" pitchFamily="2" charset="-122"/>
              </a:rPr>
              <a:t>（</a:t>
            </a:r>
            <a:r>
              <a:rPr lang="en-US" altLang="zh-CN" sz="2400" b="1">
                <a:solidFill>
                  <a:srgbClr val="000066"/>
                </a:solidFill>
                <a:latin typeface="宋体" panose="02010600030101010101" pitchFamily="2" charset="-122"/>
                <a:sym typeface="宋体" panose="02010600030101010101" pitchFamily="2" charset="-122"/>
              </a:rPr>
              <a:t>Bit</a:t>
            </a:r>
            <a:r>
              <a:rPr lang="zh-CN" altLang="en-US" sz="2400" b="1">
                <a:solidFill>
                  <a:srgbClr val="000066"/>
                </a:solidFill>
                <a:latin typeface="宋体" panose="02010600030101010101" pitchFamily="2" charset="-122"/>
                <a:sym typeface="宋体" panose="02010600030101010101" pitchFamily="2" charset="-122"/>
              </a:rPr>
              <a:t>）：是计算机中最小的信息单位。</a:t>
            </a:r>
            <a:endParaRPr lang="zh-CN" altLang="en-US" sz="1800">
              <a:latin typeface="Calibri" panose="020F0502020204030204" pitchFamily="34" charset="0"/>
            </a:endParaRPr>
          </a:p>
        </p:txBody>
      </p:sp>
      <p:sp>
        <p:nvSpPr>
          <p:cNvPr id="72709" name="Rectangle 4"/>
          <p:cNvSpPr>
            <a:spLocks noChangeArrowheads="1"/>
          </p:cNvSpPr>
          <p:nvPr/>
        </p:nvSpPr>
        <p:spPr bwMode="auto">
          <a:xfrm>
            <a:off x="846138" y="3243263"/>
            <a:ext cx="8083550" cy="466725"/>
          </a:xfrm>
          <a:prstGeom prst="rect">
            <a:avLst/>
          </a:prstGeom>
          <a:solidFill>
            <a:srgbClr val="CCCCFF"/>
          </a:solidFill>
          <a:ln w="9525">
            <a:solidFill>
              <a:srgbClr val="FF0000"/>
            </a:solidFill>
            <a:miter lim="800000"/>
          </a:ln>
        </p:spPr>
        <p:txBody>
          <a:bodyPr wrap="none"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rgbClr val="FF0000"/>
              </a:buClr>
              <a:buFont typeface="Wingdings" panose="05000000000000000000" pitchFamily="2" charset="2"/>
              <a:buChar char="n"/>
            </a:pPr>
            <a:r>
              <a:rPr lang="zh-CN" altLang="en-US" sz="2400" b="1">
                <a:solidFill>
                  <a:srgbClr val="006699"/>
                </a:solidFill>
                <a:latin typeface="宋体" panose="02010600030101010101" pitchFamily="2" charset="-122"/>
                <a:sym typeface="宋体" panose="02010600030101010101" pitchFamily="2" charset="-122"/>
              </a:rPr>
              <a:t>“</a:t>
            </a:r>
            <a:r>
              <a:rPr lang="zh-CN" altLang="en-US" sz="2400" b="1">
                <a:solidFill>
                  <a:srgbClr val="990033"/>
                </a:solidFill>
                <a:latin typeface="宋体" panose="02010600030101010101" pitchFamily="2" charset="-122"/>
                <a:sym typeface="宋体" panose="02010600030101010101" pitchFamily="2" charset="-122"/>
              </a:rPr>
              <a:t>字节</a:t>
            </a:r>
            <a:r>
              <a:rPr lang="zh-CN" altLang="en-US" sz="2400" b="1">
                <a:solidFill>
                  <a:srgbClr val="006699"/>
                </a:solidFill>
                <a:latin typeface="宋体" panose="02010600030101010101" pitchFamily="2" charset="-122"/>
                <a:sym typeface="宋体" panose="02010600030101010101" pitchFamily="2" charset="-122"/>
              </a:rPr>
              <a:t>”</a:t>
            </a:r>
            <a:r>
              <a:rPr lang="zh-CN" altLang="en-US" sz="2400" b="1">
                <a:solidFill>
                  <a:srgbClr val="000066"/>
                </a:solidFill>
                <a:latin typeface="宋体" panose="02010600030101010101" pitchFamily="2" charset="-122"/>
                <a:sym typeface="宋体" panose="02010600030101010101" pitchFamily="2" charset="-122"/>
              </a:rPr>
              <a:t>（</a:t>
            </a:r>
            <a:r>
              <a:rPr lang="en-US" altLang="zh-CN" sz="2400" b="1">
                <a:solidFill>
                  <a:srgbClr val="000066"/>
                </a:solidFill>
                <a:latin typeface="宋体" panose="02010600030101010101" pitchFamily="2" charset="-122"/>
                <a:sym typeface="宋体" panose="02010600030101010101" pitchFamily="2" charset="-122"/>
              </a:rPr>
              <a:t>Byte</a:t>
            </a:r>
            <a:r>
              <a:rPr lang="zh-CN" altLang="en-US" sz="2400" b="1">
                <a:solidFill>
                  <a:srgbClr val="000066"/>
                </a:solidFill>
                <a:latin typeface="宋体" panose="02010600030101010101" pitchFamily="2" charset="-122"/>
                <a:sym typeface="宋体" panose="02010600030101010101" pitchFamily="2" charset="-122"/>
              </a:rPr>
              <a:t>）：是由相连</a:t>
            </a:r>
            <a:r>
              <a:rPr lang="en-US" altLang="zh-CN" sz="2400" b="1">
                <a:solidFill>
                  <a:srgbClr val="FF0000"/>
                </a:solidFill>
                <a:latin typeface="宋体" panose="02010600030101010101" pitchFamily="2" charset="-122"/>
                <a:sym typeface="宋体" panose="02010600030101010101" pitchFamily="2" charset="-122"/>
              </a:rPr>
              <a:t>8</a:t>
            </a:r>
            <a:r>
              <a:rPr lang="zh-CN" altLang="en-US" sz="2400" b="1">
                <a:solidFill>
                  <a:srgbClr val="000066"/>
                </a:solidFill>
                <a:latin typeface="宋体" panose="02010600030101010101" pitchFamily="2" charset="-122"/>
                <a:sym typeface="宋体" panose="02010600030101010101" pitchFamily="2" charset="-122"/>
              </a:rPr>
              <a:t>个位组成的信息存储单位</a:t>
            </a:r>
            <a:r>
              <a:rPr lang="zh-CN" altLang="en-US" sz="2400">
                <a:solidFill>
                  <a:srgbClr val="000066"/>
                </a:solidFill>
                <a:latin typeface="宋体" panose="02010600030101010101" pitchFamily="2" charset="-122"/>
                <a:sym typeface="宋体" panose="02010600030101010101" pitchFamily="2" charset="-122"/>
              </a:rPr>
              <a:t> </a:t>
            </a:r>
            <a:endParaRPr lang="zh-CN" altLang="en-US" sz="1800">
              <a:latin typeface="Calibri" panose="020F0502020204030204" pitchFamily="34" charset="0"/>
            </a:endParaRPr>
          </a:p>
        </p:txBody>
      </p:sp>
      <p:sp>
        <p:nvSpPr>
          <p:cNvPr id="72710" name="Rectangle 5"/>
          <p:cNvSpPr>
            <a:spLocks noChangeArrowheads="1"/>
          </p:cNvSpPr>
          <p:nvPr/>
        </p:nvSpPr>
        <p:spPr bwMode="auto">
          <a:xfrm>
            <a:off x="860425" y="4106863"/>
            <a:ext cx="8240713" cy="1050925"/>
          </a:xfrm>
          <a:prstGeom prst="rect">
            <a:avLst/>
          </a:prstGeom>
          <a:solidFill>
            <a:srgbClr val="9999FF"/>
          </a:solidFill>
          <a:ln w="9525">
            <a:solidFill>
              <a:srgbClr val="FF0000"/>
            </a:solidFill>
            <a:miter lim="800000"/>
          </a:ln>
        </p:spPr>
        <p:txBody>
          <a:bodyPr wrap="none"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30000"/>
              </a:lnSpc>
              <a:spcBef>
                <a:spcPct val="0"/>
              </a:spcBef>
              <a:buClr>
                <a:srgbClr val="FF0000"/>
              </a:buClr>
              <a:buFont typeface="Wingdings" panose="05000000000000000000" pitchFamily="2" charset="2"/>
              <a:buChar char="n"/>
            </a:pPr>
            <a:r>
              <a:rPr lang="zh-CN" altLang="en-US" sz="2400" b="1">
                <a:solidFill>
                  <a:srgbClr val="006699"/>
                </a:solidFill>
                <a:latin typeface="宋体" panose="02010600030101010101" pitchFamily="2" charset="-122"/>
                <a:sym typeface="宋体" panose="02010600030101010101" pitchFamily="2" charset="-122"/>
              </a:rPr>
              <a:t>“</a:t>
            </a:r>
            <a:r>
              <a:rPr lang="zh-CN" altLang="en-US" sz="2400" b="1">
                <a:solidFill>
                  <a:srgbClr val="990033"/>
                </a:solidFill>
                <a:latin typeface="宋体" panose="02010600030101010101" pitchFamily="2" charset="-122"/>
                <a:sym typeface="宋体" panose="02010600030101010101" pitchFamily="2" charset="-122"/>
              </a:rPr>
              <a:t>字</a:t>
            </a:r>
            <a:r>
              <a:rPr lang="zh-CN" altLang="en-US" sz="2400" b="1">
                <a:solidFill>
                  <a:srgbClr val="006699"/>
                </a:solidFill>
                <a:latin typeface="宋体" panose="02010600030101010101" pitchFamily="2" charset="-122"/>
                <a:sym typeface="宋体" panose="02010600030101010101" pitchFamily="2" charset="-122"/>
              </a:rPr>
              <a:t>”</a:t>
            </a:r>
            <a:r>
              <a:rPr lang="zh-CN" altLang="en-US" sz="2400" b="1">
                <a:solidFill>
                  <a:srgbClr val="000066"/>
                </a:solidFill>
                <a:latin typeface="宋体" panose="02010600030101010101" pitchFamily="2" charset="-122"/>
                <a:sym typeface="宋体" panose="02010600030101010101" pitchFamily="2" charset="-122"/>
              </a:rPr>
              <a:t>（</a:t>
            </a:r>
            <a:r>
              <a:rPr lang="en-US" altLang="zh-CN" sz="2400" b="1">
                <a:solidFill>
                  <a:srgbClr val="000066"/>
                </a:solidFill>
                <a:latin typeface="宋体" panose="02010600030101010101" pitchFamily="2" charset="-122"/>
                <a:sym typeface="宋体" panose="02010600030101010101" pitchFamily="2" charset="-122"/>
              </a:rPr>
              <a:t>Word</a:t>
            </a:r>
            <a:r>
              <a:rPr lang="zh-CN" altLang="en-US" sz="2400" b="1">
                <a:solidFill>
                  <a:srgbClr val="000066"/>
                </a:solidFill>
                <a:latin typeface="宋体" panose="02010600030101010101" pitchFamily="2" charset="-122"/>
                <a:sym typeface="宋体" panose="02010600030101010101" pitchFamily="2" charset="-122"/>
              </a:rPr>
              <a:t>）：对于</a:t>
            </a:r>
            <a:r>
              <a:rPr lang="en-US" altLang="zh-CN" sz="2400" b="1">
                <a:solidFill>
                  <a:srgbClr val="FF0000"/>
                </a:solidFill>
                <a:latin typeface="宋体" panose="02010600030101010101" pitchFamily="2" charset="-122"/>
                <a:sym typeface="宋体" panose="02010600030101010101" pitchFamily="2" charset="-122"/>
              </a:rPr>
              <a:t>CPU</a:t>
            </a:r>
            <a:r>
              <a:rPr lang="zh-CN" altLang="en-US" sz="2400" b="1">
                <a:solidFill>
                  <a:srgbClr val="000066"/>
                </a:solidFill>
                <a:latin typeface="宋体" panose="02010600030101010101" pitchFamily="2" charset="-122"/>
                <a:sym typeface="宋体" panose="02010600030101010101" pitchFamily="2" charset="-122"/>
              </a:rPr>
              <a:t>字长为</a:t>
            </a:r>
            <a:r>
              <a:rPr lang="en-US" altLang="zh-CN" sz="2400" b="1">
                <a:solidFill>
                  <a:srgbClr val="FF0000"/>
                </a:solidFill>
                <a:latin typeface="宋体" panose="02010600030101010101" pitchFamily="2" charset="-122"/>
                <a:sym typeface="宋体" panose="02010600030101010101" pitchFamily="2" charset="-122"/>
              </a:rPr>
              <a:t>32</a:t>
            </a:r>
            <a:r>
              <a:rPr lang="zh-CN" altLang="en-US" sz="2400" b="1">
                <a:solidFill>
                  <a:srgbClr val="000066"/>
                </a:solidFill>
                <a:latin typeface="宋体" panose="02010600030101010101" pitchFamily="2" charset="-122"/>
                <a:sym typeface="宋体" panose="02010600030101010101" pitchFamily="2" charset="-122"/>
              </a:rPr>
              <a:t>的计算机（以下同），</a:t>
            </a:r>
          </a:p>
          <a:p>
            <a:pPr eaLnBrk="1" hangingPunct="1">
              <a:lnSpc>
                <a:spcPct val="130000"/>
              </a:lnSpc>
              <a:spcBef>
                <a:spcPct val="0"/>
              </a:spcBef>
              <a:buFont typeface="Arial" panose="020B0604020202020204" pitchFamily="34" charset="0"/>
              <a:buNone/>
            </a:pPr>
            <a:r>
              <a:rPr lang="zh-CN" altLang="en-US" sz="2400" b="1">
                <a:solidFill>
                  <a:srgbClr val="000066"/>
                </a:solidFill>
                <a:latin typeface="宋体" panose="02010600030101010101" pitchFamily="2" charset="-122"/>
                <a:sym typeface="宋体" panose="02010600030101010101" pitchFamily="2" charset="-122"/>
              </a:rPr>
              <a:t>是由相连</a:t>
            </a:r>
            <a:r>
              <a:rPr lang="en-US" altLang="zh-CN" sz="2400" b="1">
                <a:solidFill>
                  <a:srgbClr val="FF0000"/>
                </a:solidFill>
                <a:latin typeface="宋体" panose="02010600030101010101" pitchFamily="2" charset="-122"/>
                <a:sym typeface="宋体" panose="02010600030101010101" pitchFamily="2" charset="-122"/>
              </a:rPr>
              <a:t>4</a:t>
            </a:r>
            <a:r>
              <a:rPr lang="zh-CN" altLang="en-US" sz="2400" b="1">
                <a:solidFill>
                  <a:srgbClr val="000066"/>
                </a:solidFill>
                <a:latin typeface="宋体" panose="02010600030101010101" pitchFamily="2" charset="-122"/>
                <a:sym typeface="宋体" panose="02010600030101010101" pitchFamily="2" charset="-122"/>
              </a:rPr>
              <a:t>个字节（即</a:t>
            </a:r>
            <a:r>
              <a:rPr lang="en-US" altLang="zh-CN" sz="2400" b="1">
                <a:solidFill>
                  <a:srgbClr val="000066"/>
                </a:solidFill>
                <a:latin typeface="宋体" panose="02010600030101010101" pitchFamily="2" charset="-122"/>
                <a:sym typeface="宋体" panose="02010600030101010101" pitchFamily="2" charset="-122"/>
              </a:rPr>
              <a:t>32</a:t>
            </a:r>
            <a:r>
              <a:rPr lang="zh-CN" altLang="en-US" sz="2400" b="1">
                <a:solidFill>
                  <a:srgbClr val="000066"/>
                </a:solidFill>
                <a:latin typeface="宋体" panose="02010600030101010101" pitchFamily="2" charset="-122"/>
                <a:sym typeface="宋体" panose="02010600030101010101" pitchFamily="2" charset="-122"/>
              </a:rPr>
              <a:t>位）构成的信息存储单位。</a:t>
            </a:r>
            <a:endParaRPr lang="zh-CN" altLang="en-US" sz="1800">
              <a:latin typeface="Calibri" panose="020F0502020204030204" pitchFamily="34" charset="0"/>
            </a:endParaRPr>
          </a:p>
        </p:txBody>
      </p:sp>
      <p:sp>
        <p:nvSpPr>
          <p:cNvPr id="81927" name="Text Box 7"/>
          <p:cNvSpPr>
            <a:spLocks noChangeArrowheads="1"/>
          </p:cNvSpPr>
          <p:nvPr/>
        </p:nvSpPr>
        <p:spPr bwMode="auto">
          <a:xfrm>
            <a:off x="385763" y="195263"/>
            <a:ext cx="7400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sz="3600" b="1">
                <a:solidFill>
                  <a:schemeClr val="tx2"/>
                </a:solidFill>
                <a:latin typeface="Futura Bk" charset="0"/>
                <a:sym typeface="Futura Bk" charset="0"/>
              </a:rPr>
              <a:t>1.3.2 </a:t>
            </a:r>
            <a:r>
              <a:rPr lang="zh-CN" altLang="en-US" sz="3600" b="1">
                <a:solidFill>
                  <a:schemeClr val="tx2"/>
                </a:solidFill>
                <a:latin typeface="Futura Bk" charset="0"/>
                <a:sym typeface="Futura Bk" charset="0"/>
              </a:rPr>
              <a:t>数据在计算机中的表示</a:t>
            </a:r>
            <a:endParaRPr lang="zh-CN" altLang="en-US" sz="3600">
              <a:solidFill>
                <a:srgbClr val="006699"/>
              </a:solidFill>
              <a:latin typeface="Futura Bk" charset="0"/>
              <a:sym typeface="Futura Bk"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2707"/>
                                        </p:tgtEl>
                                        <p:attrNameLst>
                                          <p:attrName>style.visibility</p:attrName>
                                        </p:attrNameLst>
                                      </p:cBhvr>
                                      <p:to>
                                        <p:strVal val="visible"/>
                                      </p:to>
                                    </p:set>
                                    <p:animEffect filter="slide(fromLeft)">
                                      <p:cBhvr>
                                        <p:cTn id="7" dur="500"/>
                                        <p:tgtEl>
                                          <p:spTgt spid="7270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2708"/>
                                        </p:tgtEl>
                                        <p:attrNameLst>
                                          <p:attrName>style.visibility</p:attrName>
                                        </p:attrNameLst>
                                      </p:cBhvr>
                                      <p:to>
                                        <p:strVal val="visible"/>
                                      </p:to>
                                    </p:set>
                                    <p:animEffect filter="slide(fromBottom)">
                                      <p:cBhvr>
                                        <p:cTn id="12" dur="500"/>
                                        <p:tgtEl>
                                          <p:spTgt spid="72708"/>
                                        </p:tgtEl>
                                      </p:cBhvr>
                                    </p:animEffect>
                                  </p:childTnLst>
                                </p:cTn>
                              </p:par>
                            </p:childTnLst>
                          </p:cTn>
                        </p:par>
                        <p:par>
                          <p:cTn id="13" fill="hold">
                            <p:stCondLst>
                              <p:cond delay="500"/>
                            </p:stCondLst>
                            <p:childTnLst>
                              <p:par>
                                <p:cTn id="14" presetID="12" presetClass="entr" presetSubtype="4" fill="hold" grpId="0" nodeType="afterEffect">
                                  <p:stCondLst>
                                    <p:cond delay="0"/>
                                  </p:stCondLst>
                                  <p:childTnLst>
                                    <p:set>
                                      <p:cBhvr>
                                        <p:cTn id="15" dur="1" fill="hold">
                                          <p:stCondLst>
                                            <p:cond delay="0"/>
                                          </p:stCondLst>
                                        </p:cTn>
                                        <p:tgtEl>
                                          <p:spTgt spid="72709"/>
                                        </p:tgtEl>
                                        <p:attrNameLst>
                                          <p:attrName>style.visibility</p:attrName>
                                        </p:attrNameLst>
                                      </p:cBhvr>
                                      <p:to>
                                        <p:strVal val="visible"/>
                                      </p:to>
                                    </p:set>
                                    <p:animEffect filter="slide(fromBottom)">
                                      <p:cBhvr>
                                        <p:cTn id="16" dur="500"/>
                                        <p:tgtEl>
                                          <p:spTgt spid="72709"/>
                                        </p:tgtEl>
                                      </p:cBhvr>
                                    </p:animEffect>
                                  </p:childTnLst>
                                </p:cTn>
                              </p:par>
                            </p:childTnLst>
                          </p:cTn>
                        </p:par>
                        <p:par>
                          <p:cTn id="17" fill="hold">
                            <p:stCondLst>
                              <p:cond delay="1000"/>
                            </p:stCondLst>
                            <p:childTnLst>
                              <p:par>
                                <p:cTn id="18" presetID="12" presetClass="entr" presetSubtype="4" fill="hold" grpId="0" nodeType="afterEffect">
                                  <p:stCondLst>
                                    <p:cond delay="0"/>
                                  </p:stCondLst>
                                  <p:childTnLst>
                                    <p:set>
                                      <p:cBhvr>
                                        <p:cTn id="19" dur="1" fill="hold">
                                          <p:stCondLst>
                                            <p:cond delay="0"/>
                                          </p:stCondLst>
                                        </p:cTn>
                                        <p:tgtEl>
                                          <p:spTgt spid="72710"/>
                                        </p:tgtEl>
                                        <p:attrNameLst>
                                          <p:attrName>style.visibility</p:attrName>
                                        </p:attrNameLst>
                                      </p:cBhvr>
                                      <p:to>
                                        <p:strVal val="visible"/>
                                      </p:to>
                                    </p:set>
                                    <p:animEffect filter="slide(fromBottom)">
                                      <p:cBhvr>
                                        <p:cTn id="20" dur="500"/>
                                        <p:tgtEl>
                                          <p:spTgt spid="72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ldLvl="0" animBg="1"/>
      <p:bldP spid="72708" grpId="0" bldLvl="0" animBg="1"/>
      <p:bldP spid="72709" grpId="0" bldLvl="0" animBg="1"/>
      <p:bldP spid="72710"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38AFE106-2406-4724-8693-5255D5B16965}" type="slidenum">
              <a:rPr lang="zh-CN" altLang="en-US" sz="900">
                <a:solidFill>
                  <a:srgbClr val="848589"/>
                </a:solidFill>
                <a:latin typeface="Futura Bk" charset="0"/>
                <a:sym typeface="Futura Bk" charset="0"/>
              </a:rPr>
              <a:t>53</a:t>
            </a:fld>
            <a:endParaRPr lang="zh-CN" altLang="en-US" sz="900">
              <a:solidFill>
                <a:srgbClr val="848589"/>
              </a:solidFill>
              <a:latin typeface="Futura Bk" charset="0"/>
              <a:sym typeface="Futura Bk" charset="0"/>
            </a:endParaRPr>
          </a:p>
        </p:txBody>
      </p:sp>
      <p:sp>
        <p:nvSpPr>
          <p:cNvPr id="74755" name="Rectangle 2"/>
          <p:cNvSpPr>
            <a:spLocks noChangeArrowheads="1"/>
          </p:cNvSpPr>
          <p:nvPr/>
        </p:nvSpPr>
        <p:spPr bwMode="auto">
          <a:xfrm>
            <a:off x="595313" y="1730375"/>
            <a:ext cx="4932362" cy="504825"/>
          </a:xfrm>
          <a:prstGeom prst="rect">
            <a:avLst/>
          </a:prstGeom>
          <a:solidFill>
            <a:schemeClr val="bg1"/>
          </a:solidFill>
          <a:ln w="9525">
            <a:solidFill>
              <a:srgbClr val="FF0000"/>
            </a:solidFill>
            <a:miter lim="800000"/>
          </a:ln>
        </p:spPr>
        <p:txBody>
          <a:bodyPr lIns="92075" tIns="46038" rIns="92075" bIns="46038"/>
          <a:lstStyle>
            <a:lvl1pPr marL="228600" indent="-2286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lnSpc>
                <a:spcPct val="90000"/>
              </a:lnSpc>
              <a:spcBef>
                <a:spcPct val="30000"/>
              </a:spcBef>
              <a:spcAft>
                <a:spcPct val="10000"/>
              </a:spcAft>
              <a:buClr>
                <a:srgbClr val="B2B3B5"/>
              </a:buClr>
              <a:buSzPct val="75000"/>
              <a:buFont typeface="Arial" panose="020B0604020202020204" pitchFamily="34" charset="0"/>
              <a:buNone/>
            </a:pPr>
            <a:r>
              <a:rPr lang="en-US" altLang="zh-CN" sz="2800">
                <a:solidFill>
                  <a:srgbClr val="006699"/>
                </a:solidFill>
                <a:latin typeface="华文楷体" panose="02010600040101010101" pitchFamily="2" charset="-122"/>
                <a:sym typeface="华文楷体" panose="02010600040101010101" pitchFamily="2" charset="-122"/>
              </a:rPr>
              <a:t>2</a:t>
            </a:r>
            <a:r>
              <a:rPr lang="zh-CN" altLang="en-US" sz="2800">
                <a:solidFill>
                  <a:srgbClr val="006699"/>
                </a:solidFill>
                <a:latin typeface="华文楷体" panose="02010600040101010101" pitchFamily="2" charset="-122"/>
                <a:sym typeface="华文楷体" panose="02010600040101010101" pitchFamily="2" charset="-122"/>
              </a:rPr>
              <a:t>．整数在计算机内的表示</a:t>
            </a:r>
            <a:endParaRPr lang="zh-CN" altLang="en-US" sz="1800">
              <a:latin typeface="Calibri" panose="020F0502020204030204" pitchFamily="34" charset="0"/>
            </a:endParaRPr>
          </a:p>
        </p:txBody>
      </p:sp>
      <p:sp>
        <p:nvSpPr>
          <p:cNvPr id="74756" name="Rectangle 3"/>
          <p:cNvSpPr>
            <a:spLocks noChangeArrowheads="1"/>
          </p:cNvSpPr>
          <p:nvPr/>
        </p:nvSpPr>
        <p:spPr bwMode="auto">
          <a:xfrm>
            <a:off x="1258888" y="2592388"/>
            <a:ext cx="6959600" cy="1295400"/>
          </a:xfrm>
          <a:prstGeom prst="rect">
            <a:avLst/>
          </a:prstGeom>
          <a:solidFill>
            <a:srgbClr val="FFFFCC"/>
          </a:solidFill>
          <a:ln w="28575">
            <a:solidFill>
              <a:srgbClr val="FF0000"/>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rgbClr val="FF0066"/>
              </a:buClr>
              <a:buSzPct val="80000"/>
              <a:buFont typeface="Wingdings" panose="05000000000000000000" pitchFamily="2" charset="2"/>
              <a:buNone/>
            </a:pPr>
            <a:r>
              <a:rPr lang="zh-CN" altLang="en-US" sz="2400" b="1">
                <a:solidFill>
                  <a:srgbClr val="0000FF"/>
                </a:solidFill>
                <a:latin typeface="Times New Roman" panose="02020603050405020304" pitchFamily="18" charset="0"/>
                <a:sym typeface="Times New Roman" panose="02020603050405020304" pitchFamily="18" charset="0"/>
              </a:rPr>
              <a:t>        </a:t>
            </a:r>
            <a:r>
              <a:rPr lang="zh-CN" altLang="en-US" sz="2800" b="1">
                <a:solidFill>
                  <a:srgbClr val="0000FF"/>
                </a:solidFill>
                <a:latin typeface="Times New Roman" panose="02020603050405020304" pitchFamily="18" charset="0"/>
                <a:sym typeface="Times New Roman" panose="02020603050405020304" pitchFamily="18" charset="0"/>
              </a:rPr>
              <a:t>真值：带符号位的二进制数</a:t>
            </a:r>
          </a:p>
          <a:p>
            <a:pPr eaLnBrk="1" hangingPunct="1">
              <a:buClr>
                <a:srgbClr val="FF0066"/>
              </a:buClr>
              <a:buSzPct val="80000"/>
              <a:buFont typeface="Wingdings" panose="05000000000000000000" pitchFamily="2" charset="2"/>
              <a:buNone/>
            </a:pPr>
            <a:r>
              <a:rPr lang="zh-CN" altLang="en-US" sz="2800" b="1">
                <a:solidFill>
                  <a:srgbClr val="0000FF"/>
                </a:solidFill>
                <a:latin typeface="Times New Roman" panose="02020603050405020304" pitchFamily="18" charset="0"/>
                <a:sym typeface="Times New Roman" panose="02020603050405020304" pitchFamily="18" charset="0"/>
              </a:rPr>
              <a:t>	 如</a:t>
            </a:r>
            <a:r>
              <a:rPr lang="en-US" altLang="zh-CN" sz="2800" b="1">
                <a:solidFill>
                  <a:srgbClr val="0000FF"/>
                </a:solidFill>
                <a:latin typeface="Times New Roman" panose="02020603050405020304" pitchFamily="18" charset="0"/>
                <a:sym typeface="Times New Roman" panose="02020603050405020304" pitchFamily="18" charset="0"/>
              </a:rPr>
              <a:t>:  ( + 1001110 )</a:t>
            </a:r>
            <a:r>
              <a:rPr lang="en-US" altLang="zh-CN" sz="2800" b="1" baseline="-30000">
                <a:solidFill>
                  <a:srgbClr val="0000FF"/>
                </a:solidFill>
                <a:latin typeface="Times New Roman" panose="02020603050405020304" pitchFamily="18" charset="0"/>
                <a:sym typeface="Times New Roman" panose="02020603050405020304" pitchFamily="18" charset="0"/>
              </a:rPr>
              <a:t>2</a:t>
            </a:r>
            <a:r>
              <a:rPr lang="en-US" altLang="zh-CN" sz="2800" b="1">
                <a:solidFill>
                  <a:srgbClr val="0000FF"/>
                </a:solidFill>
                <a:latin typeface="Times New Roman" panose="02020603050405020304" pitchFamily="18" charset="0"/>
                <a:sym typeface="Times New Roman" panose="02020603050405020304" pitchFamily="18" charset="0"/>
              </a:rPr>
              <a:t> </a:t>
            </a:r>
            <a:r>
              <a:rPr lang="zh-CN" altLang="en-US" sz="2800" b="1">
                <a:solidFill>
                  <a:srgbClr val="0000FF"/>
                </a:solidFill>
                <a:latin typeface="Times New Roman" panose="02020603050405020304" pitchFamily="18" charset="0"/>
                <a:sym typeface="Times New Roman" panose="02020603050405020304" pitchFamily="18" charset="0"/>
              </a:rPr>
              <a:t>、 </a:t>
            </a:r>
            <a:r>
              <a:rPr lang="en-US" altLang="zh-CN" sz="2800" b="1">
                <a:solidFill>
                  <a:srgbClr val="0000FF"/>
                </a:solidFill>
                <a:latin typeface="Times New Roman" panose="02020603050405020304" pitchFamily="18" charset="0"/>
                <a:sym typeface="Times New Roman" panose="02020603050405020304" pitchFamily="18" charset="0"/>
              </a:rPr>
              <a:t>( - 1001110 )</a:t>
            </a:r>
            <a:r>
              <a:rPr lang="en-US" altLang="zh-CN" sz="2800" b="1" baseline="-30000">
                <a:solidFill>
                  <a:srgbClr val="0000FF"/>
                </a:solidFill>
                <a:latin typeface="Times New Roman" panose="02020603050405020304" pitchFamily="18" charset="0"/>
                <a:sym typeface="Times New Roman" panose="02020603050405020304" pitchFamily="18" charset="0"/>
              </a:rPr>
              <a:t>2</a:t>
            </a:r>
            <a:r>
              <a:rPr lang="en-US" altLang="zh-CN" sz="2800" b="1">
                <a:solidFill>
                  <a:srgbClr val="0000FF"/>
                </a:solidFill>
                <a:latin typeface="Times New Roman" panose="02020603050405020304" pitchFamily="18" charset="0"/>
                <a:sym typeface="Times New Roman" panose="02020603050405020304" pitchFamily="18" charset="0"/>
              </a:rPr>
              <a:t> </a:t>
            </a:r>
            <a:endParaRPr lang="zh-CN" altLang="en-US" sz="2800" b="1">
              <a:solidFill>
                <a:srgbClr val="0000FF"/>
              </a:solidFill>
              <a:latin typeface="Times New Roman" panose="02020603050405020304" pitchFamily="18" charset="0"/>
              <a:sym typeface="Times New Roman" panose="02020603050405020304" pitchFamily="18" charset="0"/>
            </a:endParaRPr>
          </a:p>
          <a:p>
            <a:pPr eaLnBrk="1" hangingPunct="1">
              <a:buClr>
                <a:srgbClr val="FF0066"/>
              </a:buClr>
              <a:buSzPct val="80000"/>
              <a:buFont typeface="Wingdings" panose="05000000000000000000" pitchFamily="2" charset="2"/>
              <a:buNone/>
            </a:pPr>
            <a:endParaRPr lang="zh-CN" altLang="en-US" sz="1000" b="1" baseline="-30000">
              <a:solidFill>
                <a:srgbClr val="0000FF"/>
              </a:solidFill>
              <a:latin typeface="Times New Roman" panose="02020603050405020304" pitchFamily="18" charset="0"/>
              <a:sym typeface="Times New Roman" panose="02020603050405020304" pitchFamily="18" charset="0"/>
            </a:endParaRPr>
          </a:p>
        </p:txBody>
      </p:sp>
      <p:sp>
        <p:nvSpPr>
          <p:cNvPr id="74757" name="Rectangle 4"/>
          <p:cNvSpPr>
            <a:spLocks noChangeArrowheads="1"/>
          </p:cNvSpPr>
          <p:nvPr/>
        </p:nvSpPr>
        <p:spPr bwMode="auto">
          <a:xfrm>
            <a:off x="1258888" y="3929063"/>
            <a:ext cx="6959600" cy="1371600"/>
          </a:xfrm>
          <a:prstGeom prst="rect">
            <a:avLst/>
          </a:prstGeom>
          <a:solidFill>
            <a:srgbClr val="3366FF"/>
          </a:solidFill>
          <a:ln w="9525">
            <a:solidFill>
              <a:schemeClr val="tx1"/>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Clr>
                <a:srgbClr val="FF0000"/>
              </a:buClr>
              <a:buFont typeface="Wingdings" panose="05000000000000000000" pitchFamily="2" charset="2"/>
              <a:buNone/>
            </a:pPr>
            <a:r>
              <a:rPr lang="zh-CN" altLang="en-US" sz="900" b="1">
                <a:solidFill>
                  <a:schemeClr val="bg2"/>
                </a:solidFill>
                <a:latin typeface="Times New Roman" panose="02020603050405020304" pitchFamily="18" charset="0"/>
                <a:sym typeface="Times New Roman" panose="02020603050405020304" pitchFamily="18" charset="0"/>
              </a:rPr>
              <a:t>   </a:t>
            </a:r>
          </a:p>
          <a:p>
            <a:pPr eaLnBrk="1" hangingPunct="1">
              <a:spcBef>
                <a:spcPct val="0"/>
              </a:spcBef>
              <a:buClr>
                <a:srgbClr val="FF0000"/>
              </a:buClr>
              <a:buFont typeface="Wingdings" panose="05000000000000000000" pitchFamily="2" charset="2"/>
              <a:buNone/>
            </a:pPr>
            <a:r>
              <a:rPr lang="zh-CN" altLang="en-US" sz="2800" b="1">
                <a:solidFill>
                  <a:schemeClr val="bg2"/>
                </a:solidFill>
                <a:latin typeface="Times New Roman" panose="02020603050405020304" pitchFamily="18" charset="0"/>
                <a:sym typeface="Times New Roman" panose="02020603050405020304" pitchFamily="18" charset="0"/>
              </a:rPr>
              <a:t>   </a:t>
            </a:r>
            <a:r>
              <a:rPr lang="zh-CN" altLang="en-US" sz="2800" b="1">
                <a:solidFill>
                  <a:srgbClr val="CCFFFF"/>
                </a:solidFill>
                <a:latin typeface="Times New Roman" panose="02020603050405020304" pitchFamily="18" charset="0"/>
                <a:sym typeface="Times New Roman" panose="02020603050405020304" pitchFamily="18" charset="0"/>
              </a:rPr>
              <a:t>机器数：将符号位数字化的二进制数</a:t>
            </a:r>
          </a:p>
          <a:p>
            <a:pPr eaLnBrk="1" hangingPunct="1">
              <a:spcBef>
                <a:spcPct val="0"/>
              </a:spcBef>
              <a:buClr>
                <a:srgbClr val="FF0000"/>
              </a:buClr>
              <a:buFont typeface="Wingdings" panose="05000000000000000000" pitchFamily="2" charset="2"/>
              <a:buNone/>
            </a:pPr>
            <a:endParaRPr lang="zh-CN" altLang="en-US" sz="900" b="1">
              <a:solidFill>
                <a:srgbClr val="CCFFFF"/>
              </a:solidFill>
              <a:latin typeface="Times New Roman" panose="02020603050405020304" pitchFamily="18" charset="0"/>
              <a:sym typeface="Times New Roman" panose="02020603050405020304" pitchFamily="18" charset="0"/>
            </a:endParaRPr>
          </a:p>
          <a:p>
            <a:pPr eaLnBrk="1" hangingPunct="1">
              <a:spcBef>
                <a:spcPct val="0"/>
              </a:spcBef>
              <a:buClr>
                <a:srgbClr val="FF0000"/>
              </a:buClr>
              <a:buFont typeface="Wingdings" panose="05000000000000000000" pitchFamily="2" charset="2"/>
              <a:buNone/>
            </a:pPr>
            <a:r>
              <a:rPr lang="zh-CN" altLang="en-US" sz="2800" b="1">
                <a:solidFill>
                  <a:schemeClr val="bg2"/>
                </a:solidFill>
                <a:latin typeface="Times New Roman" panose="02020603050405020304" pitchFamily="18" charset="0"/>
                <a:sym typeface="Times New Roman" panose="02020603050405020304" pitchFamily="18" charset="0"/>
              </a:rPr>
              <a:t>		 </a:t>
            </a:r>
            <a:r>
              <a:rPr lang="zh-CN" altLang="en-US" sz="2800" b="1">
                <a:solidFill>
                  <a:srgbClr val="FFFF00"/>
                </a:solidFill>
                <a:latin typeface="Times New Roman" panose="02020603050405020304" pitchFamily="18" charset="0"/>
                <a:sym typeface="Times New Roman" panose="02020603050405020304" pitchFamily="18" charset="0"/>
              </a:rPr>
              <a:t>如</a:t>
            </a:r>
            <a:r>
              <a:rPr lang="en-US" altLang="zh-CN" sz="2800" b="1">
                <a:solidFill>
                  <a:srgbClr val="FFFF00"/>
                </a:solidFill>
                <a:latin typeface="Times New Roman" panose="02020603050405020304" pitchFamily="18" charset="0"/>
                <a:sym typeface="Times New Roman" panose="02020603050405020304" pitchFamily="18" charset="0"/>
              </a:rPr>
              <a:t>:  ( </a:t>
            </a:r>
            <a:r>
              <a:rPr lang="en-US" altLang="zh-CN" sz="2800" b="1">
                <a:solidFill>
                  <a:srgbClr val="FF0000"/>
                </a:solidFill>
                <a:latin typeface="Times New Roman" panose="02020603050405020304" pitchFamily="18" charset="0"/>
                <a:sym typeface="Times New Roman" panose="02020603050405020304" pitchFamily="18" charset="0"/>
              </a:rPr>
              <a:t>1</a:t>
            </a:r>
            <a:r>
              <a:rPr lang="en-US" altLang="zh-CN" sz="2800" b="1">
                <a:solidFill>
                  <a:srgbClr val="FFFF00"/>
                </a:solidFill>
                <a:latin typeface="Times New Roman" panose="02020603050405020304" pitchFamily="18" charset="0"/>
                <a:sym typeface="Times New Roman" panose="02020603050405020304" pitchFamily="18" charset="0"/>
              </a:rPr>
              <a:t> 1001110 )</a:t>
            </a:r>
            <a:r>
              <a:rPr lang="en-US" altLang="zh-CN" sz="2800" b="1" baseline="-30000">
                <a:solidFill>
                  <a:srgbClr val="FFFF00"/>
                </a:solidFill>
                <a:latin typeface="Times New Roman" panose="02020603050405020304" pitchFamily="18" charset="0"/>
                <a:sym typeface="Times New Roman" panose="02020603050405020304" pitchFamily="18" charset="0"/>
              </a:rPr>
              <a:t>2</a:t>
            </a:r>
            <a:r>
              <a:rPr lang="en-US" altLang="zh-CN" sz="2800" b="1">
                <a:solidFill>
                  <a:srgbClr val="FFFF00"/>
                </a:solidFill>
                <a:latin typeface="Times New Roman" panose="02020603050405020304" pitchFamily="18" charset="0"/>
                <a:sym typeface="Times New Roman" panose="02020603050405020304" pitchFamily="18" charset="0"/>
              </a:rPr>
              <a:t> </a:t>
            </a:r>
            <a:r>
              <a:rPr lang="zh-CN" altLang="en-US" sz="2800" b="1">
                <a:solidFill>
                  <a:srgbClr val="FFFF00"/>
                </a:solidFill>
                <a:latin typeface="Times New Roman" panose="02020603050405020304" pitchFamily="18" charset="0"/>
                <a:sym typeface="Times New Roman" panose="02020603050405020304" pitchFamily="18" charset="0"/>
              </a:rPr>
              <a:t>、 </a:t>
            </a:r>
            <a:r>
              <a:rPr lang="en-US" altLang="zh-CN" sz="2800" b="1">
                <a:solidFill>
                  <a:srgbClr val="FFFF00"/>
                </a:solidFill>
                <a:latin typeface="Times New Roman" panose="02020603050405020304" pitchFamily="18" charset="0"/>
                <a:sym typeface="Times New Roman" panose="02020603050405020304" pitchFamily="18" charset="0"/>
              </a:rPr>
              <a:t>( </a:t>
            </a:r>
            <a:r>
              <a:rPr lang="en-US" altLang="zh-CN" sz="2800" b="1">
                <a:solidFill>
                  <a:srgbClr val="FF0000"/>
                </a:solidFill>
                <a:latin typeface="Times New Roman" panose="02020603050405020304" pitchFamily="18" charset="0"/>
                <a:sym typeface="Times New Roman" panose="02020603050405020304" pitchFamily="18" charset="0"/>
              </a:rPr>
              <a:t>0</a:t>
            </a:r>
            <a:r>
              <a:rPr lang="en-US" altLang="zh-CN" sz="2800" b="1">
                <a:solidFill>
                  <a:srgbClr val="FFFF00"/>
                </a:solidFill>
                <a:latin typeface="Times New Roman" panose="02020603050405020304" pitchFamily="18" charset="0"/>
                <a:sym typeface="Times New Roman" panose="02020603050405020304" pitchFamily="18" charset="0"/>
              </a:rPr>
              <a:t> 1001110 )</a:t>
            </a:r>
            <a:r>
              <a:rPr lang="en-US" altLang="zh-CN" sz="2800" b="1" baseline="-30000">
                <a:solidFill>
                  <a:srgbClr val="FFFF00"/>
                </a:solidFill>
                <a:latin typeface="Times New Roman" panose="02020603050405020304" pitchFamily="18" charset="0"/>
                <a:sym typeface="Times New Roman" panose="02020603050405020304" pitchFamily="18" charset="0"/>
              </a:rPr>
              <a:t>2</a:t>
            </a:r>
            <a:r>
              <a:rPr lang="en-US" altLang="zh-CN" sz="2800" b="1">
                <a:solidFill>
                  <a:srgbClr val="FFFF00"/>
                </a:solidFill>
                <a:latin typeface="Times New Roman" panose="02020603050405020304" pitchFamily="18" charset="0"/>
                <a:sym typeface="Times New Roman" panose="02020603050405020304" pitchFamily="18" charset="0"/>
              </a:rPr>
              <a:t> </a:t>
            </a:r>
            <a:endParaRPr lang="zh-CN" altLang="en-US" sz="18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4755"/>
                                        </p:tgtEl>
                                        <p:attrNameLst>
                                          <p:attrName>style.visibility</p:attrName>
                                        </p:attrNameLst>
                                      </p:cBhvr>
                                      <p:to>
                                        <p:strVal val="visible"/>
                                      </p:to>
                                    </p:set>
                                    <p:animEffect filter="slide(fromLeft)">
                                      <p:cBhvr>
                                        <p:cTn id="7" dur="500"/>
                                        <p:tgtEl>
                                          <p:spTgt spid="74755"/>
                                        </p:tgtEl>
                                      </p:cBhvr>
                                    </p:animEffect>
                                  </p:childTnLst>
                                </p:cTn>
                              </p:par>
                            </p:childTnLst>
                          </p:cTn>
                        </p:par>
                        <p:par>
                          <p:cTn id="8" fill="hold">
                            <p:stCondLst>
                              <p:cond delay="500"/>
                            </p:stCondLst>
                            <p:childTnLst>
                              <p:par>
                                <p:cTn id="9" presetID="17" presetClass="entr" presetSubtype="10" fill="hold" grpId="0" nodeType="afterEffect">
                                  <p:stCondLst>
                                    <p:cond delay="1000"/>
                                  </p:stCondLst>
                                  <p:childTnLst>
                                    <p:set>
                                      <p:cBhvr>
                                        <p:cTn id="10" dur="1" fill="hold">
                                          <p:stCondLst>
                                            <p:cond delay="0"/>
                                          </p:stCondLst>
                                        </p:cTn>
                                        <p:tgtEl>
                                          <p:spTgt spid="74756"/>
                                        </p:tgtEl>
                                        <p:attrNameLst>
                                          <p:attrName>style.visibility</p:attrName>
                                        </p:attrNameLst>
                                      </p:cBhvr>
                                      <p:to>
                                        <p:strVal val="visible"/>
                                      </p:to>
                                    </p:set>
                                    <p:anim calcmode="lin" valueType="num">
                                      <p:cBhvr>
                                        <p:cTn id="11" dur="500" fill="hold"/>
                                        <p:tgtEl>
                                          <p:spTgt spid="74756"/>
                                        </p:tgtEl>
                                        <p:attrNameLst>
                                          <p:attrName>ppt_w</p:attrName>
                                        </p:attrNameLst>
                                      </p:cBhvr>
                                      <p:tavLst>
                                        <p:tav tm="0">
                                          <p:val>
                                            <p:fltVal val="0"/>
                                          </p:val>
                                        </p:tav>
                                        <p:tav tm="100000">
                                          <p:val>
                                            <p:strVal val="#ppt_w"/>
                                          </p:val>
                                        </p:tav>
                                      </p:tavLst>
                                    </p:anim>
                                    <p:anim calcmode="lin" valueType="num">
                                      <p:cBhvr>
                                        <p:cTn id="12" dur="500" fill="hold"/>
                                        <p:tgtEl>
                                          <p:spTgt spid="74756"/>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74757"/>
                                        </p:tgtEl>
                                        <p:attrNameLst>
                                          <p:attrName>style.visibility</p:attrName>
                                        </p:attrNameLst>
                                      </p:cBhvr>
                                      <p:to>
                                        <p:strVal val="visible"/>
                                      </p:to>
                                    </p:set>
                                    <p:anim calcmode="lin" valueType="num">
                                      <p:cBhvr>
                                        <p:cTn id="17" dur="500" fill="hold"/>
                                        <p:tgtEl>
                                          <p:spTgt spid="74757"/>
                                        </p:tgtEl>
                                        <p:attrNameLst>
                                          <p:attrName>ppt_w</p:attrName>
                                        </p:attrNameLst>
                                      </p:cBhvr>
                                      <p:tavLst>
                                        <p:tav tm="0">
                                          <p:val>
                                            <p:fltVal val="0"/>
                                          </p:val>
                                        </p:tav>
                                        <p:tav tm="100000">
                                          <p:val>
                                            <p:strVal val="#ppt_w"/>
                                          </p:val>
                                        </p:tav>
                                      </p:tavLst>
                                    </p:anim>
                                    <p:anim calcmode="lin" valueType="num">
                                      <p:cBhvr>
                                        <p:cTn id="18" dur="500" fill="hold"/>
                                        <p:tgtEl>
                                          <p:spTgt spid="7475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ldLvl="0" animBg="1"/>
      <p:bldP spid="74756" grpId="0" bldLvl="0" animBg="1"/>
      <p:bldP spid="74757"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B94198F3-28CF-4FAA-B639-95DF44D4F7CB}" type="slidenum">
              <a:rPr lang="zh-CN" altLang="en-US" sz="900">
                <a:solidFill>
                  <a:srgbClr val="848589"/>
                </a:solidFill>
                <a:latin typeface="Futura Bk" charset="0"/>
                <a:sym typeface="Futura Bk" charset="0"/>
              </a:rPr>
              <a:t>54</a:t>
            </a:fld>
            <a:endParaRPr lang="zh-CN" altLang="en-US" sz="900">
              <a:solidFill>
                <a:srgbClr val="848589"/>
              </a:solidFill>
              <a:latin typeface="Futura Bk" charset="0"/>
              <a:sym typeface="Futura Bk" charset="0"/>
            </a:endParaRPr>
          </a:p>
        </p:txBody>
      </p:sp>
      <p:sp>
        <p:nvSpPr>
          <p:cNvPr id="83971" name="Rectangle 2"/>
          <p:cNvSpPr>
            <a:spLocks noChangeArrowheads="1"/>
          </p:cNvSpPr>
          <p:nvPr/>
        </p:nvSpPr>
        <p:spPr bwMode="auto">
          <a:xfrm>
            <a:off x="725488" y="1612900"/>
            <a:ext cx="5292725" cy="504825"/>
          </a:xfrm>
          <a:prstGeom prst="rect">
            <a:avLst/>
          </a:prstGeom>
          <a:solidFill>
            <a:srgbClr val="FFFF99"/>
          </a:solidFill>
          <a:ln w="9525">
            <a:solidFill>
              <a:srgbClr val="FF0000"/>
            </a:solidFill>
            <a:miter lim="800000"/>
          </a:ln>
        </p:spPr>
        <p:txBody>
          <a:bodyPr lIns="92075" tIns="46038" rIns="92075" bIns="46038"/>
          <a:lstStyle>
            <a:lvl1pPr marL="228600" indent="-2286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lnSpc>
                <a:spcPct val="90000"/>
              </a:lnSpc>
              <a:spcBef>
                <a:spcPct val="30000"/>
              </a:spcBef>
              <a:spcAft>
                <a:spcPct val="10000"/>
              </a:spcAft>
              <a:buClr>
                <a:srgbClr val="B2B3B5"/>
              </a:buClr>
              <a:buSzPct val="75000"/>
              <a:buFont typeface="Arial" panose="020B0604020202020204" pitchFamily="34" charset="0"/>
              <a:buNone/>
            </a:pPr>
            <a:r>
              <a:rPr lang="en-US" altLang="zh-CN" sz="2800" b="1">
                <a:solidFill>
                  <a:srgbClr val="000000"/>
                </a:solidFill>
                <a:latin typeface="华文楷体" panose="02010600040101010101" pitchFamily="2" charset="-122"/>
                <a:sym typeface="华文楷体" panose="02010600040101010101" pitchFamily="2" charset="-122"/>
              </a:rPr>
              <a:t>2</a:t>
            </a:r>
            <a:r>
              <a:rPr lang="zh-CN" altLang="en-US" sz="2800" b="1">
                <a:solidFill>
                  <a:srgbClr val="000000"/>
                </a:solidFill>
                <a:latin typeface="华文楷体" panose="02010600040101010101" pitchFamily="2" charset="-122"/>
                <a:sym typeface="华文楷体" panose="02010600040101010101" pitchFamily="2" charset="-122"/>
              </a:rPr>
              <a:t>．整数在计算机内的表示</a:t>
            </a:r>
            <a:endParaRPr lang="zh-CN" altLang="en-US" sz="1800">
              <a:latin typeface="Calibri" panose="020F0502020204030204" pitchFamily="34" charset="0"/>
            </a:endParaRPr>
          </a:p>
        </p:txBody>
      </p:sp>
      <p:sp>
        <p:nvSpPr>
          <p:cNvPr id="75780" name="AutoShape 3"/>
          <p:cNvSpPr>
            <a:spLocks noChangeArrowheads="1"/>
          </p:cNvSpPr>
          <p:nvPr/>
        </p:nvSpPr>
        <p:spPr bwMode="auto">
          <a:xfrm>
            <a:off x="3059113" y="2276475"/>
            <a:ext cx="4211637" cy="2835275"/>
          </a:xfrm>
          <a:prstGeom prst="horizontalScroll">
            <a:avLst>
              <a:gd name="adj" fmla="val 12500"/>
            </a:avLst>
          </a:prstGeom>
          <a:solidFill>
            <a:srgbClr val="FFCCFF"/>
          </a:solidFill>
          <a:ln w="12700">
            <a:solidFill>
              <a:srgbClr val="FF0000"/>
            </a:solidFill>
            <a:bevel/>
          </a:ln>
        </p:spPr>
        <p:txBody>
          <a:bodyPr anchor="ct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lnSpc>
                <a:spcPct val="140000"/>
              </a:lnSpc>
              <a:spcBef>
                <a:spcPct val="0"/>
              </a:spcBef>
              <a:buClr>
                <a:srgbClr val="FFFF66"/>
              </a:buClr>
              <a:buFont typeface="Wingdings" panose="05000000000000000000" pitchFamily="2" charset="2"/>
              <a:buChar char="Ø"/>
            </a:pPr>
            <a:r>
              <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rPr>
              <a:t>   </a:t>
            </a:r>
            <a:r>
              <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hlinkClick r:id="rId3" action="ppaction://hlinksldjump"/>
              </a:rPr>
              <a:t>原    码</a:t>
            </a:r>
            <a:endPar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endParaRPr>
          </a:p>
          <a:p>
            <a:pPr algn="ctr" eaLnBrk="1" hangingPunct="1">
              <a:lnSpc>
                <a:spcPct val="140000"/>
              </a:lnSpc>
              <a:spcBef>
                <a:spcPct val="0"/>
              </a:spcBef>
              <a:buClr>
                <a:srgbClr val="FFFF66"/>
              </a:buClr>
              <a:buFont typeface="Wingdings" panose="05000000000000000000" pitchFamily="2" charset="2"/>
              <a:buChar char="Ø"/>
            </a:pPr>
            <a:r>
              <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rPr>
              <a:t>  </a:t>
            </a:r>
            <a:r>
              <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hlinkClick r:id="rId4" action="ppaction://hlinksldjump"/>
              </a:rPr>
              <a:t>反    码</a:t>
            </a:r>
            <a:endPar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endParaRPr>
          </a:p>
          <a:p>
            <a:pPr algn="ctr" eaLnBrk="1" hangingPunct="1">
              <a:lnSpc>
                <a:spcPct val="140000"/>
              </a:lnSpc>
              <a:spcBef>
                <a:spcPct val="0"/>
              </a:spcBef>
              <a:buClr>
                <a:srgbClr val="FFFF66"/>
              </a:buClr>
              <a:buFont typeface="Wingdings" panose="05000000000000000000" pitchFamily="2" charset="2"/>
              <a:buChar char="Ø"/>
            </a:pPr>
            <a:r>
              <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rPr>
              <a:t>   </a:t>
            </a:r>
            <a:r>
              <a:rPr lang="zh-CN" altLang="en-US" b="1">
                <a:solidFill>
                  <a:srgbClr val="000000"/>
                </a:solidFill>
                <a:latin typeface="华文楷体" panose="02010600040101010101" pitchFamily="2" charset="-122"/>
                <a:ea typeface="华文楷体" panose="02010600040101010101" pitchFamily="2" charset="-122"/>
                <a:sym typeface="华文楷体" panose="02010600040101010101" pitchFamily="2" charset="-122"/>
                <a:hlinkClick r:id="rId3" action="ppaction://hlinksldjump"/>
              </a:rPr>
              <a:t>补    码</a:t>
            </a:r>
            <a:endParaRPr lang="zh-CN" altLang="en-US" b="1" u="sng">
              <a:solidFill>
                <a:srgbClr val="000000"/>
              </a:solidFill>
              <a:latin typeface="华文楷体" panose="02010600040101010101" pitchFamily="2" charset="-122"/>
              <a:ea typeface="华文楷体" panose="02010600040101010101" pitchFamily="2" charset="-122"/>
              <a:sym typeface="华文楷体" panose="0201060004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1000"/>
                                  </p:stCondLst>
                                  <p:childTnLst>
                                    <p:set>
                                      <p:cBhvr>
                                        <p:cTn id="6" dur="1" fill="hold">
                                          <p:stCondLst>
                                            <p:cond delay="0"/>
                                          </p:stCondLst>
                                        </p:cTn>
                                        <p:tgtEl>
                                          <p:spTgt spid="75780"/>
                                        </p:tgtEl>
                                        <p:attrNameLst>
                                          <p:attrName>style.visibility</p:attrName>
                                        </p:attrNameLst>
                                      </p:cBhvr>
                                      <p:to>
                                        <p:strVal val="visible"/>
                                      </p:to>
                                    </p:set>
                                    <p:anim calcmode="lin" valueType="num">
                                      <p:cBhvr>
                                        <p:cTn id="7" dur="1000" fill="hold"/>
                                        <p:tgtEl>
                                          <p:spTgt spid="75780"/>
                                        </p:tgtEl>
                                        <p:attrNameLst>
                                          <p:attrName>ppt_w</p:attrName>
                                        </p:attrNameLst>
                                      </p:cBhvr>
                                      <p:tavLst>
                                        <p:tav tm="0">
                                          <p:val>
                                            <p:strVal val="#ppt_w*0.70"/>
                                          </p:val>
                                        </p:tav>
                                        <p:tav tm="100000">
                                          <p:val>
                                            <p:strVal val="#ppt_w"/>
                                          </p:val>
                                        </p:tav>
                                      </p:tavLst>
                                    </p:anim>
                                    <p:anim calcmode="lin" valueType="num">
                                      <p:cBhvr>
                                        <p:cTn id="8" dur="1000" fill="hold"/>
                                        <p:tgtEl>
                                          <p:spTgt spid="75780"/>
                                        </p:tgtEl>
                                        <p:attrNameLst>
                                          <p:attrName>ppt_h</p:attrName>
                                        </p:attrNameLst>
                                      </p:cBhvr>
                                      <p:tavLst>
                                        <p:tav tm="0">
                                          <p:val>
                                            <p:strVal val="#ppt_h"/>
                                          </p:val>
                                        </p:tav>
                                        <p:tav tm="100000">
                                          <p:val>
                                            <p:strVal val="#ppt_h"/>
                                          </p:val>
                                        </p:tav>
                                      </p:tavLst>
                                    </p:anim>
                                    <p:animEffect filter="fade">
                                      <p:cBhvr>
                                        <p:cTn id="9" dur="1000"/>
                                        <p:tgtEl>
                                          <p:spTgt spid="75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灯片编号占位符 3"/>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6ABE8C93-F754-425E-8EF9-E057ADCE67C4}" type="slidenum">
              <a:rPr lang="zh-CN" altLang="en-US" sz="900">
                <a:solidFill>
                  <a:srgbClr val="848589"/>
                </a:solidFill>
                <a:latin typeface="Futura Bk" charset="0"/>
                <a:sym typeface="Futura Bk" charset="0"/>
              </a:rPr>
              <a:t>55</a:t>
            </a:fld>
            <a:endParaRPr lang="zh-CN" altLang="en-US" sz="900">
              <a:solidFill>
                <a:srgbClr val="848589"/>
              </a:solidFill>
              <a:latin typeface="Futura Bk" charset="0"/>
              <a:sym typeface="Futura Bk" charset="0"/>
            </a:endParaRPr>
          </a:p>
        </p:txBody>
      </p:sp>
      <p:grpSp>
        <p:nvGrpSpPr>
          <p:cNvPr id="77827" name="Group 2"/>
          <p:cNvGrpSpPr/>
          <p:nvPr/>
        </p:nvGrpSpPr>
        <p:grpSpPr bwMode="auto">
          <a:xfrm>
            <a:off x="1476375" y="836613"/>
            <a:ext cx="7391400" cy="2133600"/>
            <a:chOff x="0" y="0"/>
            <a:chExt cx="4656" cy="1344"/>
          </a:xfrm>
        </p:grpSpPr>
        <p:sp>
          <p:nvSpPr>
            <p:cNvPr id="85003" name="Rectangle 3"/>
            <p:cNvSpPr>
              <a:spLocks noChangeArrowheads="1"/>
            </p:cNvSpPr>
            <p:nvPr/>
          </p:nvSpPr>
          <p:spPr bwMode="auto">
            <a:xfrm>
              <a:off x="0" y="0"/>
              <a:ext cx="4656" cy="480"/>
            </a:xfrm>
            <a:prstGeom prst="rect">
              <a:avLst/>
            </a:prstGeom>
            <a:solidFill>
              <a:srgbClr val="3366FF"/>
            </a:solidFill>
            <a:ln w="6350">
              <a:solidFill>
                <a:schemeClr val="tx1"/>
              </a:solidFill>
              <a:miter lim="800000"/>
            </a:ln>
          </p:spPr>
          <p:txBody>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rgbClr val="FF0066"/>
                </a:buClr>
                <a:buSzPct val="80000"/>
                <a:buFont typeface="Wingdings" panose="05000000000000000000" pitchFamily="2" charset="2"/>
                <a:buNone/>
              </a:pPr>
              <a:r>
                <a:rPr lang="zh-CN" altLang="en-US" b="1">
                  <a:solidFill>
                    <a:srgbClr val="CCFFFF"/>
                  </a:solidFill>
                  <a:latin typeface="Arial" panose="020B0604020202020204" pitchFamily="34" charset="0"/>
                  <a:sym typeface="Arial" panose="020B0604020202020204" pitchFamily="34" charset="0"/>
                </a:rPr>
                <a:t>正负数的</a:t>
              </a:r>
              <a:r>
                <a:rPr lang="zh-CN" altLang="en-US" b="1">
                  <a:solidFill>
                    <a:schemeClr val="bg2"/>
                  </a:solidFill>
                  <a:latin typeface="Arial" panose="020B0604020202020204" pitchFamily="34" charset="0"/>
                  <a:sym typeface="Arial" panose="020B0604020202020204" pitchFamily="34" charset="0"/>
                </a:rPr>
                <a:t> </a:t>
              </a:r>
              <a:r>
                <a:rPr lang="zh-CN" altLang="en-US" b="1">
                  <a:solidFill>
                    <a:srgbClr val="FFFF00"/>
                  </a:solidFill>
                  <a:latin typeface="Arial" panose="020B0604020202020204" pitchFamily="34" charset="0"/>
                  <a:sym typeface="Arial" panose="020B0604020202020204" pitchFamily="34" charset="0"/>
                </a:rPr>
                <a:t>原码</a:t>
              </a:r>
              <a:r>
                <a:rPr lang="zh-CN" altLang="en-US" b="1">
                  <a:solidFill>
                    <a:srgbClr val="FF0000"/>
                  </a:solidFill>
                  <a:latin typeface="Arial" panose="020B0604020202020204" pitchFamily="34" charset="0"/>
                  <a:sym typeface="Arial" panose="020B0604020202020204" pitchFamily="34" charset="0"/>
                </a:rPr>
                <a:t> </a:t>
              </a:r>
              <a:r>
                <a:rPr lang="zh-CN" altLang="en-US" b="1">
                  <a:solidFill>
                    <a:srgbClr val="CCFFFF"/>
                  </a:solidFill>
                  <a:latin typeface="Arial" panose="020B0604020202020204" pitchFamily="34" charset="0"/>
                  <a:sym typeface="Arial" panose="020B0604020202020204" pitchFamily="34" charset="0"/>
                </a:rPr>
                <a:t>表示</a:t>
              </a:r>
            </a:p>
          </p:txBody>
        </p:sp>
        <p:sp>
          <p:nvSpPr>
            <p:cNvPr id="85004" name="Rectangle 4"/>
            <p:cNvSpPr>
              <a:spLocks noChangeArrowheads="1"/>
            </p:cNvSpPr>
            <p:nvPr/>
          </p:nvSpPr>
          <p:spPr bwMode="auto">
            <a:xfrm>
              <a:off x="0" y="480"/>
              <a:ext cx="4656" cy="864"/>
            </a:xfrm>
            <a:prstGeom prst="rect">
              <a:avLst/>
            </a:prstGeom>
            <a:solidFill>
              <a:srgbClr val="FFFFCC"/>
            </a:solidFill>
            <a:ln w="6350">
              <a:solidFill>
                <a:srgbClr val="FF0000"/>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rgbClr val="FF0066"/>
                </a:buClr>
                <a:buSzPct val="80000"/>
                <a:buFont typeface="Wingdings" panose="05000000000000000000" pitchFamily="2" charset="2"/>
                <a:buNone/>
              </a:pPr>
              <a:r>
                <a:rPr lang="zh-CN" altLang="en-US" sz="2800" b="1">
                  <a:solidFill>
                    <a:srgbClr val="0000FF"/>
                  </a:solidFill>
                  <a:latin typeface="宋体" panose="02010600030101010101" pitchFamily="2" charset="-122"/>
                  <a:sym typeface="宋体" panose="02010600030101010101" pitchFamily="2" charset="-122"/>
                </a:rPr>
                <a:t>   规则：数值不变，符号“</a:t>
              </a:r>
              <a:r>
                <a:rPr lang="en-US" altLang="zh-CN" sz="2800" b="1">
                  <a:solidFill>
                    <a:srgbClr val="0000FF"/>
                  </a:solidFill>
                  <a:latin typeface="宋体" panose="02010600030101010101" pitchFamily="2" charset="-122"/>
                  <a:sym typeface="宋体" panose="02010600030101010101" pitchFamily="2" charset="-122"/>
                </a:rPr>
                <a:t>0”</a:t>
              </a:r>
              <a:r>
                <a:rPr lang="zh-CN" altLang="en-US" sz="2800" b="1">
                  <a:solidFill>
                    <a:srgbClr val="0000FF"/>
                  </a:solidFill>
                  <a:latin typeface="宋体" panose="02010600030101010101" pitchFamily="2" charset="-122"/>
                  <a:sym typeface="宋体" panose="02010600030101010101" pitchFamily="2" charset="-122"/>
                </a:rPr>
                <a:t>正，“</a:t>
              </a:r>
              <a:r>
                <a:rPr lang="en-US" altLang="zh-CN" sz="2800" b="1">
                  <a:solidFill>
                    <a:srgbClr val="0000FF"/>
                  </a:solidFill>
                  <a:latin typeface="宋体" panose="02010600030101010101" pitchFamily="2" charset="-122"/>
                  <a:sym typeface="宋体" panose="02010600030101010101" pitchFamily="2" charset="-122"/>
                </a:rPr>
                <a:t>1”</a:t>
              </a:r>
              <a:r>
                <a:rPr lang="zh-CN" altLang="en-US" sz="2800" b="1">
                  <a:solidFill>
                    <a:srgbClr val="0000FF"/>
                  </a:solidFill>
                  <a:latin typeface="宋体" panose="02010600030101010101" pitchFamily="2" charset="-122"/>
                  <a:sym typeface="宋体" panose="02010600030101010101" pitchFamily="2" charset="-122"/>
                </a:rPr>
                <a:t>负</a:t>
              </a:r>
            </a:p>
            <a:p>
              <a:pPr eaLnBrk="1" hangingPunct="1">
                <a:buClr>
                  <a:srgbClr val="FF0066"/>
                </a:buClr>
                <a:buSzPct val="80000"/>
                <a:buFont typeface="Wingdings" panose="05000000000000000000" pitchFamily="2" charset="2"/>
                <a:buNone/>
              </a:pPr>
              <a:r>
                <a:rPr lang="zh-CN" altLang="en-US" sz="2800" b="1">
                  <a:solidFill>
                    <a:srgbClr val="0000FF"/>
                  </a:solidFill>
                  <a:latin typeface="宋体" panose="02010600030101010101" pitchFamily="2" charset="-122"/>
                  <a:sym typeface="宋体" panose="02010600030101010101" pitchFamily="2" charset="-122"/>
                </a:rPr>
                <a:t>   假定：机器字长为</a:t>
              </a:r>
              <a:r>
                <a:rPr lang="en-US" altLang="zh-CN" sz="2800" b="1">
                  <a:solidFill>
                    <a:srgbClr val="0000FF"/>
                  </a:solidFill>
                  <a:latin typeface="宋体" panose="02010600030101010101" pitchFamily="2" charset="-122"/>
                  <a:sym typeface="宋体" panose="02010600030101010101" pitchFamily="2" charset="-122"/>
                </a:rPr>
                <a:t>n</a:t>
              </a:r>
              <a:endParaRPr lang="zh-CN" altLang="en-US" sz="1800">
                <a:latin typeface="Calibri" panose="020F0502020204030204" pitchFamily="34" charset="0"/>
              </a:endParaRPr>
            </a:p>
          </p:txBody>
        </p:sp>
      </p:grpSp>
      <p:sp>
        <p:nvSpPr>
          <p:cNvPr id="77830" name="Rectangle 5"/>
          <p:cNvSpPr>
            <a:spLocks noChangeArrowheads="1"/>
          </p:cNvSpPr>
          <p:nvPr/>
        </p:nvSpPr>
        <p:spPr bwMode="auto">
          <a:xfrm>
            <a:off x="34925" y="2970213"/>
            <a:ext cx="1441450" cy="533400"/>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r" eaLnBrk="1" hangingPunct="1">
              <a:spcBef>
                <a:spcPct val="0"/>
              </a:spcBef>
              <a:buFont typeface="Arial" panose="020B0604020202020204" pitchFamily="34" charset="0"/>
              <a:buNone/>
            </a:pPr>
            <a:r>
              <a:rPr lang="zh-CN" altLang="en-US" sz="2400" b="1">
                <a:solidFill>
                  <a:srgbClr val="FFFF00"/>
                </a:solidFill>
                <a:latin typeface="Times New Roman" panose="02020603050405020304" pitchFamily="18" charset="0"/>
                <a:sym typeface="Times New Roman" panose="02020603050405020304" pitchFamily="18" charset="0"/>
              </a:rPr>
              <a:t>例如：</a:t>
            </a:r>
            <a:endParaRPr lang="zh-CN" altLang="en-US" sz="1800">
              <a:latin typeface="Calibri" panose="020F0502020204030204" pitchFamily="34" charset="0"/>
            </a:endParaRPr>
          </a:p>
        </p:txBody>
      </p:sp>
      <p:sp>
        <p:nvSpPr>
          <p:cNvPr id="77831" name="Rectangle 6"/>
          <p:cNvSpPr>
            <a:spLocks noChangeArrowheads="1"/>
          </p:cNvSpPr>
          <p:nvPr/>
        </p:nvSpPr>
        <p:spPr bwMode="auto">
          <a:xfrm>
            <a:off x="1476375" y="2970213"/>
            <a:ext cx="7391400" cy="1066800"/>
          </a:xfrm>
          <a:prstGeom prst="rect">
            <a:avLst/>
          </a:prstGeom>
          <a:solidFill>
            <a:srgbClr val="3366FF"/>
          </a:solidFill>
          <a:ln w="9525">
            <a:solidFill>
              <a:schemeClr val="tx1"/>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Clr>
                <a:srgbClr val="FF0000"/>
              </a:buClr>
              <a:buFont typeface="Wingdings" panose="05000000000000000000" pitchFamily="2" charset="2"/>
              <a:buNone/>
            </a:pPr>
            <a:r>
              <a:rPr lang="zh-CN" altLang="en-US" sz="2800" b="1">
                <a:solidFill>
                  <a:srgbClr val="CCFFFF"/>
                </a:solidFill>
                <a:latin typeface="Times New Roman" panose="02020603050405020304" pitchFamily="18" charset="0"/>
                <a:sym typeface="Times New Roman" panose="02020603050405020304" pitchFamily="18" charset="0"/>
              </a:rPr>
              <a:t> 	</a:t>
            </a:r>
            <a:r>
              <a:rPr lang="en-US" altLang="zh-CN" sz="2800" b="1">
                <a:solidFill>
                  <a:srgbClr val="CCFFFF"/>
                </a:solidFill>
                <a:latin typeface="Times New Roman" panose="02020603050405020304" pitchFamily="18" charset="0"/>
                <a:sym typeface="Times New Roman" panose="02020603050405020304" pitchFamily="18" charset="0"/>
              </a:rPr>
              <a:t>X</a:t>
            </a:r>
            <a:r>
              <a:rPr lang="en-US" altLang="zh-CN" sz="2800" b="1" baseline="-30000">
                <a:solidFill>
                  <a:srgbClr val="CCFFFF"/>
                </a:solidFill>
                <a:latin typeface="Times New Roman" panose="02020603050405020304" pitchFamily="18" charset="0"/>
                <a:sym typeface="Times New Roman" panose="02020603050405020304" pitchFamily="18" charset="0"/>
              </a:rPr>
              <a:t>1 </a:t>
            </a:r>
            <a:r>
              <a:rPr lang="en-US" altLang="zh-CN" sz="2800" b="1">
                <a:solidFill>
                  <a:srgbClr val="CCFFFF"/>
                </a:solidFill>
                <a:latin typeface="Arial" panose="020B0604020202020204" pitchFamily="34" charset="0"/>
                <a:sym typeface="Arial" panose="020B0604020202020204" pitchFamily="34" charset="0"/>
              </a:rPr>
              <a:t>= +1010110   	</a:t>
            </a:r>
            <a:r>
              <a:rPr lang="en-US" altLang="zh-CN" sz="2800" b="1">
                <a:solidFill>
                  <a:srgbClr val="CCFFFF"/>
                </a:solidFill>
                <a:latin typeface="Times New Roman" panose="02020603050405020304" pitchFamily="18" charset="0"/>
                <a:sym typeface="Times New Roman" panose="02020603050405020304" pitchFamily="18" charset="0"/>
              </a:rPr>
              <a:t>[X</a:t>
            </a:r>
            <a:r>
              <a:rPr lang="en-US" altLang="zh-CN" sz="2800" b="1" baseline="-30000">
                <a:solidFill>
                  <a:srgbClr val="CCFFFF"/>
                </a:solidFill>
                <a:latin typeface="Times New Roman" panose="02020603050405020304" pitchFamily="18" charset="0"/>
                <a:sym typeface="Times New Roman" panose="02020603050405020304" pitchFamily="18" charset="0"/>
              </a:rPr>
              <a:t>1</a:t>
            </a:r>
            <a:r>
              <a:rPr lang="en-US" altLang="zh-CN" sz="2800" b="1">
                <a:solidFill>
                  <a:srgbClr val="CCFFFF"/>
                </a:solidFill>
                <a:latin typeface="Times New Roman" panose="02020603050405020304" pitchFamily="18" charset="0"/>
                <a:sym typeface="Times New Roman" panose="02020603050405020304" pitchFamily="18" charset="0"/>
              </a:rPr>
              <a:t>]</a:t>
            </a:r>
            <a:r>
              <a:rPr lang="zh-CN" altLang="en-US" sz="2800" b="1" baseline="-30000">
                <a:solidFill>
                  <a:srgbClr val="CCFFFF"/>
                </a:solidFill>
                <a:latin typeface="Times New Roman" panose="02020603050405020304" pitchFamily="18" charset="0"/>
                <a:sym typeface="Times New Roman" panose="02020603050405020304" pitchFamily="18" charset="0"/>
              </a:rPr>
              <a:t>原</a:t>
            </a:r>
            <a:r>
              <a:rPr lang="en-US" altLang="zh-CN" sz="2800" b="1">
                <a:solidFill>
                  <a:srgbClr val="CCFFFF"/>
                </a:solidFill>
                <a:latin typeface="Arial" panose="020B0604020202020204" pitchFamily="34" charset="0"/>
                <a:sym typeface="Arial" panose="020B0604020202020204" pitchFamily="34" charset="0"/>
              </a:rPr>
              <a:t>= </a:t>
            </a:r>
            <a:r>
              <a:rPr lang="en-US" altLang="zh-CN" sz="2800" b="1">
                <a:solidFill>
                  <a:srgbClr val="FF0000"/>
                </a:solidFill>
                <a:latin typeface="Arial" panose="020B0604020202020204" pitchFamily="34" charset="0"/>
                <a:sym typeface="Arial" panose="020B0604020202020204" pitchFamily="34" charset="0"/>
              </a:rPr>
              <a:t>0</a:t>
            </a:r>
            <a:r>
              <a:rPr lang="en-US" altLang="zh-CN" sz="2800" b="1">
                <a:solidFill>
                  <a:srgbClr val="CCFFFF"/>
                </a:solidFill>
                <a:latin typeface="Arial" panose="020B0604020202020204" pitchFamily="34" charset="0"/>
                <a:sym typeface="Arial" panose="020B0604020202020204" pitchFamily="34" charset="0"/>
              </a:rPr>
              <a:t>1010110 </a:t>
            </a:r>
            <a:endParaRPr lang="en-US" altLang="zh-CN" sz="2800" b="1">
              <a:solidFill>
                <a:srgbClr val="CCFFFF"/>
              </a:solidFill>
              <a:latin typeface="Times New Roman" panose="02020603050405020304" pitchFamily="18" charset="0"/>
              <a:sym typeface="Times New Roman" panose="02020603050405020304" pitchFamily="18" charset="0"/>
            </a:endParaRPr>
          </a:p>
          <a:p>
            <a:pPr algn="just" eaLnBrk="1" hangingPunct="1">
              <a:spcBef>
                <a:spcPct val="0"/>
              </a:spcBef>
              <a:buClr>
                <a:srgbClr val="FF0000"/>
              </a:buClr>
              <a:buFont typeface="Wingdings" panose="05000000000000000000" pitchFamily="2" charset="2"/>
              <a:buNone/>
            </a:pPr>
            <a:r>
              <a:rPr lang="en-US" altLang="zh-CN" sz="2800" b="1" baseline="-30000">
                <a:solidFill>
                  <a:srgbClr val="CCFFFF"/>
                </a:solidFill>
                <a:latin typeface="Times New Roman" panose="02020603050405020304" pitchFamily="18" charset="0"/>
                <a:sym typeface="Times New Roman" panose="02020603050405020304" pitchFamily="18" charset="0"/>
              </a:rPr>
              <a:t> 	</a:t>
            </a:r>
            <a:r>
              <a:rPr lang="en-US" altLang="zh-CN" sz="2800" b="1">
                <a:solidFill>
                  <a:srgbClr val="CCFFFF"/>
                </a:solidFill>
                <a:latin typeface="Times New Roman" panose="02020603050405020304" pitchFamily="18" charset="0"/>
                <a:sym typeface="Times New Roman" panose="02020603050405020304" pitchFamily="18" charset="0"/>
              </a:rPr>
              <a:t>X</a:t>
            </a:r>
            <a:r>
              <a:rPr lang="en-US" altLang="zh-CN" sz="2800" b="1" baseline="-30000">
                <a:solidFill>
                  <a:srgbClr val="CCFFFF"/>
                </a:solidFill>
                <a:latin typeface="Times New Roman" panose="02020603050405020304" pitchFamily="18" charset="0"/>
                <a:sym typeface="Times New Roman" panose="02020603050405020304" pitchFamily="18" charset="0"/>
              </a:rPr>
              <a:t>2 </a:t>
            </a:r>
            <a:r>
              <a:rPr lang="en-US" altLang="zh-CN" sz="2800" b="1">
                <a:solidFill>
                  <a:srgbClr val="CCFFFF"/>
                </a:solidFill>
                <a:latin typeface="Arial" panose="020B0604020202020204" pitchFamily="34" charset="0"/>
                <a:sym typeface="Arial" panose="020B0604020202020204" pitchFamily="34" charset="0"/>
              </a:rPr>
              <a:t>= + 0.1010110   	</a:t>
            </a:r>
            <a:r>
              <a:rPr lang="en-US" altLang="zh-CN" sz="2800" b="1">
                <a:solidFill>
                  <a:srgbClr val="CCFFFF"/>
                </a:solidFill>
                <a:latin typeface="Times New Roman" panose="02020603050405020304" pitchFamily="18" charset="0"/>
                <a:sym typeface="Times New Roman" panose="02020603050405020304" pitchFamily="18" charset="0"/>
              </a:rPr>
              <a:t>[X</a:t>
            </a:r>
            <a:r>
              <a:rPr lang="en-US" altLang="zh-CN" sz="2800" b="1" baseline="-30000">
                <a:solidFill>
                  <a:srgbClr val="CCFFFF"/>
                </a:solidFill>
                <a:latin typeface="Times New Roman" panose="02020603050405020304" pitchFamily="18" charset="0"/>
                <a:sym typeface="Times New Roman" panose="02020603050405020304" pitchFamily="18" charset="0"/>
              </a:rPr>
              <a:t>2</a:t>
            </a:r>
            <a:r>
              <a:rPr lang="en-US" altLang="zh-CN" sz="2800" b="1">
                <a:solidFill>
                  <a:srgbClr val="CCFFFF"/>
                </a:solidFill>
                <a:latin typeface="Times New Roman" panose="02020603050405020304" pitchFamily="18" charset="0"/>
                <a:sym typeface="Times New Roman" panose="02020603050405020304" pitchFamily="18" charset="0"/>
              </a:rPr>
              <a:t>]</a:t>
            </a:r>
            <a:r>
              <a:rPr lang="zh-CN" altLang="en-US" sz="2800" b="1" baseline="-30000">
                <a:solidFill>
                  <a:srgbClr val="CCFFFF"/>
                </a:solidFill>
                <a:latin typeface="Times New Roman" panose="02020603050405020304" pitchFamily="18" charset="0"/>
                <a:sym typeface="Times New Roman" panose="02020603050405020304" pitchFamily="18" charset="0"/>
              </a:rPr>
              <a:t>原</a:t>
            </a:r>
            <a:r>
              <a:rPr lang="en-US" altLang="zh-CN" sz="2800" b="1">
                <a:solidFill>
                  <a:srgbClr val="CCFFFF"/>
                </a:solidFill>
                <a:latin typeface="Arial" panose="020B0604020202020204" pitchFamily="34" charset="0"/>
                <a:sym typeface="Arial" panose="020B0604020202020204" pitchFamily="34" charset="0"/>
              </a:rPr>
              <a:t>= </a:t>
            </a:r>
            <a:r>
              <a:rPr lang="en-US" altLang="zh-CN" sz="2800" b="1">
                <a:solidFill>
                  <a:srgbClr val="FF0000"/>
                </a:solidFill>
                <a:latin typeface="Arial" panose="020B0604020202020204" pitchFamily="34" charset="0"/>
                <a:sym typeface="Arial" panose="020B0604020202020204" pitchFamily="34" charset="0"/>
              </a:rPr>
              <a:t>0</a:t>
            </a:r>
            <a:r>
              <a:rPr lang="en-US" altLang="zh-CN" sz="2800" b="1">
                <a:solidFill>
                  <a:srgbClr val="CCFFFF"/>
                </a:solidFill>
                <a:latin typeface="Arial" panose="020B0604020202020204" pitchFamily="34" charset="0"/>
                <a:sym typeface="Arial" panose="020B0604020202020204" pitchFamily="34" charset="0"/>
              </a:rPr>
              <a:t>.1010110 </a:t>
            </a:r>
            <a:endParaRPr lang="zh-CN" altLang="en-US" sz="1800">
              <a:latin typeface="Calibri" panose="020F0502020204030204" pitchFamily="34" charset="0"/>
            </a:endParaRPr>
          </a:p>
        </p:txBody>
      </p:sp>
      <p:sp>
        <p:nvSpPr>
          <p:cNvPr id="77832" name="Rectangle 7"/>
          <p:cNvSpPr>
            <a:spLocks noChangeArrowheads="1"/>
          </p:cNvSpPr>
          <p:nvPr/>
        </p:nvSpPr>
        <p:spPr bwMode="auto">
          <a:xfrm>
            <a:off x="1476375" y="4037013"/>
            <a:ext cx="7391400" cy="990600"/>
          </a:xfrm>
          <a:prstGeom prst="rect">
            <a:avLst/>
          </a:prstGeom>
          <a:solidFill>
            <a:srgbClr val="FFFFFF"/>
          </a:solidFill>
          <a:ln w="9525">
            <a:solidFill>
              <a:srgbClr val="0000FF"/>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Clr>
                <a:srgbClr val="FF0000"/>
              </a:buClr>
              <a:buFont typeface="Wingdings" panose="05000000000000000000" pitchFamily="2" charset="2"/>
              <a:buNone/>
            </a:pPr>
            <a:r>
              <a:rPr lang="zh-CN" altLang="en-US" sz="2800" b="1">
                <a:solidFill>
                  <a:srgbClr val="0000FF"/>
                </a:solidFill>
                <a:latin typeface="Times New Roman" panose="02020603050405020304" pitchFamily="18" charset="0"/>
                <a:sym typeface="Times New Roman" panose="02020603050405020304" pitchFamily="18" charset="0"/>
              </a:rPr>
              <a:t> 	</a:t>
            </a:r>
            <a:r>
              <a:rPr lang="en-US" altLang="zh-CN" sz="2800" b="1">
                <a:solidFill>
                  <a:srgbClr val="0000FF"/>
                </a:solidFill>
                <a:latin typeface="Times New Roman" panose="02020603050405020304" pitchFamily="18" charset="0"/>
                <a:sym typeface="Times New Roman" panose="02020603050405020304" pitchFamily="18" charset="0"/>
              </a:rPr>
              <a:t>X</a:t>
            </a:r>
            <a:r>
              <a:rPr lang="en-US" altLang="zh-CN" sz="2800" b="1" baseline="-30000">
                <a:solidFill>
                  <a:srgbClr val="0000FF"/>
                </a:solidFill>
                <a:latin typeface="Times New Roman" panose="02020603050405020304" pitchFamily="18" charset="0"/>
                <a:sym typeface="Times New Roman" panose="02020603050405020304" pitchFamily="18" charset="0"/>
              </a:rPr>
              <a:t>1 </a:t>
            </a:r>
            <a:r>
              <a:rPr lang="en-US" altLang="zh-CN" sz="2800" b="1">
                <a:solidFill>
                  <a:srgbClr val="0000FF"/>
                </a:solidFill>
                <a:latin typeface="Arial" panose="020B0604020202020204" pitchFamily="34" charset="0"/>
                <a:sym typeface="Arial" panose="020B0604020202020204" pitchFamily="34" charset="0"/>
              </a:rPr>
              <a:t>= - 1010110   	</a:t>
            </a:r>
            <a:r>
              <a:rPr lang="en-US" altLang="zh-CN" sz="2800" b="1">
                <a:solidFill>
                  <a:srgbClr val="0000FF"/>
                </a:solidFill>
                <a:latin typeface="Times New Roman" panose="02020603050405020304" pitchFamily="18" charset="0"/>
                <a:sym typeface="Times New Roman" panose="02020603050405020304" pitchFamily="18" charset="0"/>
              </a:rPr>
              <a:t>[X</a:t>
            </a:r>
            <a:r>
              <a:rPr lang="en-US" altLang="zh-CN" sz="2800" b="1" baseline="-30000">
                <a:solidFill>
                  <a:srgbClr val="0000FF"/>
                </a:solidFill>
                <a:latin typeface="Times New Roman" panose="02020603050405020304" pitchFamily="18" charset="0"/>
                <a:sym typeface="Times New Roman" panose="02020603050405020304" pitchFamily="18" charset="0"/>
              </a:rPr>
              <a:t>1</a:t>
            </a:r>
            <a:r>
              <a:rPr lang="en-US" altLang="zh-CN" sz="2800" b="1">
                <a:solidFill>
                  <a:srgbClr val="0000FF"/>
                </a:solidFill>
                <a:latin typeface="Times New Roman" panose="02020603050405020304" pitchFamily="18" charset="0"/>
                <a:sym typeface="Times New Roman" panose="02020603050405020304" pitchFamily="18" charset="0"/>
              </a:rPr>
              <a:t>]</a:t>
            </a:r>
            <a:r>
              <a:rPr lang="zh-CN" altLang="en-US" sz="2800" b="1" baseline="-30000">
                <a:solidFill>
                  <a:srgbClr val="0000FF"/>
                </a:solidFill>
                <a:latin typeface="Times New Roman" panose="02020603050405020304" pitchFamily="18" charset="0"/>
                <a:sym typeface="Times New Roman" panose="02020603050405020304" pitchFamily="18" charset="0"/>
              </a:rPr>
              <a:t>原</a:t>
            </a:r>
            <a:r>
              <a:rPr lang="en-US" altLang="zh-CN" sz="2800" b="1">
                <a:solidFill>
                  <a:srgbClr val="0000FF"/>
                </a:solidFill>
                <a:latin typeface="Arial" panose="020B0604020202020204" pitchFamily="34" charset="0"/>
                <a:sym typeface="Arial" panose="020B0604020202020204" pitchFamily="34" charset="0"/>
              </a:rPr>
              <a:t>= </a:t>
            </a:r>
            <a:r>
              <a:rPr lang="en-US" altLang="zh-CN" sz="2800" b="1">
                <a:solidFill>
                  <a:srgbClr val="FF0000"/>
                </a:solidFill>
                <a:latin typeface="Arial" panose="020B0604020202020204" pitchFamily="34" charset="0"/>
                <a:sym typeface="Arial" panose="020B0604020202020204" pitchFamily="34" charset="0"/>
              </a:rPr>
              <a:t>1</a:t>
            </a:r>
            <a:r>
              <a:rPr lang="en-US" altLang="zh-CN" sz="2800" b="1">
                <a:solidFill>
                  <a:srgbClr val="0000FF"/>
                </a:solidFill>
                <a:latin typeface="Arial" panose="020B0604020202020204" pitchFamily="34" charset="0"/>
                <a:sym typeface="Arial" panose="020B0604020202020204" pitchFamily="34" charset="0"/>
              </a:rPr>
              <a:t>1010110 </a:t>
            </a:r>
            <a:endParaRPr lang="en-US" altLang="zh-CN" sz="2800" b="1">
              <a:solidFill>
                <a:srgbClr val="0000FF"/>
              </a:solidFill>
              <a:latin typeface="Times New Roman" panose="02020603050405020304" pitchFamily="18" charset="0"/>
              <a:sym typeface="Times New Roman" panose="02020603050405020304" pitchFamily="18" charset="0"/>
            </a:endParaRPr>
          </a:p>
          <a:p>
            <a:pPr algn="just" eaLnBrk="1" hangingPunct="1">
              <a:spcBef>
                <a:spcPct val="0"/>
              </a:spcBef>
              <a:buClr>
                <a:srgbClr val="FF0000"/>
              </a:buClr>
              <a:buFont typeface="Wingdings" panose="05000000000000000000" pitchFamily="2" charset="2"/>
              <a:buNone/>
            </a:pPr>
            <a:r>
              <a:rPr lang="en-US" altLang="zh-CN" sz="2800" b="1" baseline="-30000">
                <a:solidFill>
                  <a:srgbClr val="0000FF"/>
                </a:solidFill>
                <a:latin typeface="Times New Roman" panose="02020603050405020304" pitchFamily="18" charset="0"/>
                <a:sym typeface="Times New Roman" panose="02020603050405020304" pitchFamily="18" charset="0"/>
              </a:rPr>
              <a:t>  	</a:t>
            </a:r>
            <a:r>
              <a:rPr lang="en-US" altLang="zh-CN" sz="2800" b="1">
                <a:solidFill>
                  <a:srgbClr val="0000FF"/>
                </a:solidFill>
                <a:latin typeface="Times New Roman" panose="02020603050405020304" pitchFamily="18" charset="0"/>
                <a:sym typeface="Times New Roman" panose="02020603050405020304" pitchFamily="18" charset="0"/>
              </a:rPr>
              <a:t>X</a:t>
            </a:r>
            <a:r>
              <a:rPr lang="en-US" altLang="zh-CN" sz="2800" b="1" baseline="-30000">
                <a:solidFill>
                  <a:srgbClr val="0000FF"/>
                </a:solidFill>
                <a:latin typeface="Times New Roman" panose="02020603050405020304" pitchFamily="18" charset="0"/>
                <a:sym typeface="Times New Roman" panose="02020603050405020304" pitchFamily="18" charset="0"/>
              </a:rPr>
              <a:t>2 </a:t>
            </a:r>
            <a:r>
              <a:rPr lang="en-US" altLang="zh-CN" sz="2800" b="1">
                <a:solidFill>
                  <a:srgbClr val="0000FF"/>
                </a:solidFill>
                <a:latin typeface="Arial" panose="020B0604020202020204" pitchFamily="34" charset="0"/>
                <a:sym typeface="Arial" panose="020B0604020202020204" pitchFamily="34" charset="0"/>
              </a:rPr>
              <a:t>= - 0.1010110    	</a:t>
            </a:r>
            <a:r>
              <a:rPr lang="en-US" altLang="zh-CN" sz="2800" b="1">
                <a:solidFill>
                  <a:srgbClr val="0000FF"/>
                </a:solidFill>
                <a:latin typeface="Times New Roman" panose="02020603050405020304" pitchFamily="18" charset="0"/>
                <a:sym typeface="Times New Roman" panose="02020603050405020304" pitchFamily="18" charset="0"/>
              </a:rPr>
              <a:t>[X</a:t>
            </a:r>
            <a:r>
              <a:rPr lang="en-US" altLang="zh-CN" sz="2800" b="1" baseline="-30000">
                <a:solidFill>
                  <a:srgbClr val="0000FF"/>
                </a:solidFill>
                <a:latin typeface="Times New Roman" panose="02020603050405020304" pitchFamily="18" charset="0"/>
                <a:sym typeface="Times New Roman" panose="02020603050405020304" pitchFamily="18" charset="0"/>
              </a:rPr>
              <a:t>2</a:t>
            </a:r>
            <a:r>
              <a:rPr lang="en-US" altLang="zh-CN" sz="2800" b="1">
                <a:solidFill>
                  <a:srgbClr val="0000FF"/>
                </a:solidFill>
                <a:latin typeface="Times New Roman" panose="02020603050405020304" pitchFamily="18" charset="0"/>
                <a:sym typeface="Times New Roman" panose="02020603050405020304" pitchFamily="18" charset="0"/>
              </a:rPr>
              <a:t>]</a:t>
            </a:r>
            <a:r>
              <a:rPr lang="zh-CN" altLang="en-US" sz="2800" b="1" baseline="-30000">
                <a:solidFill>
                  <a:srgbClr val="0000FF"/>
                </a:solidFill>
                <a:latin typeface="Times New Roman" panose="02020603050405020304" pitchFamily="18" charset="0"/>
                <a:sym typeface="Times New Roman" panose="02020603050405020304" pitchFamily="18" charset="0"/>
              </a:rPr>
              <a:t>原</a:t>
            </a:r>
            <a:r>
              <a:rPr lang="en-US" altLang="zh-CN" sz="2800" b="1">
                <a:solidFill>
                  <a:srgbClr val="0000FF"/>
                </a:solidFill>
                <a:latin typeface="Arial" panose="020B0604020202020204" pitchFamily="34" charset="0"/>
                <a:sym typeface="Arial" panose="020B0604020202020204" pitchFamily="34" charset="0"/>
              </a:rPr>
              <a:t>= </a:t>
            </a:r>
            <a:r>
              <a:rPr lang="en-US" altLang="zh-CN" sz="2800" b="1">
                <a:solidFill>
                  <a:srgbClr val="FF0000"/>
                </a:solidFill>
                <a:latin typeface="Arial" panose="020B0604020202020204" pitchFamily="34" charset="0"/>
                <a:sym typeface="Arial" panose="020B0604020202020204" pitchFamily="34" charset="0"/>
              </a:rPr>
              <a:t>1</a:t>
            </a:r>
            <a:r>
              <a:rPr lang="en-US" altLang="zh-CN" sz="2800" b="1">
                <a:solidFill>
                  <a:srgbClr val="0000FF"/>
                </a:solidFill>
                <a:latin typeface="Arial" panose="020B0604020202020204" pitchFamily="34" charset="0"/>
                <a:sym typeface="Arial" panose="020B0604020202020204" pitchFamily="34" charset="0"/>
              </a:rPr>
              <a:t>.1010110 </a:t>
            </a:r>
            <a:endParaRPr lang="zh-CN" altLang="en-US" sz="1800">
              <a:latin typeface="Calibri" panose="020F0502020204030204" pitchFamily="34" charset="0"/>
            </a:endParaRPr>
          </a:p>
        </p:txBody>
      </p:sp>
      <p:sp>
        <p:nvSpPr>
          <p:cNvPr id="77833" name="Rectangle 8"/>
          <p:cNvSpPr>
            <a:spLocks noChangeArrowheads="1"/>
          </p:cNvSpPr>
          <p:nvPr/>
        </p:nvSpPr>
        <p:spPr bwMode="auto">
          <a:xfrm>
            <a:off x="1476375" y="5013325"/>
            <a:ext cx="7416800" cy="1773238"/>
          </a:xfrm>
          <a:prstGeom prst="rect">
            <a:avLst/>
          </a:prstGeom>
          <a:solidFill>
            <a:srgbClr val="FFFFFF"/>
          </a:solidFill>
          <a:ln w="9525">
            <a:solidFill>
              <a:srgbClr val="FF0000"/>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40000"/>
              </a:lnSpc>
              <a:spcBef>
                <a:spcPct val="0"/>
              </a:spcBef>
              <a:buClr>
                <a:srgbClr val="CC0066"/>
              </a:buClr>
              <a:buSzPct val="80000"/>
              <a:buFont typeface="Monotype Sorts" pitchFamily="2" charset="2"/>
              <a:buNone/>
            </a:pPr>
            <a:r>
              <a:rPr lang="zh-CN" altLang="en-US" sz="2400" b="1">
                <a:solidFill>
                  <a:srgbClr val="0000FF"/>
                </a:solidFill>
                <a:latin typeface="宋体" panose="02010600030101010101" pitchFamily="2" charset="-122"/>
                <a:sym typeface="宋体" panose="02010600030101010101" pitchFamily="2" charset="-122"/>
              </a:rPr>
              <a:t> </a:t>
            </a:r>
            <a:r>
              <a:rPr lang="en-US" altLang="zh-CN" sz="2400" b="1">
                <a:solidFill>
                  <a:srgbClr val="0000FF"/>
                </a:solidFill>
                <a:latin typeface="宋体" panose="02010600030101010101" pitchFamily="2" charset="-122"/>
                <a:sym typeface="宋体" panose="02010600030101010101" pitchFamily="2" charset="-122"/>
              </a:rPr>
              <a:t>0</a:t>
            </a:r>
            <a:r>
              <a:rPr lang="zh-CN" altLang="en-US" sz="2400" b="1">
                <a:solidFill>
                  <a:srgbClr val="0000FF"/>
                </a:solidFill>
                <a:latin typeface="宋体" panose="02010600030101010101" pitchFamily="2" charset="-122"/>
                <a:sym typeface="宋体" panose="02010600030101010101" pitchFamily="2" charset="-122"/>
              </a:rPr>
              <a:t>的</a:t>
            </a:r>
            <a:r>
              <a:rPr lang="zh-CN" altLang="en-US" sz="2400" b="1">
                <a:solidFill>
                  <a:srgbClr val="FF0000"/>
                </a:solidFill>
                <a:latin typeface="宋体" panose="02010600030101010101" pitchFamily="2" charset="-122"/>
                <a:sym typeface="宋体" panose="02010600030101010101" pitchFamily="2" charset="-122"/>
              </a:rPr>
              <a:t>原码</a:t>
            </a:r>
            <a:r>
              <a:rPr lang="zh-CN" altLang="en-US" sz="2400" b="1">
                <a:solidFill>
                  <a:srgbClr val="0000FF"/>
                </a:solidFill>
                <a:latin typeface="宋体" panose="02010600030101010101" pitchFamily="2" charset="-122"/>
                <a:sym typeface="宋体" panose="02010600030101010101" pitchFamily="2" charset="-122"/>
              </a:rPr>
              <a:t>表示有两种形式：</a:t>
            </a:r>
          </a:p>
          <a:p>
            <a:pPr eaLnBrk="1" hangingPunct="1">
              <a:lnSpc>
                <a:spcPct val="140000"/>
              </a:lnSpc>
              <a:spcBef>
                <a:spcPct val="0"/>
              </a:spcBef>
              <a:buClr>
                <a:srgbClr val="CC0066"/>
              </a:buClr>
              <a:buSzPct val="80000"/>
              <a:buFont typeface="Monotype Sorts" pitchFamily="2" charset="2"/>
              <a:buNone/>
            </a:pPr>
            <a:r>
              <a:rPr lang="zh-CN" altLang="en-US" sz="2400" b="1">
                <a:solidFill>
                  <a:srgbClr val="0000FF"/>
                </a:solidFill>
                <a:latin typeface="宋体" panose="02010600030101010101" pitchFamily="2" charset="-122"/>
                <a:sym typeface="宋体" panose="02010600030101010101" pitchFamily="2" charset="-122"/>
              </a:rPr>
              <a:t>       		</a:t>
            </a:r>
            <a:r>
              <a:rPr lang="en-US" altLang="zh-CN" sz="2400" b="1">
                <a:solidFill>
                  <a:srgbClr val="0000FF"/>
                </a:solidFill>
                <a:latin typeface="宋体" panose="02010600030101010101" pitchFamily="2" charset="-122"/>
                <a:sym typeface="宋体" panose="02010600030101010101" pitchFamily="2" charset="-122"/>
              </a:rPr>
              <a:t>[+0]</a:t>
            </a:r>
            <a:r>
              <a:rPr lang="zh-CN" altLang="en-US" sz="1600" b="1">
                <a:solidFill>
                  <a:srgbClr val="0000FF"/>
                </a:solidFill>
                <a:latin typeface="宋体" panose="02010600030101010101" pitchFamily="2" charset="-122"/>
                <a:sym typeface="宋体" panose="02010600030101010101" pitchFamily="2" charset="-122"/>
              </a:rPr>
              <a:t>原</a:t>
            </a:r>
            <a:r>
              <a:rPr lang="zh-CN" altLang="en-US" sz="2400" b="1">
                <a:solidFill>
                  <a:srgbClr val="0000FF"/>
                </a:solidFill>
                <a:latin typeface="宋体" panose="02010600030101010101" pitchFamily="2" charset="-122"/>
                <a:sym typeface="宋体" panose="02010600030101010101" pitchFamily="2" charset="-122"/>
              </a:rPr>
              <a:t> </a:t>
            </a:r>
            <a:r>
              <a:rPr lang="en-US" altLang="zh-CN" sz="2400" b="1">
                <a:solidFill>
                  <a:srgbClr val="0000FF"/>
                </a:solidFill>
                <a:latin typeface="宋体" panose="02010600030101010101" pitchFamily="2" charset="-122"/>
                <a:sym typeface="宋体" panose="02010600030101010101" pitchFamily="2" charset="-122"/>
              </a:rPr>
              <a:t>= </a:t>
            </a:r>
            <a:r>
              <a:rPr lang="en-US" altLang="zh-CN" sz="2400" b="1">
                <a:solidFill>
                  <a:srgbClr val="FF0000"/>
                </a:solidFill>
                <a:latin typeface="宋体" panose="02010600030101010101" pitchFamily="2" charset="-122"/>
                <a:sym typeface="宋体" panose="02010600030101010101" pitchFamily="2" charset="-122"/>
              </a:rPr>
              <a:t>0</a:t>
            </a:r>
            <a:r>
              <a:rPr lang="en-US" altLang="zh-CN" sz="2400" b="1">
                <a:solidFill>
                  <a:srgbClr val="0000FF"/>
                </a:solidFill>
                <a:latin typeface="宋体" panose="02010600030101010101" pitchFamily="2" charset="-122"/>
                <a:sym typeface="宋体" panose="02010600030101010101" pitchFamily="2" charset="-122"/>
              </a:rPr>
              <a:t>0000000</a:t>
            </a:r>
            <a:endParaRPr lang="zh-CN" altLang="en-US" sz="2400" b="1">
              <a:solidFill>
                <a:srgbClr val="0000FF"/>
              </a:solidFill>
              <a:latin typeface="宋体" panose="02010600030101010101" pitchFamily="2" charset="-122"/>
              <a:sym typeface="宋体" panose="02010600030101010101" pitchFamily="2" charset="-122"/>
            </a:endParaRPr>
          </a:p>
          <a:p>
            <a:pPr eaLnBrk="1" hangingPunct="1">
              <a:lnSpc>
                <a:spcPct val="140000"/>
              </a:lnSpc>
              <a:spcBef>
                <a:spcPct val="0"/>
              </a:spcBef>
              <a:buClr>
                <a:srgbClr val="CC0066"/>
              </a:buClr>
              <a:buSzPct val="80000"/>
              <a:buFont typeface="Monotype Sorts" pitchFamily="2" charset="2"/>
              <a:buNone/>
            </a:pPr>
            <a:r>
              <a:rPr lang="en-US" altLang="zh-CN" sz="2400" b="1">
                <a:solidFill>
                  <a:srgbClr val="0000FF"/>
                </a:solidFill>
                <a:latin typeface="宋体" panose="02010600030101010101" pitchFamily="2" charset="-122"/>
                <a:sym typeface="宋体" panose="02010600030101010101" pitchFamily="2" charset="-122"/>
              </a:rPr>
              <a:t>        		[-0]</a:t>
            </a:r>
            <a:r>
              <a:rPr lang="zh-CN" altLang="en-US" sz="1600" b="1">
                <a:solidFill>
                  <a:srgbClr val="0000FF"/>
                </a:solidFill>
                <a:latin typeface="宋体" panose="02010600030101010101" pitchFamily="2" charset="-122"/>
                <a:sym typeface="宋体" panose="02010600030101010101" pitchFamily="2" charset="-122"/>
              </a:rPr>
              <a:t>原</a:t>
            </a:r>
            <a:r>
              <a:rPr lang="zh-CN" altLang="en-US" sz="2400" b="1">
                <a:solidFill>
                  <a:srgbClr val="0000FF"/>
                </a:solidFill>
                <a:latin typeface="宋体" panose="02010600030101010101" pitchFamily="2" charset="-122"/>
                <a:sym typeface="宋体" panose="02010600030101010101" pitchFamily="2" charset="-122"/>
              </a:rPr>
              <a:t> </a:t>
            </a:r>
            <a:r>
              <a:rPr lang="en-US" altLang="zh-CN" sz="2400" b="1">
                <a:solidFill>
                  <a:srgbClr val="0000FF"/>
                </a:solidFill>
                <a:latin typeface="宋体" panose="02010600030101010101" pitchFamily="2" charset="-122"/>
                <a:sym typeface="宋体" panose="02010600030101010101" pitchFamily="2" charset="-122"/>
              </a:rPr>
              <a:t>= </a:t>
            </a:r>
            <a:r>
              <a:rPr lang="en-US" altLang="zh-CN" sz="2400" b="1">
                <a:solidFill>
                  <a:srgbClr val="FF0000"/>
                </a:solidFill>
                <a:latin typeface="宋体" panose="02010600030101010101" pitchFamily="2" charset="-122"/>
                <a:sym typeface="宋体" panose="02010600030101010101" pitchFamily="2" charset="-122"/>
              </a:rPr>
              <a:t>1</a:t>
            </a:r>
            <a:r>
              <a:rPr lang="en-US" altLang="zh-CN" sz="2400" b="1">
                <a:solidFill>
                  <a:srgbClr val="0000FF"/>
                </a:solidFill>
                <a:latin typeface="宋体" panose="02010600030101010101" pitchFamily="2" charset="-122"/>
                <a:sym typeface="宋体" panose="02010600030101010101" pitchFamily="2" charset="-122"/>
              </a:rPr>
              <a:t>0000000</a:t>
            </a:r>
            <a:endParaRPr lang="zh-CN" altLang="en-US" sz="1800">
              <a:latin typeface="Calibri" panose="020F0502020204030204" pitchFamily="34" charset="0"/>
            </a:endParaRPr>
          </a:p>
        </p:txBody>
      </p:sp>
      <p:sp>
        <p:nvSpPr>
          <p:cNvPr id="85000" name="AutoShape 9"/>
          <p:cNvSpPr>
            <a:spLocks noChangeArrowheads="1"/>
          </p:cNvSpPr>
          <p:nvPr/>
        </p:nvSpPr>
        <p:spPr bwMode="auto">
          <a:xfrm>
            <a:off x="1116013" y="115888"/>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a:solidFill>
                  <a:srgbClr val="006699"/>
                </a:solidFill>
                <a:latin typeface="仿宋_GB2312" pitchFamily="1" charset="-122"/>
                <a:ea typeface="仿宋_GB2312" pitchFamily="1" charset="-122"/>
                <a:sym typeface="仿宋_GB2312" pitchFamily="1" charset="-122"/>
              </a:rPr>
              <a:t>① </a:t>
            </a:r>
            <a:r>
              <a:rPr lang="zh-CN" altLang="en-US" sz="2800" b="1">
                <a:solidFill>
                  <a:schemeClr val="hlink"/>
                </a:solidFill>
                <a:latin typeface="仿宋_GB2312" pitchFamily="1" charset="-122"/>
                <a:ea typeface="仿宋_GB2312" pitchFamily="1" charset="-122"/>
                <a:sym typeface="仿宋_GB2312" pitchFamily="1" charset="-122"/>
              </a:rPr>
              <a:t>原码</a:t>
            </a:r>
            <a:r>
              <a:rPr lang="zh-CN" altLang="en-US" sz="2800" b="1">
                <a:solidFill>
                  <a:srgbClr val="006699"/>
                </a:solidFill>
                <a:latin typeface="仿宋_GB2312" pitchFamily="1" charset="-122"/>
                <a:ea typeface="仿宋_GB2312" pitchFamily="1" charset="-122"/>
                <a:sym typeface="仿宋_GB2312" pitchFamily="1" charset="-122"/>
              </a:rPr>
              <a:t>的表示方法</a:t>
            </a:r>
            <a:endParaRPr lang="zh-CN" altLang="en-US" sz="1800">
              <a:latin typeface="Calibri" panose="020F050202020403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7827"/>
                                        </p:tgtEl>
                                        <p:attrNameLst>
                                          <p:attrName>style.visibility</p:attrName>
                                        </p:attrNameLst>
                                      </p:cBhvr>
                                      <p:to>
                                        <p:strVal val="visible"/>
                                      </p:to>
                                    </p:set>
                                    <p:animEffect filter="wipe(up)">
                                      <p:cBhvr>
                                        <p:cTn id="7" dur="500"/>
                                        <p:tgtEl>
                                          <p:spTgt spid="778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30"/>
                                        </p:tgtEl>
                                        <p:attrNameLst>
                                          <p:attrName>style.visibility</p:attrName>
                                        </p:attrNameLst>
                                      </p:cBhvr>
                                      <p:to>
                                        <p:strVal val="visible"/>
                                      </p:to>
                                    </p:set>
                                    <p:animEffect filter="wipe(left)">
                                      <p:cBhvr>
                                        <p:cTn id="12" dur="500"/>
                                        <p:tgtEl>
                                          <p:spTgt spid="77830"/>
                                        </p:tgtEl>
                                      </p:cBhvr>
                                    </p:animEffect>
                                  </p:childTnLst>
                                </p:cTn>
                              </p:par>
                            </p:childTnLst>
                          </p:cTn>
                        </p:par>
                        <p:par>
                          <p:cTn id="13" fill="hold">
                            <p:stCondLst>
                              <p:cond delay="500"/>
                            </p:stCondLst>
                            <p:childTnLst>
                              <p:par>
                                <p:cTn id="14" presetID="22" presetClass="entr" presetSubtype="8" fill="hold" grpId="0" nodeType="afterEffect">
                                  <p:stCondLst>
                                    <p:cond delay="1000"/>
                                  </p:stCondLst>
                                  <p:childTnLst>
                                    <p:set>
                                      <p:cBhvr>
                                        <p:cTn id="15" dur="1" fill="hold">
                                          <p:stCondLst>
                                            <p:cond delay="0"/>
                                          </p:stCondLst>
                                        </p:cTn>
                                        <p:tgtEl>
                                          <p:spTgt spid="77831"/>
                                        </p:tgtEl>
                                        <p:attrNameLst>
                                          <p:attrName>style.visibility</p:attrName>
                                        </p:attrNameLst>
                                      </p:cBhvr>
                                      <p:to>
                                        <p:strVal val="visible"/>
                                      </p:to>
                                    </p:set>
                                    <p:animEffect filter="wipe(left)">
                                      <p:cBhvr>
                                        <p:cTn id="16" dur="500"/>
                                        <p:tgtEl>
                                          <p:spTgt spid="778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7832"/>
                                        </p:tgtEl>
                                        <p:attrNameLst>
                                          <p:attrName>style.visibility</p:attrName>
                                        </p:attrNameLst>
                                      </p:cBhvr>
                                      <p:to>
                                        <p:strVal val="visible"/>
                                      </p:to>
                                    </p:set>
                                    <p:animEffect filter="wipe(left)">
                                      <p:cBhvr>
                                        <p:cTn id="21" dur="500"/>
                                        <p:tgtEl>
                                          <p:spTgt spid="7783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7833"/>
                                        </p:tgtEl>
                                        <p:attrNameLst>
                                          <p:attrName>style.visibility</p:attrName>
                                        </p:attrNameLst>
                                      </p:cBhvr>
                                      <p:to>
                                        <p:strVal val="visible"/>
                                      </p:to>
                                    </p:set>
                                    <p:animEffect filter="wipe(left)">
                                      <p:cBhvr>
                                        <p:cTn id="26" dur="500"/>
                                        <p:tgtEl>
                                          <p:spTgt spid="77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0" grpId="0" bldLvl="0" animBg="1"/>
      <p:bldP spid="77831" grpId="0" bldLvl="0" animBg="1"/>
      <p:bldP spid="77832" grpId="0" bldLvl="0" animBg="1"/>
      <p:bldP spid="77833"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EDE8598F-365B-4C5A-BB15-1F343F32F183}" type="slidenum">
              <a:rPr lang="zh-CN" altLang="en-US" sz="900">
                <a:solidFill>
                  <a:srgbClr val="848589"/>
                </a:solidFill>
                <a:latin typeface="Futura Bk" charset="0"/>
                <a:sym typeface="Futura Bk" charset="0"/>
              </a:rPr>
              <a:t>56</a:t>
            </a:fld>
            <a:endParaRPr lang="zh-CN" altLang="en-US" sz="900">
              <a:solidFill>
                <a:srgbClr val="848589"/>
              </a:solidFill>
              <a:latin typeface="Futura Bk" charset="0"/>
              <a:sym typeface="Futura Bk" charset="0"/>
            </a:endParaRPr>
          </a:p>
        </p:txBody>
      </p:sp>
      <p:grpSp>
        <p:nvGrpSpPr>
          <p:cNvPr id="79875" name="Group 2"/>
          <p:cNvGrpSpPr/>
          <p:nvPr/>
        </p:nvGrpSpPr>
        <p:grpSpPr bwMode="auto">
          <a:xfrm>
            <a:off x="1476375" y="765175"/>
            <a:ext cx="7391400" cy="2133600"/>
            <a:chOff x="0" y="0"/>
            <a:chExt cx="4656" cy="1344"/>
          </a:xfrm>
        </p:grpSpPr>
        <p:sp>
          <p:nvSpPr>
            <p:cNvPr id="86048" name="Rectangle 3"/>
            <p:cNvSpPr>
              <a:spLocks noChangeArrowheads="1"/>
            </p:cNvSpPr>
            <p:nvPr/>
          </p:nvSpPr>
          <p:spPr bwMode="auto">
            <a:xfrm>
              <a:off x="0" y="0"/>
              <a:ext cx="4656" cy="480"/>
            </a:xfrm>
            <a:prstGeom prst="rect">
              <a:avLst/>
            </a:prstGeom>
            <a:solidFill>
              <a:srgbClr val="3366FF"/>
            </a:solidFill>
            <a:ln w="6350">
              <a:solidFill>
                <a:schemeClr val="tx1"/>
              </a:solidFill>
              <a:miter lim="800000"/>
            </a:ln>
          </p:spPr>
          <p:txBody>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rgbClr val="FF0066"/>
                </a:buClr>
                <a:buSzPct val="80000"/>
                <a:buFont typeface="Wingdings" panose="05000000000000000000" pitchFamily="2" charset="2"/>
                <a:buNone/>
              </a:pPr>
              <a:r>
                <a:rPr lang="zh-CN" altLang="en-US" b="1">
                  <a:solidFill>
                    <a:srgbClr val="CCFFFF"/>
                  </a:solidFill>
                  <a:latin typeface="Arial" panose="020B0604020202020204" pitchFamily="34" charset="0"/>
                  <a:sym typeface="Arial" panose="020B0604020202020204" pitchFamily="34" charset="0"/>
                </a:rPr>
                <a:t>正负数的</a:t>
              </a:r>
              <a:r>
                <a:rPr lang="zh-CN" altLang="en-US" b="1">
                  <a:solidFill>
                    <a:schemeClr val="bg2"/>
                  </a:solidFill>
                  <a:latin typeface="Arial" panose="020B0604020202020204" pitchFamily="34" charset="0"/>
                  <a:sym typeface="Arial" panose="020B0604020202020204" pitchFamily="34" charset="0"/>
                </a:rPr>
                <a:t> </a:t>
              </a:r>
              <a:r>
                <a:rPr lang="zh-CN" altLang="en-US" b="1">
                  <a:solidFill>
                    <a:srgbClr val="FFFF00"/>
                  </a:solidFill>
                  <a:latin typeface="Arial" panose="020B0604020202020204" pitchFamily="34" charset="0"/>
                  <a:sym typeface="Arial" panose="020B0604020202020204" pitchFamily="34" charset="0"/>
                </a:rPr>
                <a:t>反码</a:t>
              </a:r>
              <a:r>
                <a:rPr lang="zh-CN" altLang="en-US" b="1">
                  <a:solidFill>
                    <a:srgbClr val="FF0000"/>
                  </a:solidFill>
                  <a:latin typeface="Arial" panose="020B0604020202020204" pitchFamily="34" charset="0"/>
                  <a:sym typeface="Arial" panose="020B0604020202020204" pitchFamily="34" charset="0"/>
                </a:rPr>
                <a:t> </a:t>
              </a:r>
              <a:r>
                <a:rPr lang="zh-CN" altLang="en-US" b="1">
                  <a:solidFill>
                    <a:srgbClr val="CCFFFF"/>
                  </a:solidFill>
                  <a:latin typeface="Arial" panose="020B0604020202020204" pitchFamily="34" charset="0"/>
                  <a:sym typeface="Arial" panose="020B0604020202020204" pitchFamily="34" charset="0"/>
                </a:rPr>
                <a:t>表示</a:t>
              </a:r>
            </a:p>
          </p:txBody>
        </p:sp>
        <p:sp>
          <p:nvSpPr>
            <p:cNvPr id="86049" name="Rectangle 4"/>
            <p:cNvSpPr>
              <a:spLocks noChangeArrowheads="1"/>
            </p:cNvSpPr>
            <p:nvPr/>
          </p:nvSpPr>
          <p:spPr bwMode="auto">
            <a:xfrm>
              <a:off x="0" y="480"/>
              <a:ext cx="4656" cy="864"/>
            </a:xfrm>
            <a:prstGeom prst="rect">
              <a:avLst/>
            </a:prstGeom>
            <a:solidFill>
              <a:srgbClr val="FFFFCC"/>
            </a:solidFill>
            <a:ln w="6350">
              <a:solidFill>
                <a:srgbClr val="FF0000"/>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20000"/>
                </a:lnSpc>
                <a:spcBef>
                  <a:spcPct val="0"/>
                </a:spcBef>
                <a:buFont typeface="Arial" panose="020B0604020202020204" pitchFamily="34" charset="0"/>
                <a:buNone/>
              </a:pPr>
              <a:r>
                <a:rPr lang="zh-CN" altLang="en-US" sz="2800" b="1">
                  <a:solidFill>
                    <a:srgbClr val="0000FF"/>
                  </a:solidFill>
                  <a:latin typeface="宋体" panose="02010600030101010101" pitchFamily="2" charset="-122"/>
                  <a:sym typeface="宋体" panose="02010600030101010101" pitchFamily="2" charset="-122"/>
                </a:rPr>
                <a:t>规则： 正数同</a:t>
              </a:r>
              <a:r>
                <a:rPr lang="zh-CN" altLang="en-US" sz="2800" b="1">
                  <a:solidFill>
                    <a:srgbClr val="FF0000"/>
                  </a:solidFill>
                  <a:latin typeface="宋体" panose="02010600030101010101" pitchFamily="2" charset="-122"/>
                  <a:sym typeface="宋体" panose="02010600030101010101" pitchFamily="2" charset="-122"/>
                </a:rPr>
                <a:t>原码</a:t>
              </a:r>
              <a:r>
                <a:rPr lang="zh-CN" altLang="en-US" sz="2800" b="1">
                  <a:solidFill>
                    <a:srgbClr val="0000FF"/>
                  </a:solidFill>
                  <a:latin typeface="宋体" panose="02010600030101010101" pitchFamily="2" charset="-122"/>
                  <a:sym typeface="宋体" panose="02010600030101010101" pitchFamily="2" charset="-122"/>
                </a:rPr>
                <a:t>。负数的反码</a:t>
              </a:r>
            </a:p>
            <a:p>
              <a:pPr eaLnBrk="1" hangingPunct="1">
                <a:lnSpc>
                  <a:spcPct val="120000"/>
                </a:lnSpc>
                <a:spcBef>
                  <a:spcPct val="0"/>
                </a:spcBef>
                <a:buFont typeface="Arial" panose="020B0604020202020204" pitchFamily="34" charset="0"/>
                <a:buNone/>
              </a:pPr>
              <a:r>
                <a:rPr lang="zh-CN" altLang="en-US" sz="2800" b="1">
                  <a:solidFill>
                    <a:srgbClr val="0000FF"/>
                  </a:solidFill>
                  <a:latin typeface="宋体" panose="02010600030101010101" pitchFamily="2" charset="-122"/>
                  <a:sym typeface="宋体" panose="02010600030101010101" pitchFamily="2" charset="-122"/>
                </a:rPr>
                <a:t>	  符号位为 </a:t>
              </a:r>
              <a:r>
                <a:rPr lang="en-US" altLang="zh-CN" sz="2800" b="1">
                  <a:solidFill>
                    <a:srgbClr val="FF0000"/>
                  </a:solidFill>
                  <a:latin typeface="宋体" panose="02010600030101010101" pitchFamily="2" charset="-122"/>
                  <a:sym typeface="宋体" panose="02010600030101010101" pitchFamily="2" charset="-122"/>
                </a:rPr>
                <a:t>1</a:t>
              </a:r>
              <a:r>
                <a:rPr lang="zh-CN" altLang="en-US" sz="2800" b="1">
                  <a:solidFill>
                    <a:srgbClr val="0000FF"/>
                  </a:solidFill>
                  <a:latin typeface="宋体" panose="02010600030101010101" pitchFamily="2" charset="-122"/>
                  <a:sym typeface="宋体" panose="02010600030101010101" pitchFamily="2" charset="-122"/>
                </a:rPr>
                <a:t>，数值部分</a:t>
              </a:r>
              <a:r>
                <a:rPr lang="zh-CN" altLang="en-US" sz="2800" b="1">
                  <a:solidFill>
                    <a:srgbClr val="FF0000"/>
                  </a:solidFill>
                  <a:latin typeface="宋体" panose="02010600030101010101" pitchFamily="2" charset="-122"/>
                  <a:sym typeface="宋体" panose="02010600030101010101" pitchFamily="2" charset="-122"/>
                </a:rPr>
                <a:t>按位取反</a:t>
              </a:r>
              <a:r>
                <a:rPr lang="zh-CN" altLang="en-US" sz="2800" b="1">
                  <a:solidFill>
                    <a:srgbClr val="0000FF"/>
                  </a:solidFill>
                  <a:latin typeface="宋体" panose="02010600030101010101" pitchFamily="2" charset="-122"/>
                  <a:sym typeface="宋体" panose="02010600030101010101" pitchFamily="2" charset="-122"/>
                </a:rPr>
                <a:t>。</a:t>
              </a:r>
              <a:endParaRPr lang="zh-CN" altLang="en-US" sz="1800">
                <a:latin typeface="Calibri" panose="020F0502020204030204" pitchFamily="34" charset="0"/>
              </a:endParaRPr>
            </a:p>
          </p:txBody>
        </p:sp>
      </p:grpSp>
      <p:sp>
        <p:nvSpPr>
          <p:cNvPr id="79878" name="Rectangle 5"/>
          <p:cNvSpPr>
            <a:spLocks noChangeArrowheads="1"/>
          </p:cNvSpPr>
          <p:nvPr/>
        </p:nvSpPr>
        <p:spPr bwMode="auto">
          <a:xfrm>
            <a:off x="34925" y="2898775"/>
            <a:ext cx="1441450" cy="533400"/>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r" eaLnBrk="1" hangingPunct="1">
              <a:spcBef>
                <a:spcPct val="0"/>
              </a:spcBef>
              <a:buFont typeface="Arial" panose="020B0604020202020204" pitchFamily="34" charset="0"/>
              <a:buNone/>
            </a:pPr>
            <a:r>
              <a:rPr lang="zh-CN" altLang="en-US" sz="2400" b="1">
                <a:solidFill>
                  <a:srgbClr val="FFFF00"/>
                </a:solidFill>
                <a:latin typeface="Times New Roman" panose="02020603050405020304" pitchFamily="18" charset="0"/>
                <a:sym typeface="Times New Roman" panose="02020603050405020304" pitchFamily="18" charset="0"/>
              </a:rPr>
              <a:t>例如：</a:t>
            </a:r>
            <a:endParaRPr lang="zh-CN" altLang="en-US" sz="1800">
              <a:latin typeface="Calibri" panose="020F0502020204030204" pitchFamily="34" charset="0"/>
            </a:endParaRPr>
          </a:p>
        </p:txBody>
      </p:sp>
      <p:sp>
        <p:nvSpPr>
          <p:cNvPr id="79879" name="Rectangle 6"/>
          <p:cNvSpPr>
            <a:spLocks noChangeArrowheads="1"/>
          </p:cNvSpPr>
          <p:nvPr/>
        </p:nvSpPr>
        <p:spPr bwMode="auto">
          <a:xfrm>
            <a:off x="1476375" y="2925763"/>
            <a:ext cx="7391400" cy="2014537"/>
          </a:xfrm>
          <a:prstGeom prst="rect">
            <a:avLst/>
          </a:prstGeom>
          <a:solidFill>
            <a:srgbClr val="FFCCFF"/>
          </a:solidFill>
          <a:ln w="9525">
            <a:solidFill>
              <a:schemeClr val="tx1"/>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Clr>
                <a:srgbClr val="FF0000"/>
              </a:buClr>
              <a:buFont typeface="Wingdings" panose="05000000000000000000" pitchFamily="2" charset="2"/>
              <a:buNone/>
            </a:pPr>
            <a:r>
              <a:rPr lang="zh-CN" altLang="en-US" sz="2800" b="1">
                <a:solidFill>
                  <a:srgbClr val="006699"/>
                </a:solidFill>
                <a:latin typeface="Times New Roman" panose="02020603050405020304" pitchFamily="18" charset="0"/>
                <a:sym typeface="Times New Roman" panose="02020603050405020304" pitchFamily="18" charset="0"/>
              </a:rPr>
              <a:t> 	</a:t>
            </a:r>
            <a:endParaRPr lang="en-US" altLang="zh-CN" sz="2800" b="1">
              <a:solidFill>
                <a:srgbClr val="006699"/>
              </a:solidFill>
              <a:latin typeface="Arial" panose="020B0604020202020204" pitchFamily="34" charset="0"/>
              <a:sym typeface="Arial" panose="020B0604020202020204" pitchFamily="34" charset="0"/>
            </a:endParaRPr>
          </a:p>
        </p:txBody>
      </p:sp>
      <p:sp>
        <p:nvSpPr>
          <p:cNvPr id="79880" name="Rectangle 8"/>
          <p:cNvSpPr>
            <a:spLocks noChangeArrowheads="1"/>
          </p:cNvSpPr>
          <p:nvPr/>
        </p:nvSpPr>
        <p:spPr bwMode="auto">
          <a:xfrm>
            <a:off x="1476375" y="4941888"/>
            <a:ext cx="7416800" cy="1773237"/>
          </a:xfrm>
          <a:prstGeom prst="rect">
            <a:avLst/>
          </a:prstGeom>
          <a:solidFill>
            <a:srgbClr val="FFFFFF"/>
          </a:solidFill>
          <a:ln w="9525">
            <a:solidFill>
              <a:srgbClr val="FF0000"/>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40000"/>
              </a:lnSpc>
              <a:spcBef>
                <a:spcPct val="0"/>
              </a:spcBef>
              <a:buClr>
                <a:srgbClr val="CC0066"/>
              </a:buClr>
              <a:buSzPct val="80000"/>
              <a:buFont typeface="Monotype Sorts" pitchFamily="2" charset="2"/>
              <a:buNone/>
            </a:pPr>
            <a:r>
              <a:rPr lang="en-US" altLang="zh-CN" sz="2400" b="1">
                <a:solidFill>
                  <a:srgbClr val="0000FF"/>
                </a:solidFill>
                <a:latin typeface="宋体" panose="02010600030101010101" pitchFamily="2" charset="-122"/>
                <a:sym typeface="宋体" panose="02010600030101010101" pitchFamily="2" charset="-122"/>
              </a:rPr>
              <a:t>0</a:t>
            </a:r>
            <a:r>
              <a:rPr lang="zh-CN" altLang="en-US" sz="2400" b="1">
                <a:solidFill>
                  <a:srgbClr val="0000FF"/>
                </a:solidFill>
                <a:latin typeface="宋体" panose="02010600030101010101" pitchFamily="2" charset="-122"/>
                <a:sym typeface="宋体" panose="02010600030101010101" pitchFamily="2" charset="-122"/>
              </a:rPr>
              <a:t>的</a:t>
            </a:r>
            <a:r>
              <a:rPr lang="zh-CN" altLang="en-US" sz="2400" b="1">
                <a:solidFill>
                  <a:srgbClr val="FF0000"/>
                </a:solidFill>
                <a:latin typeface="宋体" panose="02010600030101010101" pitchFamily="2" charset="-122"/>
                <a:sym typeface="宋体" panose="02010600030101010101" pitchFamily="2" charset="-122"/>
              </a:rPr>
              <a:t>反码</a:t>
            </a:r>
            <a:r>
              <a:rPr lang="zh-CN" altLang="en-US" sz="2400" b="1">
                <a:solidFill>
                  <a:srgbClr val="0000FF"/>
                </a:solidFill>
                <a:latin typeface="宋体" panose="02010600030101010101" pitchFamily="2" charset="-122"/>
                <a:sym typeface="宋体" panose="02010600030101010101" pitchFamily="2" charset="-122"/>
              </a:rPr>
              <a:t>表示有两种形式：</a:t>
            </a:r>
          </a:p>
          <a:p>
            <a:pPr eaLnBrk="1" hangingPunct="1">
              <a:lnSpc>
                <a:spcPct val="140000"/>
              </a:lnSpc>
              <a:spcBef>
                <a:spcPct val="0"/>
              </a:spcBef>
              <a:buClr>
                <a:srgbClr val="CC0066"/>
              </a:buClr>
              <a:buSzPct val="80000"/>
              <a:buFont typeface="Monotype Sorts" pitchFamily="2" charset="2"/>
              <a:buNone/>
            </a:pPr>
            <a:r>
              <a:rPr lang="zh-CN" altLang="en-US" sz="2400" b="1">
                <a:solidFill>
                  <a:srgbClr val="0000FF"/>
                </a:solidFill>
                <a:latin typeface="宋体" panose="02010600030101010101" pitchFamily="2" charset="-122"/>
                <a:sym typeface="宋体" panose="02010600030101010101" pitchFamily="2" charset="-122"/>
              </a:rPr>
              <a:t>      		</a:t>
            </a:r>
            <a:r>
              <a:rPr lang="en-US" altLang="zh-CN" sz="2400" b="1">
                <a:solidFill>
                  <a:srgbClr val="0000FF"/>
                </a:solidFill>
                <a:latin typeface="宋体" panose="02010600030101010101" pitchFamily="2" charset="-122"/>
                <a:sym typeface="宋体" panose="02010600030101010101" pitchFamily="2" charset="-122"/>
              </a:rPr>
              <a:t>[+0]</a:t>
            </a:r>
            <a:r>
              <a:rPr lang="zh-CN" altLang="en-US" sz="1600" b="1">
                <a:solidFill>
                  <a:srgbClr val="0000FF"/>
                </a:solidFill>
                <a:latin typeface="宋体" panose="02010600030101010101" pitchFamily="2" charset="-122"/>
                <a:sym typeface="宋体" panose="02010600030101010101" pitchFamily="2" charset="-122"/>
              </a:rPr>
              <a:t>反 </a:t>
            </a:r>
            <a:r>
              <a:rPr lang="en-US" altLang="zh-CN" sz="2400" b="1">
                <a:solidFill>
                  <a:srgbClr val="0000FF"/>
                </a:solidFill>
                <a:latin typeface="宋体" panose="02010600030101010101" pitchFamily="2" charset="-122"/>
                <a:sym typeface="宋体" panose="02010600030101010101" pitchFamily="2" charset="-122"/>
              </a:rPr>
              <a:t>= </a:t>
            </a:r>
            <a:r>
              <a:rPr lang="en-US" altLang="zh-CN" sz="2400" b="1">
                <a:solidFill>
                  <a:srgbClr val="FF0000"/>
                </a:solidFill>
                <a:latin typeface="宋体" panose="02010600030101010101" pitchFamily="2" charset="-122"/>
                <a:sym typeface="宋体" panose="02010600030101010101" pitchFamily="2" charset="-122"/>
              </a:rPr>
              <a:t>0</a:t>
            </a:r>
            <a:r>
              <a:rPr lang="en-US" altLang="zh-CN" sz="2400" b="1">
                <a:solidFill>
                  <a:srgbClr val="0000FF"/>
                </a:solidFill>
                <a:latin typeface="宋体" panose="02010600030101010101" pitchFamily="2" charset="-122"/>
                <a:sym typeface="宋体" panose="02010600030101010101" pitchFamily="2" charset="-122"/>
              </a:rPr>
              <a:t>0000000</a:t>
            </a:r>
            <a:endParaRPr lang="zh-CN" altLang="en-US" sz="2400" b="1">
              <a:solidFill>
                <a:srgbClr val="0000FF"/>
              </a:solidFill>
              <a:latin typeface="宋体" panose="02010600030101010101" pitchFamily="2" charset="-122"/>
              <a:sym typeface="宋体" panose="02010600030101010101" pitchFamily="2" charset="-122"/>
            </a:endParaRPr>
          </a:p>
          <a:p>
            <a:pPr eaLnBrk="1" hangingPunct="1">
              <a:lnSpc>
                <a:spcPct val="140000"/>
              </a:lnSpc>
              <a:spcBef>
                <a:spcPct val="0"/>
              </a:spcBef>
              <a:buClr>
                <a:srgbClr val="CC0066"/>
              </a:buClr>
              <a:buSzPct val="80000"/>
              <a:buFont typeface="Monotype Sorts" pitchFamily="2" charset="2"/>
              <a:buNone/>
            </a:pPr>
            <a:r>
              <a:rPr lang="en-US" altLang="zh-CN" sz="2400" b="1">
                <a:solidFill>
                  <a:srgbClr val="0000FF"/>
                </a:solidFill>
                <a:latin typeface="宋体" panose="02010600030101010101" pitchFamily="2" charset="-122"/>
                <a:sym typeface="宋体" panose="02010600030101010101" pitchFamily="2" charset="-122"/>
              </a:rPr>
              <a:t>       		[-0]</a:t>
            </a:r>
            <a:r>
              <a:rPr lang="zh-CN" altLang="en-US" sz="1600" b="1">
                <a:solidFill>
                  <a:srgbClr val="0000FF"/>
                </a:solidFill>
                <a:latin typeface="宋体" panose="02010600030101010101" pitchFamily="2" charset="-122"/>
                <a:sym typeface="宋体" panose="02010600030101010101" pitchFamily="2" charset="-122"/>
              </a:rPr>
              <a:t>反 </a:t>
            </a:r>
            <a:r>
              <a:rPr lang="en-US" altLang="zh-CN" sz="2400" b="1">
                <a:solidFill>
                  <a:srgbClr val="0000FF"/>
                </a:solidFill>
                <a:latin typeface="宋体" panose="02010600030101010101" pitchFamily="2" charset="-122"/>
                <a:sym typeface="宋体" panose="02010600030101010101" pitchFamily="2" charset="-122"/>
              </a:rPr>
              <a:t>= </a:t>
            </a:r>
            <a:r>
              <a:rPr lang="en-US" altLang="zh-CN" sz="2400" b="1">
                <a:solidFill>
                  <a:srgbClr val="FF0000"/>
                </a:solidFill>
                <a:latin typeface="宋体" panose="02010600030101010101" pitchFamily="2" charset="-122"/>
                <a:sym typeface="宋体" panose="02010600030101010101" pitchFamily="2" charset="-122"/>
              </a:rPr>
              <a:t>1</a:t>
            </a:r>
            <a:r>
              <a:rPr lang="en-US" altLang="zh-CN" sz="2400" b="1">
                <a:solidFill>
                  <a:srgbClr val="0000FF"/>
                </a:solidFill>
                <a:latin typeface="宋体" panose="02010600030101010101" pitchFamily="2" charset="-122"/>
                <a:sym typeface="宋体" panose="02010600030101010101" pitchFamily="2" charset="-122"/>
              </a:rPr>
              <a:t>1111111</a:t>
            </a:r>
            <a:endParaRPr lang="zh-CN" altLang="en-US" sz="1800">
              <a:latin typeface="Calibri" panose="020F0502020204030204" pitchFamily="34" charset="0"/>
            </a:endParaRPr>
          </a:p>
        </p:txBody>
      </p:sp>
      <p:sp>
        <p:nvSpPr>
          <p:cNvPr id="86023" name="AutoShape 9"/>
          <p:cNvSpPr>
            <a:spLocks noChangeArrowheads="1"/>
          </p:cNvSpPr>
          <p:nvPr/>
        </p:nvSpPr>
        <p:spPr bwMode="auto">
          <a:xfrm>
            <a:off x="1116013" y="115888"/>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①</a:t>
            </a:r>
            <a:r>
              <a:rPr lang="zh-CN" altLang="en-US" sz="2800" b="1">
                <a:solidFill>
                  <a:schemeClr val="hlink"/>
                </a:solidFill>
                <a:latin typeface="Tahoma" panose="020B0604030504040204" pitchFamily="34" charset="0"/>
                <a:ea typeface="仿宋_GB2312" pitchFamily="1" charset="-122"/>
                <a:sym typeface="Tahoma" panose="020B0604030504040204" pitchFamily="34" charset="0"/>
              </a:rPr>
              <a:t>反码</a:t>
            </a: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的表示方法</a:t>
            </a:r>
            <a:endParaRPr lang="zh-CN" altLang="en-US" sz="1800">
              <a:latin typeface="Calibri" panose="020F0502020204030204" pitchFamily="34" charset="0"/>
            </a:endParaRPr>
          </a:p>
        </p:txBody>
      </p:sp>
      <p:graphicFrame>
        <p:nvGraphicFramePr>
          <p:cNvPr id="79883" name="表格 79882"/>
          <p:cNvGraphicFramePr/>
          <p:nvPr/>
        </p:nvGraphicFramePr>
        <p:xfrm>
          <a:off x="1547813" y="3068638"/>
          <a:ext cx="7129463" cy="1655763"/>
        </p:xfrm>
        <a:graphic>
          <a:graphicData uri="http://schemas.openxmlformats.org/drawingml/2006/table">
            <a:tbl>
              <a:tblPr/>
              <a:tblGrid>
                <a:gridCol w="1782763">
                  <a:extLst>
                    <a:ext uri="{9D8B030D-6E8A-4147-A177-3AD203B41FA5}">
                      <a16:colId xmlns:a16="http://schemas.microsoft.com/office/drawing/2014/main" val="20000"/>
                    </a:ext>
                  </a:extLst>
                </a:gridCol>
                <a:gridCol w="1782762">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1782763">
                  <a:extLst>
                    <a:ext uri="{9D8B030D-6E8A-4147-A177-3AD203B41FA5}">
                      <a16:colId xmlns:a16="http://schemas.microsoft.com/office/drawing/2014/main" val="20003"/>
                    </a:ext>
                  </a:extLst>
                </a:gridCol>
              </a:tblGrid>
              <a:tr h="552450">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2</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0</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0000010</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-2</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100000"/>
                        </a:lnSpc>
                        <a:spcBef>
                          <a:spcPct val="0"/>
                        </a:spcBef>
                        <a:spcAft>
                          <a:spcPct val="0"/>
                        </a:spcAft>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1</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1111101</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extLst>
                  <a:ext uri="{0D108BD9-81ED-4DB2-BD59-A6C34878D82A}">
                    <a16:rowId xmlns:a16="http://schemas.microsoft.com/office/drawing/2014/main" val="10000"/>
                  </a:ext>
                </a:extLst>
              </a:tr>
              <a:tr h="550863">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3</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100000"/>
                        </a:lnSpc>
                        <a:spcBef>
                          <a:spcPct val="0"/>
                        </a:spcBef>
                        <a:spcAft>
                          <a:spcPct val="0"/>
                        </a:spcAft>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0</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0000011</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-3</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1</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1111100</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extLst>
                  <a:ext uri="{0D108BD9-81ED-4DB2-BD59-A6C34878D82A}">
                    <a16:rowId xmlns:a16="http://schemas.microsoft.com/office/drawing/2014/main" val="10001"/>
                  </a:ext>
                </a:extLst>
              </a:tr>
              <a:tr h="552450">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5</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100000"/>
                        </a:lnSpc>
                        <a:spcBef>
                          <a:spcPct val="0"/>
                        </a:spcBef>
                        <a:spcAft>
                          <a:spcPct val="0"/>
                        </a:spcAft>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0</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0000101</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-5</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1</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1111010</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extLst>
                  <a:ext uri="{0D108BD9-81ED-4DB2-BD59-A6C34878D82A}">
                    <a16:rowId xmlns:a16="http://schemas.microsoft.com/office/drawing/2014/main" val="10002"/>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9875"/>
                                        </p:tgtEl>
                                        <p:attrNameLst>
                                          <p:attrName>style.visibility</p:attrName>
                                        </p:attrNameLst>
                                      </p:cBhvr>
                                      <p:to>
                                        <p:strVal val="visible"/>
                                      </p:to>
                                    </p:set>
                                    <p:animEffect filter="wipe(up)">
                                      <p:cBhvr>
                                        <p:cTn id="7" dur="500"/>
                                        <p:tgtEl>
                                          <p:spTgt spid="798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8"/>
                                        </p:tgtEl>
                                        <p:attrNameLst>
                                          <p:attrName>style.visibility</p:attrName>
                                        </p:attrNameLst>
                                      </p:cBhvr>
                                      <p:to>
                                        <p:strVal val="visible"/>
                                      </p:to>
                                    </p:set>
                                    <p:animEffect filter="wipe(left)">
                                      <p:cBhvr>
                                        <p:cTn id="12" dur="500"/>
                                        <p:tgtEl>
                                          <p:spTgt spid="79878"/>
                                        </p:tgtEl>
                                      </p:cBhvr>
                                    </p:animEffect>
                                  </p:childTnLst>
                                </p:cTn>
                              </p:par>
                            </p:childTnLst>
                          </p:cTn>
                        </p:par>
                        <p:par>
                          <p:cTn id="13" fill="hold">
                            <p:stCondLst>
                              <p:cond delay="500"/>
                            </p:stCondLst>
                            <p:childTnLst>
                              <p:par>
                                <p:cTn id="14" presetID="22" presetClass="entr" presetSubtype="8" fill="hold" grpId="0" nodeType="afterEffect">
                                  <p:stCondLst>
                                    <p:cond delay="1000"/>
                                  </p:stCondLst>
                                  <p:childTnLst>
                                    <p:set>
                                      <p:cBhvr>
                                        <p:cTn id="15" dur="1" fill="hold">
                                          <p:stCondLst>
                                            <p:cond delay="0"/>
                                          </p:stCondLst>
                                        </p:cTn>
                                        <p:tgtEl>
                                          <p:spTgt spid="79879"/>
                                        </p:tgtEl>
                                        <p:attrNameLst>
                                          <p:attrName>style.visibility</p:attrName>
                                        </p:attrNameLst>
                                      </p:cBhvr>
                                      <p:to>
                                        <p:strVal val="visible"/>
                                      </p:to>
                                    </p:set>
                                    <p:animEffect filter="wipe(left)">
                                      <p:cBhvr>
                                        <p:cTn id="16" dur="500"/>
                                        <p:tgtEl>
                                          <p:spTgt spid="7987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9880"/>
                                        </p:tgtEl>
                                        <p:attrNameLst>
                                          <p:attrName>style.visibility</p:attrName>
                                        </p:attrNameLst>
                                      </p:cBhvr>
                                      <p:to>
                                        <p:strVal val="visible"/>
                                      </p:to>
                                    </p:set>
                                    <p:animEffect filter="wipe(left)">
                                      <p:cBhvr>
                                        <p:cTn id="21" dur="500"/>
                                        <p:tgtEl>
                                          <p:spTgt spid="79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 grpId="0" bldLvl="0" animBg="1"/>
      <p:bldP spid="79879" grpId="0" bldLvl="0" animBg="1"/>
      <p:bldP spid="79880"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F84B04D8-EB96-4F3C-9038-B8B209957B8F}" type="slidenum">
              <a:rPr lang="zh-CN" altLang="en-US" sz="900">
                <a:solidFill>
                  <a:srgbClr val="848589"/>
                </a:solidFill>
                <a:latin typeface="Futura Bk" charset="0"/>
                <a:sym typeface="Futura Bk" charset="0"/>
              </a:rPr>
              <a:t>57</a:t>
            </a:fld>
            <a:endParaRPr lang="zh-CN" altLang="en-US" sz="900">
              <a:solidFill>
                <a:srgbClr val="848589"/>
              </a:solidFill>
              <a:latin typeface="Futura Bk" charset="0"/>
              <a:sym typeface="Futura Bk" charset="0"/>
            </a:endParaRPr>
          </a:p>
        </p:txBody>
      </p:sp>
      <p:grpSp>
        <p:nvGrpSpPr>
          <p:cNvPr id="81923" name="Group 2"/>
          <p:cNvGrpSpPr/>
          <p:nvPr/>
        </p:nvGrpSpPr>
        <p:grpSpPr bwMode="auto">
          <a:xfrm>
            <a:off x="1476375" y="765175"/>
            <a:ext cx="7391400" cy="2133600"/>
            <a:chOff x="0" y="0"/>
            <a:chExt cx="4656" cy="1344"/>
          </a:xfrm>
        </p:grpSpPr>
        <p:sp>
          <p:nvSpPr>
            <p:cNvPr id="87072" name="Rectangle 3"/>
            <p:cNvSpPr>
              <a:spLocks noChangeArrowheads="1"/>
            </p:cNvSpPr>
            <p:nvPr/>
          </p:nvSpPr>
          <p:spPr bwMode="auto">
            <a:xfrm>
              <a:off x="0" y="0"/>
              <a:ext cx="4656" cy="480"/>
            </a:xfrm>
            <a:prstGeom prst="rect">
              <a:avLst/>
            </a:prstGeom>
            <a:solidFill>
              <a:srgbClr val="3366FF"/>
            </a:solidFill>
            <a:ln w="6350">
              <a:solidFill>
                <a:schemeClr val="tx1"/>
              </a:solidFill>
              <a:miter lim="800000"/>
            </a:ln>
          </p:spPr>
          <p:txBody>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ctr" eaLnBrk="1" hangingPunct="1">
                <a:buClr>
                  <a:srgbClr val="FF0066"/>
                </a:buClr>
                <a:buSzPct val="80000"/>
                <a:buFont typeface="Wingdings" panose="05000000000000000000" pitchFamily="2" charset="2"/>
                <a:buNone/>
              </a:pPr>
              <a:r>
                <a:rPr lang="zh-CN" altLang="en-US" b="1">
                  <a:solidFill>
                    <a:srgbClr val="CCFFFF"/>
                  </a:solidFill>
                  <a:latin typeface="Arial" panose="020B0604020202020204" pitchFamily="34" charset="0"/>
                  <a:sym typeface="Arial" panose="020B0604020202020204" pitchFamily="34" charset="0"/>
                </a:rPr>
                <a:t>正负数的</a:t>
              </a:r>
              <a:r>
                <a:rPr lang="zh-CN" altLang="en-US" b="1">
                  <a:solidFill>
                    <a:schemeClr val="bg2"/>
                  </a:solidFill>
                  <a:latin typeface="Arial" panose="020B0604020202020204" pitchFamily="34" charset="0"/>
                  <a:sym typeface="Arial" panose="020B0604020202020204" pitchFamily="34" charset="0"/>
                </a:rPr>
                <a:t> </a:t>
              </a:r>
              <a:r>
                <a:rPr lang="zh-CN" altLang="en-US" b="1">
                  <a:solidFill>
                    <a:srgbClr val="FFFF00"/>
                  </a:solidFill>
                  <a:latin typeface="Arial" panose="020B0604020202020204" pitchFamily="34" charset="0"/>
                  <a:sym typeface="Arial" panose="020B0604020202020204" pitchFamily="34" charset="0"/>
                </a:rPr>
                <a:t>补码</a:t>
              </a:r>
              <a:r>
                <a:rPr lang="zh-CN" altLang="en-US" b="1">
                  <a:solidFill>
                    <a:srgbClr val="FF0000"/>
                  </a:solidFill>
                  <a:latin typeface="Arial" panose="020B0604020202020204" pitchFamily="34" charset="0"/>
                  <a:sym typeface="Arial" panose="020B0604020202020204" pitchFamily="34" charset="0"/>
                </a:rPr>
                <a:t> </a:t>
              </a:r>
              <a:r>
                <a:rPr lang="zh-CN" altLang="en-US" b="1">
                  <a:solidFill>
                    <a:srgbClr val="CCFFFF"/>
                  </a:solidFill>
                  <a:latin typeface="Arial" panose="020B0604020202020204" pitchFamily="34" charset="0"/>
                  <a:sym typeface="Arial" panose="020B0604020202020204" pitchFamily="34" charset="0"/>
                </a:rPr>
                <a:t>表示</a:t>
              </a:r>
            </a:p>
          </p:txBody>
        </p:sp>
        <p:sp>
          <p:nvSpPr>
            <p:cNvPr id="87073" name="Rectangle 4"/>
            <p:cNvSpPr>
              <a:spLocks noChangeArrowheads="1"/>
            </p:cNvSpPr>
            <p:nvPr/>
          </p:nvSpPr>
          <p:spPr bwMode="auto">
            <a:xfrm>
              <a:off x="0" y="480"/>
              <a:ext cx="4656" cy="864"/>
            </a:xfrm>
            <a:prstGeom prst="rect">
              <a:avLst/>
            </a:prstGeom>
            <a:solidFill>
              <a:srgbClr val="FFFFCC"/>
            </a:solidFill>
            <a:ln w="6350">
              <a:solidFill>
                <a:srgbClr val="FF0000"/>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20000"/>
                </a:lnSpc>
                <a:spcBef>
                  <a:spcPct val="0"/>
                </a:spcBef>
                <a:buFont typeface="Arial" panose="020B0604020202020204" pitchFamily="34" charset="0"/>
                <a:buNone/>
              </a:pPr>
              <a:r>
                <a:rPr lang="zh-CN" altLang="en-US" sz="2800" b="1">
                  <a:solidFill>
                    <a:srgbClr val="0000FF"/>
                  </a:solidFill>
                  <a:latin typeface="宋体" panose="02010600030101010101" pitchFamily="2" charset="-122"/>
                  <a:sym typeface="宋体" panose="02010600030101010101" pitchFamily="2" charset="-122"/>
                </a:rPr>
                <a:t>规则： 正数同</a:t>
              </a:r>
              <a:r>
                <a:rPr lang="zh-CN" altLang="en-US" sz="2800" b="1">
                  <a:solidFill>
                    <a:srgbClr val="FF0000"/>
                  </a:solidFill>
                  <a:latin typeface="宋体" panose="02010600030101010101" pitchFamily="2" charset="-122"/>
                  <a:sym typeface="宋体" panose="02010600030101010101" pitchFamily="2" charset="-122"/>
                </a:rPr>
                <a:t>原码</a:t>
              </a:r>
              <a:r>
                <a:rPr lang="zh-CN" altLang="en-US" sz="2800" b="1">
                  <a:solidFill>
                    <a:srgbClr val="0000FF"/>
                  </a:solidFill>
                  <a:latin typeface="宋体" panose="02010600030101010101" pitchFamily="2" charset="-122"/>
                  <a:sym typeface="宋体" panose="02010600030101010101" pitchFamily="2" charset="-122"/>
                </a:rPr>
                <a:t>。负数的补码</a:t>
              </a:r>
            </a:p>
            <a:p>
              <a:pPr eaLnBrk="1" hangingPunct="1">
                <a:lnSpc>
                  <a:spcPct val="120000"/>
                </a:lnSpc>
                <a:spcBef>
                  <a:spcPct val="0"/>
                </a:spcBef>
                <a:buFont typeface="Arial" panose="020B0604020202020204" pitchFamily="34" charset="0"/>
                <a:buNone/>
              </a:pPr>
              <a:r>
                <a:rPr lang="zh-CN" altLang="en-US" sz="2800" b="1">
                  <a:solidFill>
                    <a:srgbClr val="0000FF"/>
                  </a:solidFill>
                  <a:latin typeface="宋体" panose="02010600030101010101" pitchFamily="2" charset="-122"/>
                  <a:sym typeface="宋体" panose="02010600030101010101" pitchFamily="2" charset="-122"/>
                </a:rPr>
                <a:t>	  符号位为 </a:t>
              </a:r>
              <a:r>
                <a:rPr lang="en-US" altLang="zh-CN" sz="2800" b="1">
                  <a:solidFill>
                    <a:srgbClr val="FF0000"/>
                  </a:solidFill>
                  <a:latin typeface="宋体" panose="02010600030101010101" pitchFamily="2" charset="-122"/>
                  <a:sym typeface="宋体" panose="02010600030101010101" pitchFamily="2" charset="-122"/>
                </a:rPr>
                <a:t>1</a:t>
              </a:r>
              <a:r>
                <a:rPr lang="zh-CN" altLang="en-US" sz="2800" b="1">
                  <a:solidFill>
                    <a:srgbClr val="0000FF"/>
                  </a:solidFill>
                  <a:latin typeface="宋体" panose="02010600030101010101" pitchFamily="2" charset="-122"/>
                  <a:sym typeface="宋体" panose="02010600030101010101" pitchFamily="2" charset="-122"/>
                </a:rPr>
                <a:t>，数值部分</a:t>
              </a:r>
              <a:r>
                <a:rPr lang="zh-CN" altLang="en-US" sz="2800" b="1">
                  <a:solidFill>
                    <a:srgbClr val="FF0000"/>
                  </a:solidFill>
                  <a:latin typeface="宋体" panose="02010600030101010101" pitchFamily="2" charset="-122"/>
                  <a:sym typeface="宋体" panose="02010600030101010101" pitchFamily="2" charset="-122"/>
                </a:rPr>
                <a:t>按位取反</a:t>
              </a:r>
              <a:r>
                <a:rPr lang="en-US" altLang="zh-CN" sz="2800" b="1">
                  <a:solidFill>
                    <a:srgbClr val="FF0000"/>
                  </a:solidFill>
                  <a:latin typeface="宋体" panose="02010600030101010101" pitchFamily="2" charset="-122"/>
                  <a:sym typeface="宋体" panose="02010600030101010101" pitchFamily="2" charset="-122"/>
                </a:rPr>
                <a:t>+1</a:t>
              </a:r>
              <a:r>
                <a:rPr lang="zh-CN" altLang="en-US" sz="2800" b="1">
                  <a:solidFill>
                    <a:srgbClr val="0000FF"/>
                  </a:solidFill>
                  <a:latin typeface="宋体" panose="02010600030101010101" pitchFamily="2" charset="-122"/>
                  <a:sym typeface="宋体" panose="02010600030101010101" pitchFamily="2" charset="-122"/>
                </a:rPr>
                <a:t>。</a:t>
              </a:r>
              <a:endParaRPr lang="zh-CN" altLang="en-US" sz="1800">
                <a:latin typeface="Calibri" panose="020F0502020204030204" pitchFamily="34" charset="0"/>
              </a:endParaRPr>
            </a:p>
          </p:txBody>
        </p:sp>
      </p:grpSp>
      <p:sp>
        <p:nvSpPr>
          <p:cNvPr id="81926" name="Rectangle 5"/>
          <p:cNvSpPr>
            <a:spLocks noChangeArrowheads="1"/>
          </p:cNvSpPr>
          <p:nvPr/>
        </p:nvSpPr>
        <p:spPr bwMode="auto">
          <a:xfrm>
            <a:off x="34925" y="2921000"/>
            <a:ext cx="1441450" cy="533400"/>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r" eaLnBrk="1" hangingPunct="1">
              <a:spcBef>
                <a:spcPct val="0"/>
              </a:spcBef>
              <a:buFont typeface="Arial" panose="020B0604020202020204" pitchFamily="34" charset="0"/>
              <a:buNone/>
            </a:pPr>
            <a:r>
              <a:rPr lang="zh-CN" altLang="en-US" sz="2400" b="1">
                <a:solidFill>
                  <a:srgbClr val="FFFF00"/>
                </a:solidFill>
                <a:latin typeface="Times New Roman" panose="02020603050405020304" pitchFamily="18" charset="0"/>
                <a:sym typeface="Times New Roman" panose="02020603050405020304" pitchFamily="18" charset="0"/>
              </a:rPr>
              <a:t>例如：</a:t>
            </a:r>
            <a:endParaRPr lang="zh-CN" altLang="en-US" sz="1800">
              <a:latin typeface="Calibri" panose="020F0502020204030204" pitchFamily="34" charset="0"/>
            </a:endParaRPr>
          </a:p>
        </p:txBody>
      </p:sp>
      <p:sp>
        <p:nvSpPr>
          <p:cNvPr id="81927" name="Rectangle 6"/>
          <p:cNvSpPr>
            <a:spLocks noChangeArrowheads="1"/>
          </p:cNvSpPr>
          <p:nvPr/>
        </p:nvSpPr>
        <p:spPr bwMode="auto">
          <a:xfrm>
            <a:off x="1476375" y="2925763"/>
            <a:ext cx="7391400" cy="2014537"/>
          </a:xfrm>
          <a:prstGeom prst="rect">
            <a:avLst/>
          </a:prstGeom>
          <a:solidFill>
            <a:srgbClr val="3366FF"/>
          </a:solidFill>
          <a:ln w="9525">
            <a:solidFill>
              <a:schemeClr val="tx1"/>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Clr>
                <a:srgbClr val="FF0000"/>
              </a:buClr>
              <a:buFont typeface="Wingdings" panose="05000000000000000000" pitchFamily="2" charset="2"/>
              <a:buNone/>
            </a:pPr>
            <a:r>
              <a:rPr lang="zh-CN" altLang="en-US" sz="2800" b="1">
                <a:solidFill>
                  <a:srgbClr val="CCFFFF"/>
                </a:solidFill>
                <a:latin typeface="Times New Roman" panose="02020603050405020304" pitchFamily="18" charset="0"/>
                <a:sym typeface="Times New Roman" panose="02020603050405020304" pitchFamily="18" charset="0"/>
              </a:rPr>
              <a:t> 	</a:t>
            </a:r>
            <a:endParaRPr lang="en-US" altLang="zh-CN" sz="2800" b="1">
              <a:solidFill>
                <a:srgbClr val="CCFFFF"/>
              </a:solidFill>
              <a:latin typeface="Arial" panose="020B0604020202020204" pitchFamily="34" charset="0"/>
              <a:sym typeface="Arial" panose="020B0604020202020204" pitchFamily="34" charset="0"/>
            </a:endParaRPr>
          </a:p>
        </p:txBody>
      </p:sp>
      <p:sp>
        <p:nvSpPr>
          <p:cNvPr id="81928" name="Rectangle 8"/>
          <p:cNvSpPr>
            <a:spLocks noChangeArrowheads="1"/>
          </p:cNvSpPr>
          <p:nvPr/>
        </p:nvSpPr>
        <p:spPr bwMode="auto">
          <a:xfrm>
            <a:off x="1476375" y="4941888"/>
            <a:ext cx="7416800" cy="1773237"/>
          </a:xfrm>
          <a:prstGeom prst="rect">
            <a:avLst/>
          </a:prstGeom>
          <a:solidFill>
            <a:srgbClr val="FFFFFF"/>
          </a:solidFill>
          <a:ln w="9525">
            <a:solidFill>
              <a:srgbClr val="FF0000"/>
            </a:solidFill>
            <a:miter lim="800000"/>
          </a:ln>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40000"/>
              </a:lnSpc>
              <a:spcBef>
                <a:spcPct val="0"/>
              </a:spcBef>
              <a:buClr>
                <a:srgbClr val="CC0066"/>
              </a:buClr>
              <a:buSzPct val="80000"/>
              <a:buFont typeface="Monotype Sorts" pitchFamily="2" charset="2"/>
              <a:buNone/>
            </a:pPr>
            <a:r>
              <a:rPr lang="en-US" altLang="zh-CN" sz="2400" b="1">
                <a:solidFill>
                  <a:srgbClr val="0000FF"/>
                </a:solidFill>
                <a:latin typeface="宋体" panose="02010600030101010101" pitchFamily="2" charset="-122"/>
                <a:sym typeface="宋体" panose="02010600030101010101" pitchFamily="2" charset="-122"/>
              </a:rPr>
              <a:t>0</a:t>
            </a:r>
            <a:r>
              <a:rPr lang="zh-CN" altLang="en-US" sz="2400" b="1">
                <a:solidFill>
                  <a:srgbClr val="0000FF"/>
                </a:solidFill>
                <a:latin typeface="宋体" panose="02010600030101010101" pitchFamily="2" charset="-122"/>
                <a:sym typeface="宋体" panose="02010600030101010101" pitchFamily="2" charset="-122"/>
              </a:rPr>
              <a:t>的</a:t>
            </a:r>
            <a:r>
              <a:rPr lang="zh-CN" altLang="en-US" sz="2400" b="1">
                <a:solidFill>
                  <a:srgbClr val="FF0000"/>
                </a:solidFill>
                <a:latin typeface="宋体" panose="02010600030101010101" pitchFamily="2" charset="-122"/>
                <a:sym typeface="宋体" panose="02010600030101010101" pitchFamily="2" charset="-122"/>
              </a:rPr>
              <a:t>补码</a:t>
            </a:r>
            <a:r>
              <a:rPr lang="zh-CN" altLang="en-US" sz="2400" b="1">
                <a:solidFill>
                  <a:srgbClr val="0000FF"/>
                </a:solidFill>
                <a:latin typeface="宋体" panose="02010600030101010101" pitchFamily="2" charset="-122"/>
                <a:sym typeface="宋体" panose="02010600030101010101" pitchFamily="2" charset="-122"/>
              </a:rPr>
              <a:t>表示唯一：</a:t>
            </a:r>
          </a:p>
          <a:p>
            <a:pPr algn="ctr" eaLnBrk="1" hangingPunct="1">
              <a:lnSpc>
                <a:spcPct val="140000"/>
              </a:lnSpc>
              <a:spcBef>
                <a:spcPct val="0"/>
              </a:spcBef>
              <a:buClr>
                <a:srgbClr val="CC0066"/>
              </a:buClr>
              <a:buSzPct val="80000"/>
              <a:buFont typeface="Monotype Sorts" pitchFamily="2" charset="2"/>
              <a:buNone/>
            </a:pPr>
            <a:r>
              <a:rPr lang="zh-CN" altLang="en-US" sz="2400" b="1">
                <a:solidFill>
                  <a:srgbClr val="0000FF"/>
                </a:solidFill>
                <a:latin typeface="宋体" panose="02010600030101010101" pitchFamily="2" charset="-122"/>
                <a:sym typeface="宋体" panose="02010600030101010101" pitchFamily="2" charset="-122"/>
              </a:rPr>
              <a:t>    </a:t>
            </a:r>
            <a:r>
              <a:rPr lang="en-US" altLang="zh-CN" sz="2400" b="1">
                <a:solidFill>
                  <a:srgbClr val="0000FF"/>
                </a:solidFill>
                <a:latin typeface="宋体" panose="02010600030101010101" pitchFamily="2" charset="-122"/>
                <a:sym typeface="宋体" panose="02010600030101010101" pitchFamily="2" charset="-122"/>
              </a:rPr>
              <a:t>[+0]</a:t>
            </a:r>
            <a:r>
              <a:rPr lang="zh-CN" altLang="en-US" sz="1600" b="1">
                <a:solidFill>
                  <a:srgbClr val="0000FF"/>
                </a:solidFill>
                <a:latin typeface="宋体" panose="02010600030101010101" pitchFamily="2" charset="-122"/>
                <a:sym typeface="宋体" panose="02010600030101010101" pitchFamily="2" charset="-122"/>
              </a:rPr>
              <a:t>补 </a:t>
            </a:r>
            <a:r>
              <a:rPr lang="en-US" altLang="zh-CN" sz="2400" b="1">
                <a:solidFill>
                  <a:srgbClr val="0000FF"/>
                </a:solidFill>
                <a:latin typeface="宋体" panose="02010600030101010101" pitchFamily="2" charset="-122"/>
                <a:sym typeface="宋体" panose="02010600030101010101" pitchFamily="2" charset="-122"/>
              </a:rPr>
              <a:t>= 00000000</a:t>
            </a:r>
            <a:endParaRPr lang="zh-CN" altLang="en-US" sz="2400" b="1">
              <a:solidFill>
                <a:srgbClr val="0000FF"/>
              </a:solidFill>
              <a:latin typeface="宋体" panose="02010600030101010101" pitchFamily="2" charset="-122"/>
              <a:sym typeface="宋体" panose="02010600030101010101" pitchFamily="2" charset="-122"/>
            </a:endParaRPr>
          </a:p>
          <a:p>
            <a:pPr algn="ctr" eaLnBrk="1" hangingPunct="1">
              <a:lnSpc>
                <a:spcPct val="140000"/>
              </a:lnSpc>
              <a:spcBef>
                <a:spcPct val="0"/>
              </a:spcBef>
              <a:buClr>
                <a:srgbClr val="CC0066"/>
              </a:buClr>
              <a:buSzPct val="80000"/>
              <a:buFont typeface="Monotype Sorts" pitchFamily="2" charset="2"/>
              <a:buNone/>
            </a:pPr>
            <a:r>
              <a:rPr lang="en-US" altLang="zh-CN" sz="2400" b="1">
                <a:solidFill>
                  <a:srgbClr val="0000FF"/>
                </a:solidFill>
                <a:latin typeface="宋体" panose="02010600030101010101" pitchFamily="2" charset="-122"/>
                <a:sym typeface="宋体" panose="02010600030101010101" pitchFamily="2" charset="-122"/>
              </a:rPr>
              <a:t>    [-0]</a:t>
            </a:r>
            <a:r>
              <a:rPr lang="zh-CN" altLang="en-US" sz="1600" b="1">
                <a:solidFill>
                  <a:srgbClr val="0000FF"/>
                </a:solidFill>
                <a:latin typeface="宋体" panose="02010600030101010101" pitchFamily="2" charset="-122"/>
                <a:sym typeface="宋体" panose="02010600030101010101" pitchFamily="2" charset="-122"/>
              </a:rPr>
              <a:t>补 </a:t>
            </a:r>
            <a:r>
              <a:rPr lang="en-US" altLang="zh-CN" sz="2400" b="1">
                <a:solidFill>
                  <a:srgbClr val="0000FF"/>
                </a:solidFill>
                <a:latin typeface="宋体" panose="02010600030101010101" pitchFamily="2" charset="-122"/>
                <a:sym typeface="宋体" panose="02010600030101010101" pitchFamily="2" charset="-122"/>
              </a:rPr>
              <a:t>= 00000000</a:t>
            </a:r>
            <a:endParaRPr lang="zh-CN" altLang="en-US" sz="1800">
              <a:latin typeface="Calibri" panose="020F0502020204030204" pitchFamily="34" charset="0"/>
            </a:endParaRPr>
          </a:p>
        </p:txBody>
      </p:sp>
      <p:sp>
        <p:nvSpPr>
          <p:cNvPr id="87047" name="AutoShape 9"/>
          <p:cNvSpPr>
            <a:spLocks noChangeArrowheads="1"/>
          </p:cNvSpPr>
          <p:nvPr/>
        </p:nvSpPr>
        <p:spPr bwMode="auto">
          <a:xfrm>
            <a:off x="1116013" y="115888"/>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①</a:t>
            </a:r>
            <a:r>
              <a:rPr lang="zh-CN" altLang="en-US" sz="2800" b="1">
                <a:solidFill>
                  <a:schemeClr val="hlink"/>
                </a:solidFill>
                <a:latin typeface="Tahoma" panose="020B0604030504040204" pitchFamily="34" charset="0"/>
                <a:ea typeface="仿宋_GB2312" pitchFamily="1" charset="-122"/>
                <a:sym typeface="Tahoma" panose="020B0604030504040204" pitchFamily="34" charset="0"/>
              </a:rPr>
              <a:t>补码</a:t>
            </a: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的表示方法</a:t>
            </a:r>
            <a:endParaRPr lang="zh-CN" altLang="en-US" sz="1800">
              <a:latin typeface="Calibri" panose="020F0502020204030204" pitchFamily="34" charset="0"/>
            </a:endParaRPr>
          </a:p>
        </p:txBody>
      </p:sp>
      <p:graphicFrame>
        <p:nvGraphicFramePr>
          <p:cNvPr id="81931" name="表格 81930"/>
          <p:cNvGraphicFramePr/>
          <p:nvPr/>
        </p:nvGraphicFramePr>
        <p:xfrm>
          <a:off x="1476375" y="2924175"/>
          <a:ext cx="7345363" cy="2016125"/>
        </p:xfrm>
        <a:graphic>
          <a:graphicData uri="http://schemas.openxmlformats.org/drawingml/2006/table">
            <a:tbl>
              <a:tblPr/>
              <a:tblGrid>
                <a:gridCol w="1836738">
                  <a:extLst>
                    <a:ext uri="{9D8B030D-6E8A-4147-A177-3AD203B41FA5}">
                      <a16:colId xmlns:a16="http://schemas.microsoft.com/office/drawing/2014/main" val="20000"/>
                    </a:ext>
                  </a:extLst>
                </a:gridCol>
                <a:gridCol w="1836737">
                  <a:extLst>
                    <a:ext uri="{9D8B030D-6E8A-4147-A177-3AD203B41FA5}">
                      <a16:colId xmlns:a16="http://schemas.microsoft.com/office/drawing/2014/main" val="20001"/>
                    </a:ext>
                  </a:extLst>
                </a:gridCol>
                <a:gridCol w="1835150">
                  <a:extLst>
                    <a:ext uri="{9D8B030D-6E8A-4147-A177-3AD203B41FA5}">
                      <a16:colId xmlns:a16="http://schemas.microsoft.com/office/drawing/2014/main" val="20002"/>
                    </a:ext>
                  </a:extLst>
                </a:gridCol>
                <a:gridCol w="1836738">
                  <a:extLst>
                    <a:ext uri="{9D8B030D-6E8A-4147-A177-3AD203B41FA5}">
                      <a16:colId xmlns:a16="http://schemas.microsoft.com/office/drawing/2014/main" val="20003"/>
                    </a:ext>
                  </a:extLst>
                </a:gridCol>
              </a:tblGrid>
              <a:tr h="671513">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2</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0</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0000010</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-2</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100000"/>
                        </a:lnSpc>
                        <a:spcBef>
                          <a:spcPct val="0"/>
                        </a:spcBef>
                        <a:spcAft>
                          <a:spcPct val="0"/>
                        </a:spcAft>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1</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1111110</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EDFAD2">
                        <a:alpha val="100000"/>
                      </a:srgbClr>
                    </a:solidFill>
                  </a:tcPr>
                </a:tc>
                <a:extLst>
                  <a:ext uri="{0D108BD9-81ED-4DB2-BD59-A6C34878D82A}">
                    <a16:rowId xmlns:a16="http://schemas.microsoft.com/office/drawing/2014/main" val="10000"/>
                  </a:ext>
                </a:extLst>
              </a:tr>
              <a:tr h="671512">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3</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100000"/>
                        </a:lnSpc>
                        <a:spcBef>
                          <a:spcPct val="0"/>
                        </a:spcBef>
                        <a:spcAft>
                          <a:spcPct val="0"/>
                        </a:spcAft>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0</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0000011</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-3</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1</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1111101</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8FDEE">
                        <a:alpha val="100000"/>
                      </a:srgbClr>
                    </a:solidFill>
                  </a:tcPr>
                </a:tc>
                <a:extLst>
                  <a:ext uri="{0D108BD9-81ED-4DB2-BD59-A6C34878D82A}">
                    <a16:rowId xmlns:a16="http://schemas.microsoft.com/office/drawing/2014/main" val="10001"/>
                  </a:ext>
                </a:extLst>
              </a:tr>
              <a:tr h="673100">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5</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fontAlgn="base" latinLnBrk="0" hangingPunct="1">
                        <a:lnSpc>
                          <a:spcPct val="100000"/>
                        </a:lnSpc>
                        <a:spcBef>
                          <a:spcPct val="0"/>
                        </a:spcBef>
                        <a:spcAft>
                          <a:spcPct val="0"/>
                        </a:spcAft>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0</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0000101</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-5</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tc>
                  <a:txBody>
                    <a:bodyPr/>
                    <a:lstStyle>
                      <a:lvl1pPr marL="342900" lvl="0" indent="-342900" algn="l" defTabSz="0" eaLnBrk="0" fontAlgn="base" latinLnBrk="0" hangingPunct="0">
                        <a:lnSpc>
                          <a:spcPct val="100000"/>
                        </a:lnSpc>
                        <a:spcBef>
                          <a:spcPct val="20000"/>
                        </a:spcBef>
                        <a:spcAft>
                          <a:spcPct val="0"/>
                        </a:spcAft>
                        <a:buChar char="•"/>
                        <a:defRPr sz="3200" kern="1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lvl="1" indent="-285750" algn="l" defTabSz="0" eaLnBrk="0" fontAlgn="base" latinLnBrk="0" hangingPunct="0">
                        <a:lnSpc>
                          <a:spcPct val="100000"/>
                        </a:lnSpc>
                        <a:spcBef>
                          <a:spcPct val="20000"/>
                        </a:spcBef>
                        <a:spcAft>
                          <a:spcPct val="0"/>
                        </a:spcAft>
                        <a:buChar char="–"/>
                        <a:defRPr sz="2800" kern="12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lvl="2" indent="-228600" algn="l" defTabSz="0" eaLnBrk="0" fontAlgn="base" latinLnBrk="0" hangingPunct="0">
                        <a:lnSpc>
                          <a:spcPct val="100000"/>
                        </a:lnSpc>
                        <a:spcBef>
                          <a:spcPct val="20000"/>
                        </a:spcBef>
                        <a:spcAft>
                          <a:spcPct val="0"/>
                        </a:spcAft>
                        <a:buChar char="•"/>
                        <a:defRPr sz="2400" kern="12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lvl="3"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lvl="4" indent="-228600" algn="l" defTabSz="0" eaLnBrk="0" fontAlgn="base" latinLnBrk="0" hangingPunct="0">
                        <a:lnSpc>
                          <a:spcPct val="100000"/>
                        </a:lnSpc>
                        <a:spcBef>
                          <a:spcPct val="20000"/>
                        </a:spcBef>
                        <a:spcAft>
                          <a:spcPct val="0"/>
                        </a:spcAft>
                        <a:buChar char="»"/>
                        <a:defRPr sz="2000" kern="1200">
                          <a:solidFill>
                            <a:schemeClr val="tx1"/>
                          </a:solidFill>
                          <a:latin typeface="Verdana" panose="020B0604030504040204" pitchFamily="34" charset="0"/>
                          <a:ea typeface="宋体" panose="02010600030101010101" pitchFamily="2" charset="-122"/>
                          <a:sym typeface="Verdana" panose="020B0604030504040204" pitchFamily="34" charset="0"/>
                        </a:defRPr>
                      </a:lvl5pPr>
                    </a:lstStyle>
                    <a:p>
                      <a:pPr marL="0" lvl="0" indent="0" algn="ctr" eaLnBrk="1" hangingPunct="1">
                        <a:lnSpc>
                          <a:spcPct val="100000"/>
                        </a:lnSpc>
                        <a:spcBef>
                          <a:spcPct val="0"/>
                        </a:spcBef>
                        <a:buNone/>
                      </a:pPr>
                      <a:r>
                        <a:rPr lang="en-US" altLang="x-none" sz="1800" b="1" dirty="0">
                          <a:solidFill>
                            <a:srgbClr val="FF0000"/>
                          </a:solidFill>
                          <a:latin typeface="Calibri" panose="020F0502020204030204" pitchFamily="34" charset="0"/>
                          <a:ea typeface="宋体" panose="02010600030101010101" pitchFamily="2" charset="-122"/>
                          <a:sym typeface="Verdana" panose="020B0604030504040204" pitchFamily="34" charset="0"/>
                        </a:rPr>
                        <a:t>1</a:t>
                      </a:r>
                      <a:r>
                        <a:rPr lang="en-US" altLang="x-none" sz="1800" b="1" dirty="0">
                          <a:solidFill>
                            <a:srgbClr val="10171C"/>
                          </a:solidFill>
                          <a:latin typeface="Calibri" panose="020F0502020204030204" pitchFamily="34" charset="0"/>
                          <a:ea typeface="宋体" panose="02010600030101010101" pitchFamily="2" charset="-122"/>
                          <a:sym typeface="Verdana" panose="020B0604030504040204" pitchFamily="34" charset="0"/>
                        </a:rPr>
                        <a:t>1111011</a:t>
                      </a:r>
                      <a:endParaRPr lang="zh-CN" altLang="en-US" sz="1800" b="1" dirty="0">
                        <a:solidFill>
                          <a:srgbClr val="10171C"/>
                        </a:solidFill>
                        <a:latin typeface="Calibri" panose="020F0502020204030204" pitchFamily="34" charset="0"/>
                        <a:ea typeface="宋体" panose="02010600030101010101" pitchFamily="2" charset="-122"/>
                        <a:sym typeface="Verdana" panose="020B0604030504040204" pitchFamily="34" charset="0"/>
                      </a:endParaRPr>
                    </a:p>
                  </a:txBody>
                  <a:tcPr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CFEF7">
                        <a:alpha val="100000"/>
                      </a:srgbClr>
                    </a:solidFill>
                  </a:tcPr>
                </a:tc>
                <a:extLst>
                  <a:ext uri="{0D108BD9-81ED-4DB2-BD59-A6C34878D82A}">
                    <a16:rowId xmlns:a16="http://schemas.microsoft.com/office/drawing/2014/main" val="10002"/>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1923"/>
                                        </p:tgtEl>
                                        <p:attrNameLst>
                                          <p:attrName>style.visibility</p:attrName>
                                        </p:attrNameLst>
                                      </p:cBhvr>
                                      <p:to>
                                        <p:strVal val="visible"/>
                                      </p:to>
                                    </p:set>
                                    <p:animEffect filter="wipe(up)">
                                      <p:cBhvr>
                                        <p:cTn id="7" dur="500"/>
                                        <p:tgtEl>
                                          <p:spTgt spid="819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26"/>
                                        </p:tgtEl>
                                        <p:attrNameLst>
                                          <p:attrName>style.visibility</p:attrName>
                                        </p:attrNameLst>
                                      </p:cBhvr>
                                      <p:to>
                                        <p:strVal val="visible"/>
                                      </p:to>
                                    </p:set>
                                    <p:animEffect filter="wipe(left)">
                                      <p:cBhvr>
                                        <p:cTn id="12" dur="500"/>
                                        <p:tgtEl>
                                          <p:spTgt spid="81926"/>
                                        </p:tgtEl>
                                      </p:cBhvr>
                                    </p:animEffect>
                                  </p:childTnLst>
                                </p:cTn>
                              </p:par>
                            </p:childTnLst>
                          </p:cTn>
                        </p:par>
                        <p:par>
                          <p:cTn id="13" fill="hold">
                            <p:stCondLst>
                              <p:cond delay="500"/>
                            </p:stCondLst>
                            <p:childTnLst>
                              <p:par>
                                <p:cTn id="14" presetID="22" presetClass="entr" presetSubtype="8" fill="hold" grpId="0" nodeType="afterEffect">
                                  <p:stCondLst>
                                    <p:cond delay="1000"/>
                                  </p:stCondLst>
                                  <p:childTnLst>
                                    <p:set>
                                      <p:cBhvr>
                                        <p:cTn id="15" dur="1" fill="hold">
                                          <p:stCondLst>
                                            <p:cond delay="0"/>
                                          </p:stCondLst>
                                        </p:cTn>
                                        <p:tgtEl>
                                          <p:spTgt spid="81927"/>
                                        </p:tgtEl>
                                        <p:attrNameLst>
                                          <p:attrName>style.visibility</p:attrName>
                                        </p:attrNameLst>
                                      </p:cBhvr>
                                      <p:to>
                                        <p:strVal val="visible"/>
                                      </p:to>
                                    </p:set>
                                    <p:animEffect filter="wipe(left)">
                                      <p:cBhvr>
                                        <p:cTn id="16" dur="500"/>
                                        <p:tgtEl>
                                          <p:spTgt spid="819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1928"/>
                                        </p:tgtEl>
                                        <p:attrNameLst>
                                          <p:attrName>style.visibility</p:attrName>
                                        </p:attrNameLst>
                                      </p:cBhvr>
                                      <p:to>
                                        <p:strVal val="visible"/>
                                      </p:to>
                                    </p:set>
                                    <p:animEffect filter="wipe(left)">
                                      <p:cBhvr>
                                        <p:cTn id="21" dur="500"/>
                                        <p:tgtEl>
                                          <p:spTgt spid="81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6" grpId="0" bldLvl="0" animBg="1"/>
      <p:bldP spid="81927" grpId="0" bldLvl="0" animBg="1"/>
      <p:bldP spid="81928"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5793004F-C4B7-4ABA-AC49-4920D1EEAC6B}" type="slidenum">
              <a:rPr lang="zh-CN" altLang="en-US" sz="900">
                <a:solidFill>
                  <a:srgbClr val="848589"/>
                </a:solidFill>
                <a:latin typeface="Futura Bk" charset="0"/>
                <a:sym typeface="Futura Bk" charset="0"/>
              </a:rPr>
              <a:t>58</a:t>
            </a:fld>
            <a:endParaRPr lang="zh-CN" altLang="en-US" sz="900">
              <a:solidFill>
                <a:srgbClr val="848589"/>
              </a:solidFill>
              <a:latin typeface="Futura Bk" charset="0"/>
              <a:sym typeface="Futura Bk" charset="0"/>
            </a:endParaRPr>
          </a:p>
        </p:txBody>
      </p:sp>
      <p:sp>
        <p:nvSpPr>
          <p:cNvPr id="83971" name="Rectangle 2"/>
          <p:cNvSpPr>
            <a:spLocks noChangeArrowheads="1"/>
          </p:cNvSpPr>
          <p:nvPr/>
        </p:nvSpPr>
        <p:spPr bwMode="auto">
          <a:xfrm>
            <a:off x="755650" y="1773238"/>
            <a:ext cx="7993063" cy="3938587"/>
          </a:xfrm>
          <a:prstGeom prst="rect">
            <a:avLst/>
          </a:prstGeom>
          <a:solidFill>
            <a:srgbClr val="FFFFCC"/>
          </a:solidFill>
          <a:ln w="12700" cap="sq">
            <a:solidFill>
              <a:schemeClr val="hlink"/>
            </a:solidFill>
            <a:miter lim="800000"/>
          </a:ln>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a:spcBef>
                <a:spcPct val="50000"/>
              </a:spcBef>
              <a:buFont typeface="Wingdings" panose="05000000000000000000" pitchFamily="2" charset="2"/>
              <a:buNone/>
            </a:pP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对时操作</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（假设将时针对为</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1</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时）</a:t>
            </a:r>
          </a:p>
          <a:p>
            <a:pPr algn="just">
              <a:spcBef>
                <a:spcPct val="50000"/>
              </a:spcBef>
              <a:buClr>
                <a:srgbClr val="FF3300"/>
              </a:buClr>
              <a:buFont typeface="Wingdings" panose="05000000000000000000" pitchFamily="2" charset="2"/>
              <a:buChar char="u"/>
            </a:pP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 一是将时针退 </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10-9=1 </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   </a:t>
            </a:r>
          </a:p>
          <a:p>
            <a:pPr algn="just">
              <a:spcBef>
                <a:spcPct val="50000"/>
              </a:spcBef>
              <a:buClr>
                <a:srgbClr val="FF3300"/>
              </a:buClr>
              <a:buFont typeface="Wingdings" panose="05000000000000000000" pitchFamily="2" charset="2"/>
              <a:buChar char="u"/>
            </a:pP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   一是将时针向前拨</a:t>
            </a:r>
          </a:p>
          <a:p>
            <a:pPr algn="just">
              <a:spcBef>
                <a:spcPct val="50000"/>
              </a:spcBef>
              <a:buFont typeface="Wingdings" panose="05000000000000000000" pitchFamily="2" charset="2"/>
              <a:buNone/>
            </a:pP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       </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10+3=13</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a:t>
            </a:r>
          </a:p>
          <a:p>
            <a:pPr algn="just">
              <a:spcBef>
                <a:spcPct val="50000"/>
              </a:spcBef>
              <a:buFont typeface="Wingdings" panose="05000000000000000000" pitchFamily="2" charset="2"/>
              <a:buNone/>
            </a:pP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这两种方法都能对准到</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1</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时。</a:t>
            </a:r>
          </a:p>
          <a:p>
            <a:pPr>
              <a:spcBef>
                <a:spcPct val="50000"/>
              </a:spcBef>
              <a:buFont typeface="Wingdings" panose="05000000000000000000" pitchFamily="2" charset="2"/>
              <a:buNone/>
            </a:pP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由此可以看出，减</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9</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和加</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3</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是等价的，就是说</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3</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是</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(-9)</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对</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12</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的补码，可以用数学公式表示：</a:t>
            </a:r>
            <a:b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b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　　</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-9</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+3   mod</a:t>
            </a:r>
            <a:r>
              <a:rPr lang="zh-CN" altLang="en-US"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　</a:t>
            </a:r>
            <a:r>
              <a:rPr lang="en-US" altLang="zh-CN" sz="2400" b="1">
                <a:solidFill>
                  <a:srgbClr val="006699"/>
                </a:solidFill>
                <a:latin typeface="黑体" panose="02010609060101010101" pitchFamily="49" charset="-122"/>
                <a:ea typeface="黑体" panose="02010609060101010101" pitchFamily="49" charset="-122"/>
                <a:sym typeface="Times New Roman" panose="02020603050405020304" pitchFamily="18" charset="0"/>
              </a:rPr>
              <a:t>12</a:t>
            </a:r>
            <a:endParaRPr lang="zh-CN" altLang="en-US" sz="1800">
              <a:latin typeface="Calibri" panose="020F0502020204030204" pitchFamily="34" charset="0"/>
            </a:endParaRPr>
          </a:p>
        </p:txBody>
      </p:sp>
      <p:pic>
        <p:nvPicPr>
          <p:cNvPr id="83972"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1557338"/>
            <a:ext cx="2836863" cy="3033712"/>
          </a:xfrm>
          <a:prstGeom prst="rect">
            <a:avLst/>
          </a:prstGeom>
          <a:solidFill>
            <a:srgbClr val="EDFAD2"/>
          </a:solidFill>
          <a:ln w="9525">
            <a:solidFill>
              <a:srgbClr val="006699"/>
            </a:solidFill>
            <a:miter lim="800000"/>
            <a:headEnd/>
            <a:tailEnd/>
          </a:ln>
        </p:spPr>
      </p:pic>
      <p:sp>
        <p:nvSpPr>
          <p:cNvPr id="83973" name="Rectangle 4"/>
          <p:cNvSpPr>
            <a:spLocks noChangeArrowheads="1"/>
          </p:cNvSpPr>
          <p:nvPr/>
        </p:nvSpPr>
        <p:spPr bwMode="auto">
          <a:xfrm>
            <a:off x="755650" y="5711825"/>
            <a:ext cx="7091363" cy="469900"/>
          </a:xfrm>
          <a:prstGeom prst="rect">
            <a:avLst/>
          </a:prstGeom>
          <a:solidFill>
            <a:srgbClr val="CCFFFF"/>
          </a:solidFill>
          <a:ln w="12700" cap="sq">
            <a:solidFill>
              <a:schemeClr val="hlink"/>
            </a:solidFill>
            <a:miter lim="800000"/>
          </a:ln>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50000"/>
              </a:spcBef>
              <a:buFont typeface="Wingdings" panose="05000000000000000000" pitchFamily="2" charset="2"/>
              <a:buNone/>
            </a:pPr>
            <a:r>
              <a:rPr lang="zh-CN" altLang="en-US" sz="2400" b="1">
                <a:solidFill>
                  <a:srgbClr val="FF0000"/>
                </a:solidFill>
                <a:latin typeface="黑体" panose="02010609060101010101" pitchFamily="49" charset="-122"/>
                <a:ea typeface="黑体" panose="02010609060101010101" pitchFamily="49" charset="-122"/>
                <a:sym typeface="黑体" panose="02010609060101010101" pitchFamily="49" charset="-122"/>
              </a:rPr>
              <a:t>结论：</a:t>
            </a:r>
            <a:r>
              <a:rPr lang="zh-CN" altLang="en-US" sz="2400" b="1">
                <a:solidFill>
                  <a:srgbClr val="006699"/>
                </a:solidFill>
                <a:latin typeface="黑体" panose="02010609060101010101" pitchFamily="49" charset="-122"/>
                <a:ea typeface="黑体" panose="02010609060101010101" pitchFamily="49" charset="-122"/>
                <a:sym typeface="黑体" panose="02010609060101010101" pitchFamily="49" charset="-122"/>
              </a:rPr>
              <a:t>负数用补码表示时</a:t>
            </a:r>
            <a:r>
              <a:rPr lang="en-US" altLang="zh-CN" sz="2400" b="1">
                <a:solidFill>
                  <a:srgbClr val="006699"/>
                </a:solidFill>
                <a:latin typeface="黑体" panose="02010609060101010101" pitchFamily="49" charset="-122"/>
                <a:ea typeface="黑体" panose="02010609060101010101" pitchFamily="49" charset="-122"/>
                <a:sym typeface="黑体" panose="02010609060101010101" pitchFamily="49" charset="-122"/>
              </a:rPr>
              <a:t>,</a:t>
            </a:r>
            <a:r>
              <a:rPr lang="zh-CN" altLang="en-US" sz="2400" b="1">
                <a:solidFill>
                  <a:srgbClr val="006699"/>
                </a:solidFill>
                <a:latin typeface="黑体" panose="02010609060101010101" pitchFamily="49" charset="-122"/>
                <a:ea typeface="黑体" panose="02010609060101010101" pitchFamily="49" charset="-122"/>
                <a:sym typeface="黑体" panose="02010609060101010101" pitchFamily="49" charset="-122"/>
              </a:rPr>
              <a:t>可以把减法转化为加法。</a:t>
            </a:r>
            <a:endParaRPr lang="zh-CN" altLang="en-US" sz="1800">
              <a:latin typeface="Calibri" panose="020F0502020204030204" pitchFamily="34" charset="0"/>
            </a:endParaRPr>
          </a:p>
        </p:txBody>
      </p:sp>
      <p:sp>
        <p:nvSpPr>
          <p:cNvPr id="88070" name="Text Box 5"/>
          <p:cNvSpPr>
            <a:spLocks noChangeArrowheads="1"/>
          </p:cNvSpPr>
          <p:nvPr/>
        </p:nvSpPr>
        <p:spPr bwMode="auto">
          <a:xfrm>
            <a:off x="3111500" y="974725"/>
            <a:ext cx="1841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800">
              <a:solidFill>
                <a:srgbClr val="006699"/>
              </a:solidFill>
              <a:latin typeface="Tahoma" panose="020B0604030504040204" pitchFamily="34" charset="0"/>
              <a:sym typeface="Tahoma" panose="020B0604030504040204" pitchFamily="34" charset="0"/>
            </a:endParaRPr>
          </a:p>
        </p:txBody>
      </p:sp>
      <p:sp>
        <p:nvSpPr>
          <p:cNvPr id="88071" name="AutoShape 6"/>
          <p:cNvSpPr>
            <a:spLocks noChangeArrowheads="1"/>
          </p:cNvSpPr>
          <p:nvPr/>
        </p:nvSpPr>
        <p:spPr bwMode="auto">
          <a:xfrm>
            <a:off x="1116013" y="836613"/>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①</a:t>
            </a:r>
            <a:r>
              <a:rPr lang="zh-CN" altLang="en-US" sz="2800" b="1">
                <a:solidFill>
                  <a:schemeClr val="hlink"/>
                </a:solidFill>
                <a:latin typeface="Tahoma" panose="020B0604030504040204" pitchFamily="34" charset="0"/>
                <a:ea typeface="仿宋_GB2312" pitchFamily="1" charset="-122"/>
                <a:sym typeface="Tahoma" panose="020B0604030504040204" pitchFamily="34" charset="0"/>
              </a:rPr>
              <a:t>补码</a:t>
            </a: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的举例</a:t>
            </a:r>
            <a:r>
              <a:rPr lang="en-US" altLang="zh-CN" sz="2800" b="1">
                <a:solidFill>
                  <a:srgbClr val="006699"/>
                </a:solidFill>
                <a:latin typeface="Tahoma" panose="020B0604030504040204" pitchFamily="34" charset="0"/>
                <a:ea typeface="仿宋_GB2312" pitchFamily="1" charset="-122"/>
                <a:sym typeface="Tahoma" panose="020B0604030504040204" pitchFamily="34" charset="0"/>
              </a:rPr>
              <a:t>1</a:t>
            </a:r>
            <a:endParaRPr lang="zh-CN" altLang="en-US" sz="18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3972"/>
                                        </p:tgtEl>
                                        <p:attrNameLst>
                                          <p:attrName>style.visibility</p:attrName>
                                        </p:attrNameLst>
                                      </p:cBhvr>
                                      <p:to>
                                        <p:strVal val="visible"/>
                                      </p:to>
                                    </p:set>
                                    <p:anim calcmode="lin" valueType="num">
                                      <p:cBhvr>
                                        <p:cTn id="7" dur="500" fill="hold"/>
                                        <p:tgtEl>
                                          <p:spTgt spid="83972"/>
                                        </p:tgtEl>
                                        <p:attrNameLst>
                                          <p:attrName>ppt_w</p:attrName>
                                        </p:attrNameLst>
                                      </p:cBhvr>
                                      <p:tavLst>
                                        <p:tav tm="0">
                                          <p:val>
                                            <p:fltVal val="0"/>
                                          </p:val>
                                        </p:tav>
                                        <p:tav tm="100000">
                                          <p:val>
                                            <p:strVal val="#ppt_w"/>
                                          </p:val>
                                        </p:tav>
                                      </p:tavLst>
                                    </p:anim>
                                    <p:anim calcmode="lin" valueType="num">
                                      <p:cBhvr>
                                        <p:cTn id="8" dur="500" fill="hold"/>
                                        <p:tgtEl>
                                          <p:spTgt spid="83972"/>
                                        </p:tgtEl>
                                        <p:attrNameLst>
                                          <p:attrName>ppt_h</p:attrName>
                                        </p:attrNameLst>
                                      </p:cBhvr>
                                      <p:tavLst>
                                        <p:tav tm="0">
                                          <p:val>
                                            <p:fltVal val="0"/>
                                          </p:val>
                                        </p:tav>
                                        <p:tav tm="100000">
                                          <p:val>
                                            <p:strVal val="#ppt_h"/>
                                          </p:val>
                                        </p:tav>
                                      </p:tavLst>
                                    </p:anim>
                                    <p:animEffect filter="fade">
                                      <p:cBhvr>
                                        <p:cTn id="9" dur="500"/>
                                        <p:tgtEl>
                                          <p:spTgt spid="83972"/>
                                        </p:tgtEl>
                                      </p:cBhvr>
                                    </p:animEffect>
                                  </p:childTnLst>
                                </p:cTn>
                              </p:par>
                            </p:childTnLst>
                          </p:cTn>
                        </p:par>
                        <p:par>
                          <p:cTn id="10" fill="hold">
                            <p:stCondLst>
                              <p:cond delay="500"/>
                            </p:stCondLst>
                            <p:childTnLst>
                              <p:par>
                                <p:cTn id="11" presetID="22" presetClass="entr" presetSubtype="1" fill="hold" nodeType="afterEffect">
                                  <p:stCondLst>
                                    <p:cond delay="0"/>
                                  </p:stCondLst>
                                  <p:childTnLst>
                                    <p:set>
                                      <p:cBhvr>
                                        <p:cTn id="12" dur="1" fill="hold">
                                          <p:stCondLst>
                                            <p:cond delay="0"/>
                                          </p:stCondLst>
                                        </p:cTn>
                                        <p:tgtEl>
                                          <p:spTgt spid="83971">
                                            <p:txEl>
                                              <p:pRg st="0" end="0"/>
                                            </p:txEl>
                                          </p:spTgt>
                                        </p:tgtEl>
                                        <p:attrNameLst>
                                          <p:attrName>style.visibility</p:attrName>
                                        </p:attrNameLst>
                                      </p:cBhvr>
                                      <p:to>
                                        <p:strVal val="visible"/>
                                      </p:to>
                                    </p:set>
                                    <p:animEffect filter="wipe(up)">
                                      <p:cBhvr>
                                        <p:cTn id="13" dur="500"/>
                                        <p:tgtEl>
                                          <p:spTgt spid="83971">
                                            <p:txEl>
                                              <p:pRg st="0" end="0"/>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83971">
                                            <p:txEl>
                                              <p:pRg st="1" end="1"/>
                                            </p:txEl>
                                          </p:spTgt>
                                        </p:tgtEl>
                                        <p:attrNameLst>
                                          <p:attrName>style.visibility</p:attrName>
                                        </p:attrNameLst>
                                      </p:cBhvr>
                                      <p:to>
                                        <p:strVal val="visible"/>
                                      </p:to>
                                    </p:set>
                                    <p:animEffect filter="wipe(up)">
                                      <p:cBhvr>
                                        <p:cTn id="16" dur="500"/>
                                        <p:tgtEl>
                                          <p:spTgt spid="83971">
                                            <p:txEl>
                                              <p:pRg st="1" end="1"/>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83971">
                                            <p:txEl>
                                              <p:pRg st="2" end="2"/>
                                            </p:txEl>
                                          </p:spTgt>
                                        </p:tgtEl>
                                        <p:attrNameLst>
                                          <p:attrName>style.visibility</p:attrName>
                                        </p:attrNameLst>
                                      </p:cBhvr>
                                      <p:to>
                                        <p:strVal val="visible"/>
                                      </p:to>
                                    </p:set>
                                    <p:animEffect filter="wipe(up)">
                                      <p:cBhvr>
                                        <p:cTn id="19" dur="500"/>
                                        <p:tgtEl>
                                          <p:spTgt spid="83971">
                                            <p:txEl>
                                              <p:pRg st="2" end="2"/>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83971">
                                            <p:txEl>
                                              <p:pRg st="3" end="3"/>
                                            </p:txEl>
                                          </p:spTgt>
                                        </p:tgtEl>
                                        <p:attrNameLst>
                                          <p:attrName>style.visibility</p:attrName>
                                        </p:attrNameLst>
                                      </p:cBhvr>
                                      <p:to>
                                        <p:strVal val="visible"/>
                                      </p:to>
                                    </p:set>
                                    <p:animEffect filter="wipe(up)">
                                      <p:cBhvr>
                                        <p:cTn id="22" dur="500"/>
                                        <p:tgtEl>
                                          <p:spTgt spid="83971">
                                            <p:txEl>
                                              <p:pRg st="3" end="3"/>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83971">
                                            <p:txEl>
                                              <p:pRg st="4" end="4"/>
                                            </p:txEl>
                                          </p:spTgt>
                                        </p:tgtEl>
                                        <p:attrNameLst>
                                          <p:attrName>style.visibility</p:attrName>
                                        </p:attrNameLst>
                                      </p:cBhvr>
                                      <p:to>
                                        <p:strVal val="visible"/>
                                      </p:to>
                                    </p:set>
                                    <p:animEffect filter="wipe(up)">
                                      <p:cBhvr>
                                        <p:cTn id="25" dur="500"/>
                                        <p:tgtEl>
                                          <p:spTgt spid="83971">
                                            <p:txEl>
                                              <p:pRg st="4" end="4"/>
                                            </p:txEl>
                                          </p:spTgt>
                                        </p:tgtEl>
                                      </p:cBhvr>
                                    </p:animEffect>
                                  </p:childTnLst>
                                </p:cTn>
                              </p:par>
                              <p:par>
                                <p:cTn id="26" presetID="22" presetClass="entr" presetSubtype="1" fill="hold" nodeType="withEffect">
                                  <p:stCondLst>
                                    <p:cond delay="0"/>
                                  </p:stCondLst>
                                  <p:childTnLst>
                                    <p:set>
                                      <p:cBhvr>
                                        <p:cTn id="27" dur="1" fill="hold">
                                          <p:stCondLst>
                                            <p:cond delay="0"/>
                                          </p:stCondLst>
                                        </p:cTn>
                                        <p:tgtEl>
                                          <p:spTgt spid="83971">
                                            <p:txEl>
                                              <p:pRg st="5" end="5"/>
                                            </p:txEl>
                                          </p:spTgt>
                                        </p:tgtEl>
                                        <p:attrNameLst>
                                          <p:attrName>style.visibility</p:attrName>
                                        </p:attrNameLst>
                                      </p:cBhvr>
                                      <p:to>
                                        <p:strVal val="visible"/>
                                      </p:to>
                                    </p:set>
                                    <p:animEffect filter="wipe(up)">
                                      <p:cBhvr>
                                        <p:cTn id="28" dur="500"/>
                                        <p:tgtEl>
                                          <p:spTgt spid="8397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3973"/>
                                        </p:tgtEl>
                                        <p:attrNameLst>
                                          <p:attrName>style.visibility</p:attrName>
                                        </p:attrNameLst>
                                      </p:cBhvr>
                                      <p:to>
                                        <p:strVal val="visible"/>
                                      </p:to>
                                    </p:set>
                                    <p:animEffect filter="wipe(left)">
                                      <p:cBhvr>
                                        <p:cTn id="33" dur="2000"/>
                                        <p:tgtEl>
                                          <p:spTgt spid="83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B2260BBD-9BAC-4276-A1C0-FBC8076244EA}" type="slidenum">
              <a:rPr lang="zh-CN" altLang="en-US" sz="900">
                <a:solidFill>
                  <a:srgbClr val="848589"/>
                </a:solidFill>
                <a:latin typeface="Futura Bk" charset="0"/>
                <a:sym typeface="Futura Bk" charset="0"/>
              </a:rPr>
              <a:t>59</a:t>
            </a:fld>
            <a:endParaRPr lang="zh-CN" altLang="en-US" sz="900">
              <a:solidFill>
                <a:srgbClr val="848589"/>
              </a:solidFill>
              <a:latin typeface="Futura Bk" charset="0"/>
              <a:sym typeface="Futura Bk" charset="0"/>
            </a:endParaRPr>
          </a:p>
        </p:txBody>
      </p:sp>
      <p:sp>
        <p:nvSpPr>
          <p:cNvPr id="84995" name="Rectangle 2"/>
          <p:cNvSpPr>
            <a:spLocks noChangeArrowheads="1"/>
          </p:cNvSpPr>
          <p:nvPr/>
        </p:nvSpPr>
        <p:spPr bwMode="auto">
          <a:xfrm>
            <a:off x="1077913" y="898525"/>
            <a:ext cx="7526337" cy="3276600"/>
          </a:xfrm>
          <a:prstGeom prst="rect">
            <a:avLst/>
          </a:prstGeom>
          <a:solidFill>
            <a:srgbClr val="CCFFFF"/>
          </a:solidFill>
          <a:ln w="9525">
            <a:solidFill>
              <a:schemeClr val="hlink"/>
            </a:solidFill>
            <a:miter lim="800000"/>
          </a:ln>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nSpc>
                <a:spcPts val="5000"/>
              </a:lnSpc>
              <a:spcBef>
                <a:spcPct val="0"/>
              </a:spcBef>
              <a:buFont typeface="Arial" panose="020B0604020202020204" pitchFamily="34" charset="0"/>
              <a:buNone/>
            </a:pPr>
            <a:r>
              <a:rPr lang="zh-CN" altLang="en-US" sz="2800" b="1">
                <a:solidFill>
                  <a:srgbClr val="006699"/>
                </a:solidFill>
                <a:latin typeface="黑体" panose="02010609060101010101" pitchFamily="49" charset="-122"/>
                <a:ea typeface="黑体" panose="02010609060101010101" pitchFamily="49" charset="-122"/>
                <a:sym typeface="黑体" panose="02010609060101010101" pitchFamily="49" charset="-122"/>
              </a:rPr>
              <a:t>用做加法代替做减法</a:t>
            </a:r>
          </a:p>
          <a:p>
            <a:pPr>
              <a:lnSpc>
                <a:spcPts val="5000"/>
              </a:lnSpc>
              <a:spcBef>
                <a:spcPct val="0"/>
              </a:spcBef>
              <a:buFont typeface="Arial" panose="020B0604020202020204" pitchFamily="34" charset="0"/>
              <a:buNone/>
            </a:pPr>
            <a:r>
              <a:rPr lang="zh-CN" altLang="en-US" sz="2800" b="1">
                <a:solidFill>
                  <a:srgbClr val="006699"/>
                </a:solidFill>
                <a:latin typeface="黑体" panose="02010609060101010101" pitchFamily="49" charset="-122"/>
                <a:ea typeface="黑体" panose="02010609060101010101" pitchFamily="49" charset="-122"/>
                <a:sym typeface="黑体" panose="02010609060101010101" pitchFamily="49" charset="-122"/>
              </a:rPr>
              <a:t>   </a:t>
            </a:r>
            <a:r>
              <a:rPr lang="en-US" altLang="zh-CN" sz="2800" b="1">
                <a:solidFill>
                  <a:srgbClr val="FF0000"/>
                </a:solidFill>
                <a:latin typeface="黑体" panose="02010609060101010101" pitchFamily="49" charset="-122"/>
                <a:ea typeface="黑体" panose="02010609060101010101" pitchFamily="49" charset="-122"/>
                <a:sym typeface="黑体" panose="02010609060101010101" pitchFamily="49" charset="-122"/>
              </a:rPr>
              <a:t>9-2=9+(-2)</a:t>
            </a:r>
            <a:endParaRPr lang="zh-CN" altLang="en-US" sz="2800" b="1">
              <a:solidFill>
                <a:srgbClr val="FF0000"/>
              </a:solidFill>
              <a:latin typeface="黑体" panose="02010609060101010101" pitchFamily="49" charset="-122"/>
              <a:ea typeface="黑体" panose="02010609060101010101" pitchFamily="49" charset="-122"/>
              <a:sym typeface="黑体" panose="02010609060101010101" pitchFamily="49" charset="-122"/>
            </a:endParaRPr>
          </a:p>
          <a:p>
            <a:pPr>
              <a:lnSpc>
                <a:spcPts val="5000"/>
              </a:lnSpc>
              <a:spcBef>
                <a:spcPct val="0"/>
              </a:spcBef>
              <a:buFont typeface="Arial" panose="020B0604020202020204" pitchFamily="34" charset="0"/>
              <a:buNone/>
            </a:pPr>
            <a:r>
              <a:rPr lang="en-US" altLang="zh-CN" sz="2800" b="1">
                <a:solidFill>
                  <a:srgbClr val="006699"/>
                </a:solidFill>
                <a:latin typeface="黑体" panose="02010609060101010101" pitchFamily="49" charset="-122"/>
                <a:ea typeface="黑体" panose="02010609060101010101" pitchFamily="49" charset="-122"/>
                <a:sym typeface="黑体" panose="02010609060101010101" pitchFamily="49" charset="-122"/>
              </a:rPr>
              <a:t>[9]</a:t>
            </a:r>
            <a:r>
              <a:rPr lang="zh-CN" altLang="en-US" sz="2800" b="1" baseline="-25000">
                <a:solidFill>
                  <a:srgbClr val="006699"/>
                </a:solidFill>
                <a:latin typeface="黑体" panose="02010609060101010101" pitchFamily="49" charset="-122"/>
                <a:ea typeface="黑体" panose="02010609060101010101" pitchFamily="49" charset="-122"/>
                <a:sym typeface="黑体" panose="02010609060101010101" pitchFamily="49" charset="-122"/>
              </a:rPr>
              <a:t>补</a:t>
            </a:r>
            <a:r>
              <a:rPr lang="en-US" altLang="zh-CN" sz="2800" b="1">
                <a:solidFill>
                  <a:srgbClr val="006699"/>
                </a:solidFill>
                <a:latin typeface="黑体" panose="02010609060101010101" pitchFamily="49" charset="-122"/>
                <a:ea typeface="黑体" panose="02010609060101010101" pitchFamily="49" charset="-122"/>
                <a:sym typeface="黑体" panose="02010609060101010101" pitchFamily="49" charset="-122"/>
              </a:rPr>
              <a:t>=00001001</a:t>
            </a:r>
            <a:endParaRPr lang="zh-CN" altLang="en-US" sz="2800" b="1">
              <a:solidFill>
                <a:srgbClr val="006699"/>
              </a:solidFill>
              <a:latin typeface="黑体" panose="02010609060101010101" pitchFamily="49" charset="-122"/>
              <a:ea typeface="黑体" panose="02010609060101010101" pitchFamily="49" charset="-122"/>
              <a:sym typeface="黑体" panose="02010609060101010101" pitchFamily="49" charset="-122"/>
            </a:endParaRPr>
          </a:p>
          <a:p>
            <a:pPr>
              <a:lnSpc>
                <a:spcPts val="5000"/>
              </a:lnSpc>
              <a:spcBef>
                <a:spcPct val="0"/>
              </a:spcBef>
              <a:buFont typeface="Arial" panose="020B0604020202020204" pitchFamily="34" charset="0"/>
              <a:buNone/>
            </a:pPr>
            <a:r>
              <a:rPr lang="en-US" altLang="zh-CN" sz="2800" b="1">
                <a:solidFill>
                  <a:srgbClr val="006699"/>
                </a:solidFill>
                <a:latin typeface="黑体" panose="02010609060101010101" pitchFamily="49" charset="-122"/>
                <a:ea typeface="黑体" panose="02010609060101010101" pitchFamily="49" charset="-122"/>
                <a:sym typeface="黑体" panose="02010609060101010101" pitchFamily="49" charset="-122"/>
              </a:rPr>
              <a:t>[-2]</a:t>
            </a:r>
            <a:r>
              <a:rPr lang="zh-CN" altLang="en-US" sz="2800" b="1" baseline="-25000">
                <a:solidFill>
                  <a:srgbClr val="006699"/>
                </a:solidFill>
                <a:latin typeface="黑体" panose="02010609060101010101" pitchFamily="49" charset="-122"/>
                <a:ea typeface="黑体" panose="02010609060101010101" pitchFamily="49" charset="-122"/>
                <a:sym typeface="黑体" panose="02010609060101010101" pitchFamily="49" charset="-122"/>
              </a:rPr>
              <a:t>补</a:t>
            </a:r>
            <a:r>
              <a:rPr lang="en-US" altLang="zh-CN" sz="2800" b="1">
                <a:solidFill>
                  <a:srgbClr val="006699"/>
                </a:solidFill>
                <a:latin typeface="黑体" panose="02010609060101010101" pitchFamily="49" charset="-122"/>
                <a:ea typeface="黑体" panose="02010609060101010101" pitchFamily="49" charset="-122"/>
                <a:sym typeface="黑体" panose="02010609060101010101" pitchFamily="49" charset="-122"/>
              </a:rPr>
              <a:t>=11111110</a:t>
            </a:r>
            <a:endParaRPr lang="zh-CN" altLang="en-US" sz="2800" b="1">
              <a:solidFill>
                <a:srgbClr val="006699"/>
              </a:solidFill>
              <a:latin typeface="黑体" panose="02010609060101010101" pitchFamily="49" charset="-122"/>
              <a:ea typeface="黑体" panose="02010609060101010101" pitchFamily="49" charset="-122"/>
              <a:sym typeface="黑体" panose="02010609060101010101" pitchFamily="49" charset="-122"/>
            </a:endParaRPr>
          </a:p>
          <a:p>
            <a:pPr>
              <a:lnSpc>
                <a:spcPts val="5000"/>
              </a:lnSpc>
              <a:spcBef>
                <a:spcPct val="0"/>
              </a:spcBef>
              <a:buFont typeface="Arial" panose="020B0604020202020204" pitchFamily="34" charset="0"/>
              <a:buNone/>
            </a:pPr>
            <a:r>
              <a:rPr lang="en-US" altLang="zh-CN" sz="2800" b="1">
                <a:solidFill>
                  <a:srgbClr val="006699"/>
                </a:solidFill>
                <a:latin typeface="黑体" panose="02010609060101010101" pitchFamily="49" charset="-122"/>
                <a:ea typeface="黑体" panose="02010609060101010101" pitchFamily="49" charset="-122"/>
                <a:sym typeface="黑体" panose="02010609060101010101" pitchFamily="49" charset="-122"/>
              </a:rPr>
              <a:t>[9]</a:t>
            </a:r>
            <a:r>
              <a:rPr lang="zh-CN" altLang="en-US" sz="2800" b="1" baseline="-25000">
                <a:solidFill>
                  <a:srgbClr val="006699"/>
                </a:solidFill>
                <a:latin typeface="黑体" panose="02010609060101010101" pitchFamily="49" charset="-122"/>
                <a:ea typeface="黑体" panose="02010609060101010101" pitchFamily="49" charset="-122"/>
                <a:sym typeface="黑体" panose="02010609060101010101" pitchFamily="49" charset="-122"/>
              </a:rPr>
              <a:t>补</a:t>
            </a:r>
            <a:r>
              <a:rPr lang="en-US" altLang="zh-CN" sz="2800" b="1">
                <a:solidFill>
                  <a:srgbClr val="006699"/>
                </a:solidFill>
                <a:latin typeface="黑体" panose="02010609060101010101" pitchFamily="49" charset="-122"/>
                <a:ea typeface="黑体" panose="02010609060101010101" pitchFamily="49" charset="-122"/>
                <a:sym typeface="黑体" panose="02010609060101010101" pitchFamily="49" charset="-122"/>
              </a:rPr>
              <a:t>+[-2]</a:t>
            </a:r>
            <a:r>
              <a:rPr lang="zh-CN" altLang="en-US" sz="2800" b="1" baseline="-25000">
                <a:solidFill>
                  <a:srgbClr val="006699"/>
                </a:solidFill>
                <a:latin typeface="黑体" panose="02010609060101010101" pitchFamily="49" charset="-122"/>
                <a:ea typeface="黑体" panose="02010609060101010101" pitchFamily="49" charset="-122"/>
                <a:sym typeface="黑体" panose="02010609060101010101" pitchFamily="49" charset="-122"/>
              </a:rPr>
              <a:t>补</a:t>
            </a:r>
            <a:r>
              <a:rPr lang="en-US" altLang="zh-CN" sz="2800" b="1">
                <a:solidFill>
                  <a:srgbClr val="006699"/>
                </a:solidFill>
                <a:latin typeface="黑体" panose="02010609060101010101" pitchFamily="49" charset="-122"/>
                <a:ea typeface="黑体" panose="02010609060101010101" pitchFamily="49" charset="-122"/>
                <a:sym typeface="黑体" panose="02010609060101010101" pitchFamily="49" charset="-122"/>
              </a:rPr>
              <a:t>= 00001001+ 11111110</a:t>
            </a:r>
            <a:endParaRPr lang="zh-CN" altLang="en-US" sz="1800">
              <a:latin typeface="Calibri" panose="020F0502020204030204" pitchFamily="34" charset="0"/>
            </a:endParaRPr>
          </a:p>
        </p:txBody>
      </p:sp>
      <p:sp>
        <p:nvSpPr>
          <p:cNvPr id="84996" name="Rectangle 3"/>
          <p:cNvSpPr>
            <a:spLocks noChangeArrowheads="1"/>
          </p:cNvSpPr>
          <p:nvPr/>
        </p:nvSpPr>
        <p:spPr bwMode="auto">
          <a:xfrm>
            <a:off x="1042988" y="5867400"/>
            <a:ext cx="7561262" cy="831850"/>
          </a:xfrm>
          <a:prstGeom prst="rect">
            <a:avLst/>
          </a:prstGeom>
          <a:solidFill>
            <a:srgbClr val="FFFFCC"/>
          </a:solidFill>
          <a:ln w="9525">
            <a:solidFill>
              <a:schemeClr val="hlink"/>
            </a:solidFill>
            <a:miter lim="800000"/>
          </a:ln>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r>
              <a:rPr lang="zh-CN" altLang="en-US" sz="2400" b="1">
                <a:solidFill>
                  <a:srgbClr val="006699"/>
                </a:solidFill>
                <a:latin typeface="Arial" panose="020B0604020202020204" pitchFamily="34" charset="0"/>
                <a:sym typeface="Arial" panose="020B0604020202020204" pitchFamily="34" charset="0"/>
              </a:rPr>
              <a:t>结果</a:t>
            </a:r>
            <a:r>
              <a:rPr lang="en-US" altLang="zh-CN" sz="2400" b="1">
                <a:solidFill>
                  <a:srgbClr val="006699"/>
                </a:solidFill>
                <a:latin typeface="Arial" panose="020B0604020202020204" pitchFamily="34" charset="0"/>
                <a:sym typeface="Arial" panose="020B0604020202020204" pitchFamily="34" charset="0"/>
              </a:rPr>
              <a:t>:  </a:t>
            </a:r>
            <a:r>
              <a:rPr lang="zh-CN" altLang="en-US" sz="2400" b="1">
                <a:solidFill>
                  <a:srgbClr val="006699"/>
                </a:solidFill>
                <a:latin typeface="Arial" panose="020B0604020202020204" pitchFamily="34" charset="0"/>
                <a:sym typeface="Arial" panose="020B0604020202020204" pitchFamily="34" charset="0"/>
              </a:rPr>
              <a:t>超过</a:t>
            </a:r>
            <a:r>
              <a:rPr lang="en-US" altLang="zh-CN" sz="2400" b="1">
                <a:solidFill>
                  <a:srgbClr val="006699"/>
                </a:solidFill>
                <a:latin typeface="Arial" panose="020B0604020202020204" pitchFamily="34" charset="0"/>
                <a:sym typeface="Arial" panose="020B0604020202020204" pitchFamily="34" charset="0"/>
              </a:rPr>
              <a:t>8</a:t>
            </a:r>
            <a:r>
              <a:rPr lang="zh-CN" altLang="en-US" sz="2400" b="1">
                <a:solidFill>
                  <a:srgbClr val="006699"/>
                </a:solidFill>
                <a:latin typeface="Arial" panose="020B0604020202020204" pitchFamily="34" charset="0"/>
                <a:sym typeface="Arial" panose="020B0604020202020204" pitchFamily="34" charset="0"/>
              </a:rPr>
              <a:t>位，最高位丢失。</a:t>
            </a:r>
          </a:p>
          <a:p>
            <a:pPr>
              <a:spcBef>
                <a:spcPct val="0"/>
              </a:spcBef>
              <a:buFont typeface="Arial" panose="020B0604020202020204" pitchFamily="34" charset="0"/>
              <a:buNone/>
            </a:pPr>
            <a:r>
              <a:rPr lang="zh-CN" altLang="en-US" sz="2400" b="1">
                <a:solidFill>
                  <a:srgbClr val="006699"/>
                </a:solidFill>
                <a:latin typeface="Arial" panose="020B0604020202020204" pitchFamily="34" charset="0"/>
                <a:sym typeface="Arial" panose="020B0604020202020204" pitchFamily="34" charset="0"/>
              </a:rPr>
              <a:t>故</a:t>
            </a:r>
            <a:r>
              <a:rPr lang="en-US" altLang="zh-CN" sz="2400" b="1">
                <a:solidFill>
                  <a:srgbClr val="006699"/>
                </a:solidFill>
                <a:latin typeface="Arial" panose="020B0604020202020204" pitchFamily="34" charset="0"/>
                <a:sym typeface="Arial" panose="020B0604020202020204" pitchFamily="34" charset="0"/>
              </a:rPr>
              <a:t>:  [9]</a:t>
            </a:r>
            <a:r>
              <a:rPr lang="zh-CN" altLang="en-US" sz="2400" b="1">
                <a:solidFill>
                  <a:srgbClr val="006699"/>
                </a:solidFill>
                <a:latin typeface="Arial" panose="020B0604020202020204" pitchFamily="34" charset="0"/>
                <a:sym typeface="Arial" panose="020B0604020202020204" pitchFamily="34" charset="0"/>
              </a:rPr>
              <a:t>补</a:t>
            </a:r>
            <a:r>
              <a:rPr lang="en-US" altLang="zh-CN" sz="2400" b="1">
                <a:solidFill>
                  <a:srgbClr val="006699"/>
                </a:solidFill>
                <a:latin typeface="Arial" panose="020B0604020202020204" pitchFamily="34" charset="0"/>
                <a:sym typeface="Arial" panose="020B0604020202020204" pitchFamily="34" charset="0"/>
              </a:rPr>
              <a:t>+[-2]</a:t>
            </a:r>
            <a:r>
              <a:rPr lang="zh-CN" altLang="en-US" sz="2400" b="1">
                <a:solidFill>
                  <a:srgbClr val="006699"/>
                </a:solidFill>
                <a:latin typeface="Arial" panose="020B0604020202020204" pitchFamily="34" charset="0"/>
                <a:sym typeface="Arial" panose="020B0604020202020204" pitchFamily="34" charset="0"/>
              </a:rPr>
              <a:t>补</a:t>
            </a:r>
            <a:r>
              <a:rPr lang="en-US" altLang="zh-CN" sz="2400" b="1">
                <a:solidFill>
                  <a:srgbClr val="006699"/>
                </a:solidFill>
                <a:latin typeface="Arial" panose="020B0604020202020204" pitchFamily="34" charset="0"/>
                <a:sym typeface="Arial" panose="020B0604020202020204" pitchFamily="34" charset="0"/>
              </a:rPr>
              <a:t>= 00000111         </a:t>
            </a:r>
            <a:r>
              <a:rPr lang="zh-CN" altLang="en-US" sz="2400" b="1">
                <a:solidFill>
                  <a:srgbClr val="006699"/>
                </a:solidFill>
                <a:latin typeface="Arial" panose="020B0604020202020204" pitchFamily="34" charset="0"/>
                <a:sym typeface="Arial" panose="020B0604020202020204" pitchFamily="34" charset="0"/>
              </a:rPr>
              <a:t>结果为</a:t>
            </a:r>
            <a:r>
              <a:rPr lang="en-US" altLang="zh-CN" sz="2400" b="1">
                <a:solidFill>
                  <a:srgbClr val="006699"/>
                </a:solidFill>
                <a:latin typeface="Arial" panose="020B0604020202020204" pitchFamily="34" charset="0"/>
                <a:sym typeface="Arial" panose="020B0604020202020204" pitchFamily="34" charset="0"/>
              </a:rPr>
              <a:t>7</a:t>
            </a:r>
            <a:endParaRPr lang="zh-CN" altLang="en-US" sz="1800">
              <a:latin typeface="Calibri" panose="020F0502020204030204" pitchFamily="34" charset="0"/>
            </a:endParaRPr>
          </a:p>
        </p:txBody>
      </p:sp>
      <p:sp>
        <p:nvSpPr>
          <p:cNvPr id="84997" name="Rectangle 4"/>
          <p:cNvSpPr>
            <a:spLocks noChangeArrowheads="1"/>
          </p:cNvSpPr>
          <p:nvPr/>
        </p:nvSpPr>
        <p:spPr bwMode="auto">
          <a:xfrm>
            <a:off x="3635375" y="4149725"/>
            <a:ext cx="177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r>
              <a:rPr lang="en-US" altLang="zh-CN" sz="2800" b="1">
                <a:solidFill>
                  <a:srgbClr val="006699"/>
                </a:solidFill>
                <a:latin typeface="Arial" panose="020B0604020202020204" pitchFamily="34" charset="0"/>
                <a:sym typeface="Arial" panose="020B0604020202020204" pitchFamily="34" charset="0"/>
              </a:rPr>
              <a:t>00001001</a:t>
            </a:r>
            <a:endParaRPr lang="zh-CN" altLang="en-US" sz="1800">
              <a:latin typeface="Calibri" panose="020F0502020204030204" pitchFamily="34" charset="0"/>
            </a:endParaRPr>
          </a:p>
        </p:txBody>
      </p:sp>
      <p:sp>
        <p:nvSpPr>
          <p:cNvPr id="84998" name="Rectangle 5"/>
          <p:cNvSpPr>
            <a:spLocks noChangeArrowheads="1"/>
          </p:cNvSpPr>
          <p:nvPr/>
        </p:nvSpPr>
        <p:spPr bwMode="auto">
          <a:xfrm>
            <a:off x="2987675" y="4705350"/>
            <a:ext cx="2436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r>
              <a:rPr lang="en-US" altLang="zh-CN" sz="2800" b="1">
                <a:solidFill>
                  <a:srgbClr val="006699"/>
                </a:solidFill>
                <a:latin typeface="Arial" panose="020B0604020202020204" pitchFamily="34" charset="0"/>
                <a:sym typeface="Arial" panose="020B0604020202020204" pitchFamily="34" charset="0"/>
              </a:rPr>
              <a:t>+)   11111110</a:t>
            </a:r>
            <a:endParaRPr lang="zh-CN" altLang="en-US" sz="1800">
              <a:latin typeface="Calibri" panose="020F0502020204030204" pitchFamily="34" charset="0"/>
            </a:endParaRPr>
          </a:p>
        </p:txBody>
      </p:sp>
      <p:sp>
        <p:nvSpPr>
          <p:cNvPr id="84999" name="Line 6"/>
          <p:cNvSpPr>
            <a:spLocks noChangeShapeType="1"/>
          </p:cNvSpPr>
          <p:nvPr/>
        </p:nvSpPr>
        <p:spPr bwMode="auto">
          <a:xfrm>
            <a:off x="2698750" y="5281613"/>
            <a:ext cx="3168650" cy="1587"/>
          </a:xfrm>
          <a:prstGeom prst="line">
            <a:avLst/>
          </a:prstGeom>
          <a:noFill/>
          <a:ln w="38100">
            <a:solidFill>
              <a:schemeClr val="tx1"/>
            </a:solidFill>
            <a:bevel/>
          </a:ln>
          <a:extLst>
            <a:ext uri="{909E8E84-426E-40DD-AFC4-6F175D3DCCD1}">
              <a14:hiddenFill xmlns:a14="http://schemas.microsoft.com/office/drawing/2010/main">
                <a:noFill/>
              </a14:hiddenFill>
            </a:ext>
          </a:extLst>
        </p:spPr>
        <p:txBody>
          <a:bodyPr anchor="b"/>
          <a:lstStyle/>
          <a:p>
            <a:endParaRPr lang="zh-CN" altLang="en-US"/>
          </a:p>
        </p:txBody>
      </p:sp>
      <p:sp>
        <p:nvSpPr>
          <p:cNvPr id="85000" name="Rectangle 7"/>
          <p:cNvSpPr>
            <a:spLocks noChangeArrowheads="1"/>
          </p:cNvSpPr>
          <p:nvPr/>
        </p:nvSpPr>
        <p:spPr bwMode="auto">
          <a:xfrm>
            <a:off x="3633788" y="5373688"/>
            <a:ext cx="177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r>
              <a:rPr lang="en-US" altLang="zh-CN" sz="2800" b="1">
                <a:solidFill>
                  <a:srgbClr val="006699"/>
                </a:solidFill>
                <a:latin typeface="Arial" panose="020B0604020202020204" pitchFamily="34" charset="0"/>
                <a:sym typeface="Arial" panose="020B0604020202020204" pitchFamily="34" charset="0"/>
              </a:rPr>
              <a:t>00000111</a:t>
            </a:r>
            <a:endParaRPr lang="zh-CN" altLang="en-US" sz="1800">
              <a:latin typeface="Calibri" panose="020F0502020204030204" pitchFamily="34" charset="0"/>
            </a:endParaRPr>
          </a:p>
        </p:txBody>
      </p:sp>
      <p:sp>
        <p:nvSpPr>
          <p:cNvPr id="85001" name="Rectangle 8"/>
          <p:cNvSpPr>
            <a:spLocks noChangeArrowheads="1"/>
          </p:cNvSpPr>
          <p:nvPr/>
        </p:nvSpPr>
        <p:spPr bwMode="auto">
          <a:xfrm>
            <a:off x="3346450" y="53736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r>
              <a:rPr lang="en-US" altLang="zh-CN" sz="2800" b="1">
                <a:solidFill>
                  <a:schemeClr val="hlink"/>
                </a:solidFill>
                <a:latin typeface="Arial" panose="020B0604020202020204" pitchFamily="34" charset="0"/>
                <a:sym typeface="Arial" panose="020B0604020202020204" pitchFamily="34" charset="0"/>
              </a:rPr>
              <a:t>1</a:t>
            </a:r>
            <a:endParaRPr lang="en-US" altLang="zh-CN" sz="2800" b="1">
              <a:solidFill>
                <a:srgbClr val="006699"/>
              </a:solidFill>
              <a:latin typeface="Arial" panose="020B0604020202020204" pitchFamily="34" charset="0"/>
              <a:sym typeface="Arial" panose="020B0604020202020204" pitchFamily="34" charset="0"/>
            </a:endParaRPr>
          </a:p>
        </p:txBody>
      </p:sp>
      <p:sp>
        <p:nvSpPr>
          <p:cNvPr id="89098" name="AutoShape 9"/>
          <p:cNvSpPr>
            <a:spLocks noChangeArrowheads="1"/>
          </p:cNvSpPr>
          <p:nvPr/>
        </p:nvSpPr>
        <p:spPr bwMode="auto">
          <a:xfrm>
            <a:off x="1116013" y="115888"/>
            <a:ext cx="6985000" cy="533400"/>
          </a:xfrm>
          <a:prstGeom prst="flowChartAlternateProces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①</a:t>
            </a:r>
            <a:r>
              <a:rPr lang="zh-CN" altLang="en-US" sz="2800" b="1">
                <a:solidFill>
                  <a:schemeClr val="hlink"/>
                </a:solidFill>
                <a:latin typeface="Tahoma" panose="020B0604030504040204" pitchFamily="34" charset="0"/>
                <a:ea typeface="仿宋_GB2312" pitchFamily="1" charset="-122"/>
                <a:sym typeface="Tahoma" panose="020B0604030504040204" pitchFamily="34" charset="0"/>
              </a:rPr>
              <a:t>补码</a:t>
            </a:r>
            <a:r>
              <a:rPr lang="zh-CN" altLang="en-US" sz="2800" b="1">
                <a:solidFill>
                  <a:srgbClr val="006699"/>
                </a:solidFill>
                <a:latin typeface="Tahoma" panose="020B0604030504040204" pitchFamily="34" charset="0"/>
                <a:ea typeface="仿宋_GB2312" pitchFamily="1" charset="-122"/>
                <a:sym typeface="Tahoma" panose="020B0604030504040204" pitchFamily="34" charset="0"/>
              </a:rPr>
              <a:t>的举例</a:t>
            </a:r>
            <a:r>
              <a:rPr lang="en-US" altLang="zh-CN" sz="2800" b="1">
                <a:solidFill>
                  <a:srgbClr val="006699"/>
                </a:solidFill>
                <a:latin typeface="Tahoma" panose="020B0604030504040204" pitchFamily="34" charset="0"/>
                <a:ea typeface="仿宋_GB2312" pitchFamily="1" charset="-122"/>
                <a:sym typeface="Tahoma" panose="020B0604030504040204" pitchFamily="34" charset="0"/>
              </a:rPr>
              <a:t>2</a:t>
            </a:r>
            <a:endParaRPr lang="zh-CN" altLang="en-US" sz="18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iterate type="lt">
                                    <p:tmAbs val="0"/>
                                  </p:iterate>
                                  <p:childTnLst>
                                    <p:set>
                                      <p:cBhvr>
                                        <p:cTn id="6" dur="1" fill="hold">
                                          <p:stCondLst>
                                            <p:cond delay="0"/>
                                          </p:stCondLst>
                                        </p:cTn>
                                        <p:tgtEl>
                                          <p:spTgt spid="84995"/>
                                        </p:tgtEl>
                                        <p:attrNameLst>
                                          <p:attrName>style.visibility</p:attrName>
                                        </p:attrNameLst>
                                      </p:cBhvr>
                                      <p:to>
                                        <p:strVal val="visible"/>
                                      </p:to>
                                    </p:set>
                                    <p:animEffect filter="slide(fromBottom)">
                                      <p:cBhvr>
                                        <p:cTn id="7" dur="500"/>
                                        <p:tgtEl>
                                          <p:spTgt spid="84995"/>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4997"/>
                                        </p:tgtEl>
                                        <p:attrNameLst>
                                          <p:attrName>style.visibility</p:attrName>
                                        </p:attrNameLst>
                                      </p:cBhvr>
                                      <p:to>
                                        <p:strVal val="visible"/>
                                      </p:to>
                                    </p:set>
                                    <p:animEffect filter="slide(fromBottom)">
                                      <p:cBhvr>
                                        <p:cTn id="11" dur="500"/>
                                        <p:tgtEl>
                                          <p:spTgt spid="84997"/>
                                        </p:tgtEl>
                                      </p:cBhvr>
                                    </p:animEffect>
                                  </p:childTnLst>
                                </p:cTn>
                              </p:par>
                            </p:childTnLst>
                          </p:cTn>
                        </p:par>
                      </p:childTnLst>
                    </p:cTn>
                  </p:par>
                  <p:par>
                    <p:cTn id="12" fill="hold">
                      <p:stCondLst>
                        <p:cond delay="indefinite"/>
                      </p:stCondLst>
                      <p:childTnLst>
                        <p:par>
                          <p:cTn id="13" fill="hold">
                            <p:stCondLst>
                              <p:cond delay="0"/>
                            </p:stCondLst>
                            <p:childTnLst>
                              <p:par>
                                <p:cTn id="14" presetID="27" presetClass="entr" presetSubtype="0" fill="hold" grpId="0" nodeType="clickEffect">
                                  <p:stCondLst>
                                    <p:cond delay="0"/>
                                  </p:stCondLst>
                                  <p:iterate type="lt">
                                    <p:tmPct val="50000"/>
                                  </p:iterate>
                                  <p:childTnLst>
                                    <p:set>
                                      <p:cBhvr>
                                        <p:cTn id="15" dur="1" fill="hold">
                                          <p:stCondLst>
                                            <p:cond delay="0"/>
                                          </p:stCondLst>
                                        </p:cTn>
                                        <p:tgtEl>
                                          <p:spTgt spid="84998"/>
                                        </p:tgtEl>
                                        <p:attrNameLst>
                                          <p:attrName>style.visibility</p:attrName>
                                        </p:attrNameLst>
                                      </p:cBhvr>
                                      <p:to>
                                        <p:strVal val="visible"/>
                                      </p:to>
                                    </p:set>
                                    <p:anim calcmode="fmla" valueType="clr">
                                      <p:cBhvr override="childStyle">
                                        <p:cTn id="16" dur="500"/>
                                        <p:tgtEl>
                                          <p:spTgt spid="84998"/>
                                        </p:tgtEl>
                                        <p:attrNameLst>
                                          <p:attrName>style.color</p:attrName>
                                        </p:attrNameLst>
                                      </p:cBhvr>
                                    </p:anim>
                                    <p:anim calcmode="fmla" valueType="clr">
                                      <p:cBhvr>
                                        <p:cTn id="17" dur="500"/>
                                        <p:tgtEl>
                                          <p:spTgt spid="84998"/>
                                        </p:tgtEl>
                                        <p:attrNameLst>
                                          <p:attrName>fillcolor</p:attrName>
                                        </p:attrNameLst>
                                      </p:cBhvr>
                                    </p:anim>
                                    <p:set>
                                      <p:cBhvr>
                                        <p:cTn id="18" dur="500"/>
                                        <p:tgtEl>
                                          <p:spTgt spid="84998"/>
                                        </p:tgtEl>
                                        <p:attrNameLst>
                                          <p:attrName>fill.type</p:attrName>
                                        </p:attrNameLst>
                                      </p:cBhvr>
                                      <p:to>
                                        <p:strVal val="solid"/>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4999"/>
                                        </p:tgtEl>
                                        <p:attrNameLst>
                                          <p:attrName>style.visibility</p:attrName>
                                        </p:attrNameLst>
                                      </p:cBhvr>
                                      <p:to>
                                        <p:strVal val="visible"/>
                                      </p:to>
                                    </p:set>
                                    <p:animEffect filter="wipe(left)">
                                      <p:cBhvr>
                                        <p:cTn id="23" dur="500"/>
                                        <p:tgtEl>
                                          <p:spTgt spid="8499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85000"/>
                                        </p:tgtEl>
                                        <p:attrNameLst>
                                          <p:attrName>style.visibility</p:attrName>
                                        </p:attrNameLst>
                                      </p:cBhvr>
                                      <p:to>
                                        <p:strVal val="visible"/>
                                      </p:to>
                                    </p:set>
                                    <p:animEffect filter="wipe(right)">
                                      <p:cBhvr>
                                        <p:cTn id="28" dur="5000"/>
                                        <p:tgtEl>
                                          <p:spTgt spid="85000"/>
                                        </p:tgtEl>
                                      </p:cBhvr>
                                    </p:animEffect>
                                  </p:childTnLst>
                                </p:cTn>
                              </p:par>
                            </p:childTnLst>
                          </p:cTn>
                        </p:par>
                        <p:par>
                          <p:cTn id="29" fill="hold">
                            <p:stCondLst>
                              <p:cond delay="5000"/>
                            </p:stCondLst>
                            <p:childTnLst>
                              <p:par>
                                <p:cTn id="30" presetID="22" presetClass="entr" presetSubtype="2" fill="hold" grpId="0" nodeType="afterEffect">
                                  <p:stCondLst>
                                    <p:cond delay="0"/>
                                  </p:stCondLst>
                                  <p:childTnLst>
                                    <p:set>
                                      <p:cBhvr>
                                        <p:cTn id="31" dur="1" fill="hold">
                                          <p:stCondLst>
                                            <p:cond delay="0"/>
                                          </p:stCondLst>
                                        </p:cTn>
                                        <p:tgtEl>
                                          <p:spTgt spid="85001"/>
                                        </p:tgtEl>
                                        <p:attrNameLst>
                                          <p:attrName>style.visibility</p:attrName>
                                        </p:attrNameLst>
                                      </p:cBhvr>
                                      <p:to>
                                        <p:strVal val="visible"/>
                                      </p:to>
                                    </p:set>
                                    <p:animEffect filter="wipe(right)">
                                      <p:cBhvr>
                                        <p:cTn id="32" dur="500"/>
                                        <p:tgtEl>
                                          <p:spTgt spid="85001"/>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p:cTn id="36" dur="500"/>
                                        <p:tgtEl>
                                          <p:spTgt spid="85001"/>
                                        </p:tgtEl>
                                        <p:attrNameLst>
                                          <p:attrName>ppt_x</p:attrName>
                                        </p:attrNameLst>
                                      </p:cBhvr>
                                      <p:tavLst>
                                        <p:tav tm="0">
                                          <p:val>
                                            <p:strVal val="ppt_x"/>
                                          </p:val>
                                        </p:tav>
                                        <p:tav tm="100000">
                                          <p:val>
                                            <p:strVal val="ppt_x"/>
                                          </p:val>
                                        </p:tav>
                                      </p:tavLst>
                                    </p:anim>
                                    <p:anim calcmode="lin" valueType="num">
                                      <p:cBhvr>
                                        <p:cTn id="37" dur="500"/>
                                        <p:tgtEl>
                                          <p:spTgt spid="85001"/>
                                        </p:tgtEl>
                                        <p:attrNameLst>
                                          <p:attrName>ppt_y</p:attrName>
                                        </p:attrNameLst>
                                      </p:cBhvr>
                                      <p:tavLst>
                                        <p:tav tm="0">
                                          <p:val>
                                            <p:strVal val="ppt_y"/>
                                          </p:val>
                                        </p:tav>
                                        <p:tav tm="100000">
                                          <p:val>
                                            <p:strVal val="1+ppt_h/2"/>
                                          </p:val>
                                        </p:tav>
                                      </p:tavLst>
                                    </p:anim>
                                    <p:set>
                                      <p:cBhvr>
                                        <p:cTn id="38" dur="1" fill="hold">
                                          <p:stCondLst>
                                            <p:cond delay="499"/>
                                          </p:stCondLst>
                                        </p:cTn>
                                        <p:tgtEl>
                                          <p:spTgt spid="8500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84996"/>
                                        </p:tgtEl>
                                        <p:attrNameLst>
                                          <p:attrName>style.visibility</p:attrName>
                                        </p:attrNameLst>
                                      </p:cBhvr>
                                      <p:to>
                                        <p:strVal val="visible"/>
                                      </p:to>
                                    </p:set>
                                    <p:animEffect filter="slide(fromBottom)">
                                      <p:cBhvr>
                                        <p:cTn id="43" dur="500"/>
                                        <p:tgtEl>
                                          <p:spTgt spid="84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ldLvl="0" animBg="1"/>
      <p:bldP spid="84996" grpId="0" bldLvl="0" animBg="1"/>
      <p:bldP spid="84997" grpId="0" bldLvl="0"/>
      <p:bldP spid="84998" grpId="0" bldLvl="0"/>
      <p:bldP spid="84999" grpId="0" animBg="1"/>
      <p:bldP spid="85000" grpId="0" bldLvl="0"/>
      <p:bldP spid="85001" grpId="0" bldLvl="0"/>
      <p:bldP spid="85001" grpId="1" bldLvl="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D2A2695E-8CEE-400D-AF80-64D0D6169A73}" type="slidenum">
              <a:rPr lang="zh-CN" altLang="en-US" sz="900">
                <a:solidFill>
                  <a:srgbClr val="848589"/>
                </a:solidFill>
                <a:latin typeface="Futura Bk" charset="0"/>
                <a:sym typeface="Futura Bk" charset="0"/>
              </a:rPr>
              <a:t>60</a:t>
            </a:fld>
            <a:endParaRPr lang="zh-CN" altLang="en-US" sz="900">
              <a:solidFill>
                <a:srgbClr val="848589"/>
              </a:solidFill>
              <a:latin typeface="Futura Bk" charset="0"/>
              <a:sym typeface="Futura Bk" charset="0"/>
            </a:endParaRPr>
          </a:p>
        </p:txBody>
      </p:sp>
      <p:sp>
        <p:nvSpPr>
          <p:cNvPr id="86019" name="Rectangle 2"/>
          <p:cNvSpPr>
            <a:spLocks noGrp="1" noChangeArrowheads="1"/>
          </p:cNvSpPr>
          <p:nvPr>
            <p:ph type="title"/>
          </p:nvPr>
        </p:nvSpPr>
        <p:spPr>
          <a:xfrm>
            <a:off x="1116013" y="1030288"/>
            <a:ext cx="1223962" cy="863600"/>
          </a:xfrm>
          <a:solidFill>
            <a:srgbClr val="3366FF"/>
          </a:solidFill>
          <a:ln>
            <a:solidFill>
              <a:srgbClr val="3366FF"/>
            </a:solidFill>
            <a:bevel/>
          </a:ln>
        </p:spPr>
        <p:txBody>
          <a:bodyPr/>
          <a:lstStyle/>
          <a:p>
            <a:pPr eaLnBrk="1" hangingPunct="1"/>
            <a:r>
              <a:rPr lang="zh-CN" altLang="en-US" sz="3200" b="1">
                <a:solidFill>
                  <a:srgbClr val="FFFF00"/>
                </a:solidFill>
                <a:latin typeface="隶书" panose="02010509060101010101" pitchFamily="49" charset="-122"/>
                <a:ea typeface="隶书" panose="02010509060101010101" pitchFamily="49" charset="-122"/>
                <a:sym typeface="隶书" panose="02010509060101010101" pitchFamily="49" charset="-122"/>
              </a:rPr>
              <a:t>小结</a:t>
            </a:r>
            <a:r>
              <a:rPr lang="en-US" altLang="zh-CN" sz="3200" b="1">
                <a:solidFill>
                  <a:srgbClr val="FFFF00"/>
                </a:solidFill>
                <a:latin typeface="隶书" panose="02010509060101010101" pitchFamily="49" charset="-122"/>
                <a:ea typeface="隶书" panose="02010509060101010101" pitchFamily="49" charset="-122"/>
                <a:sym typeface="隶书" panose="02010509060101010101" pitchFamily="49" charset="-122"/>
              </a:rPr>
              <a:t>:</a:t>
            </a:r>
            <a:endParaRPr lang="zh-CN" altLang="en-US" sz="4400"/>
          </a:p>
        </p:txBody>
      </p:sp>
      <p:sp>
        <p:nvSpPr>
          <p:cNvPr id="86020" name="Rectangle 7"/>
          <p:cNvSpPr>
            <a:spLocks noChangeArrowheads="1"/>
          </p:cNvSpPr>
          <p:nvPr/>
        </p:nvSpPr>
        <p:spPr bwMode="auto">
          <a:xfrm>
            <a:off x="971550" y="2008188"/>
            <a:ext cx="7391400" cy="1371600"/>
          </a:xfrm>
          <a:prstGeom prst="rect">
            <a:avLst/>
          </a:prstGeom>
          <a:solidFill>
            <a:srgbClr val="FFFFCC"/>
          </a:solidFill>
          <a:ln w="12700">
            <a:solidFill>
              <a:srgbClr val="FF0000"/>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rgbClr val="FF0066"/>
              </a:buClr>
              <a:buSzPct val="80000"/>
              <a:buFont typeface="Wingdings" panose="05000000000000000000" pitchFamily="2" charset="2"/>
              <a:buNone/>
            </a:pPr>
            <a:r>
              <a:rPr lang="zh-CN" altLang="en-US" sz="2800" b="1">
                <a:solidFill>
                  <a:srgbClr val="FF0000"/>
                </a:solidFill>
                <a:latin typeface="Times New Roman" panose="02020603050405020304" pitchFamily="18" charset="0"/>
                <a:sym typeface="Times New Roman" panose="02020603050405020304" pitchFamily="18" charset="0"/>
              </a:rPr>
              <a:t>正机器数</a:t>
            </a:r>
            <a:r>
              <a:rPr lang="zh-CN" altLang="en-US" sz="2800" b="1">
                <a:solidFill>
                  <a:srgbClr val="0000FF"/>
                </a:solidFill>
                <a:latin typeface="Times New Roman" panose="02020603050405020304" pitchFamily="18" charset="0"/>
                <a:sym typeface="Times New Roman" panose="02020603050405020304" pitchFamily="18" charset="0"/>
              </a:rPr>
              <a:t>：符号位用</a:t>
            </a:r>
            <a:r>
              <a:rPr lang="en-US" altLang="zh-CN" sz="2800" b="1">
                <a:solidFill>
                  <a:srgbClr val="FF0000"/>
                </a:solidFill>
                <a:latin typeface="Times New Roman" panose="02020603050405020304" pitchFamily="18" charset="0"/>
                <a:sym typeface="Times New Roman" panose="02020603050405020304" pitchFamily="18" charset="0"/>
              </a:rPr>
              <a:t>0</a:t>
            </a:r>
            <a:r>
              <a:rPr lang="zh-CN" altLang="en-US" sz="2800" b="1">
                <a:solidFill>
                  <a:srgbClr val="0000FF"/>
                </a:solidFill>
                <a:latin typeface="Times New Roman" panose="02020603050405020304" pitchFamily="18" charset="0"/>
                <a:sym typeface="Times New Roman" panose="02020603050405020304" pitchFamily="18" charset="0"/>
              </a:rPr>
              <a:t>表示，数值</a:t>
            </a:r>
            <a:r>
              <a:rPr lang="zh-CN" altLang="en-US" sz="2800" b="1">
                <a:solidFill>
                  <a:srgbClr val="FF0000"/>
                </a:solidFill>
                <a:latin typeface="Times New Roman" panose="02020603050405020304" pitchFamily="18" charset="0"/>
                <a:sym typeface="Times New Roman" panose="02020603050405020304" pitchFamily="18" charset="0"/>
              </a:rPr>
              <a:t>不变</a:t>
            </a:r>
            <a:r>
              <a:rPr lang="zh-CN" altLang="en-US" sz="2800" b="1">
                <a:solidFill>
                  <a:srgbClr val="0000FF"/>
                </a:solidFill>
                <a:latin typeface="Times New Roman" panose="02020603050405020304" pitchFamily="18" charset="0"/>
                <a:sym typeface="Times New Roman" panose="02020603050405020304" pitchFamily="18" charset="0"/>
              </a:rPr>
              <a:t>。</a:t>
            </a:r>
          </a:p>
          <a:p>
            <a:pPr eaLnBrk="1" hangingPunct="1">
              <a:buClr>
                <a:srgbClr val="FF0066"/>
              </a:buClr>
              <a:buSzPct val="80000"/>
              <a:buFont typeface="Wingdings" panose="05000000000000000000" pitchFamily="2" charset="2"/>
              <a:buNone/>
            </a:pPr>
            <a:r>
              <a:rPr lang="zh-CN" altLang="en-US" sz="2800" b="1">
                <a:solidFill>
                  <a:srgbClr val="0000FF"/>
                </a:solidFill>
                <a:latin typeface="Times New Roman" panose="02020603050405020304" pitchFamily="18" charset="0"/>
                <a:sym typeface="Times New Roman" panose="02020603050405020304" pitchFamily="18" charset="0"/>
              </a:rPr>
              <a:t>		</a:t>
            </a:r>
            <a:r>
              <a:rPr lang="en-US" altLang="zh-CN" sz="2800" b="1">
                <a:solidFill>
                  <a:srgbClr val="0000FF"/>
                </a:solidFill>
                <a:latin typeface="Times New Roman" panose="02020603050405020304" pitchFamily="18" charset="0"/>
                <a:sym typeface="Times New Roman" panose="02020603050405020304" pitchFamily="18" charset="0"/>
              </a:rPr>
              <a:t>[X</a:t>
            </a:r>
            <a:r>
              <a:rPr lang="en-US" altLang="zh-CN" sz="2800" b="1" baseline="-30000">
                <a:solidFill>
                  <a:srgbClr val="0000FF"/>
                </a:solidFill>
                <a:latin typeface="Times New Roman" panose="02020603050405020304" pitchFamily="18" charset="0"/>
                <a:sym typeface="Times New Roman" panose="02020603050405020304" pitchFamily="18" charset="0"/>
              </a:rPr>
              <a:t>1</a:t>
            </a:r>
            <a:r>
              <a:rPr lang="en-US" altLang="zh-CN" sz="2800" b="1">
                <a:solidFill>
                  <a:srgbClr val="0000FF"/>
                </a:solidFill>
                <a:latin typeface="Times New Roman" panose="02020603050405020304" pitchFamily="18" charset="0"/>
                <a:sym typeface="Times New Roman" panose="02020603050405020304" pitchFamily="18" charset="0"/>
              </a:rPr>
              <a:t>]</a:t>
            </a:r>
            <a:r>
              <a:rPr lang="zh-CN" altLang="en-US" sz="2800" b="1" baseline="-30000">
                <a:solidFill>
                  <a:srgbClr val="0000FF"/>
                </a:solidFill>
                <a:latin typeface="Times New Roman" panose="02020603050405020304" pitchFamily="18" charset="0"/>
                <a:sym typeface="Times New Roman" panose="02020603050405020304" pitchFamily="18" charset="0"/>
              </a:rPr>
              <a:t>原</a:t>
            </a:r>
            <a:r>
              <a:rPr lang="en-US" altLang="zh-CN" sz="2800" b="1">
                <a:solidFill>
                  <a:srgbClr val="0000FF"/>
                </a:solidFill>
                <a:latin typeface="Arial" panose="020B0604020202020204" pitchFamily="34" charset="0"/>
                <a:sym typeface="Arial" panose="020B0604020202020204" pitchFamily="34" charset="0"/>
              </a:rPr>
              <a:t>= </a:t>
            </a:r>
            <a:r>
              <a:rPr lang="en-US" altLang="zh-CN" sz="2800" b="1">
                <a:solidFill>
                  <a:srgbClr val="0000FF"/>
                </a:solidFill>
                <a:latin typeface="Times New Roman" panose="02020603050405020304" pitchFamily="18" charset="0"/>
                <a:sym typeface="Times New Roman" panose="02020603050405020304" pitchFamily="18" charset="0"/>
              </a:rPr>
              <a:t>[X</a:t>
            </a:r>
            <a:r>
              <a:rPr lang="en-US" altLang="zh-CN" sz="2800" b="1" baseline="-30000">
                <a:solidFill>
                  <a:srgbClr val="0000FF"/>
                </a:solidFill>
                <a:latin typeface="Times New Roman" panose="02020603050405020304" pitchFamily="18" charset="0"/>
                <a:sym typeface="Times New Roman" panose="02020603050405020304" pitchFamily="18" charset="0"/>
              </a:rPr>
              <a:t>1</a:t>
            </a:r>
            <a:r>
              <a:rPr lang="en-US" altLang="zh-CN" sz="2800" b="1">
                <a:solidFill>
                  <a:srgbClr val="0000FF"/>
                </a:solidFill>
                <a:latin typeface="Times New Roman" panose="02020603050405020304" pitchFamily="18" charset="0"/>
                <a:sym typeface="Times New Roman" panose="02020603050405020304" pitchFamily="18" charset="0"/>
              </a:rPr>
              <a:t>]</a:t>
            </a:r>
            <a:r>
              <a:rPr lang="zh-CN" altLang="en-US" sz="2800" b="1" baseline="-30000">
                <a:solidFill>
                  <a:srgbClr val="0000FF"/>
                </a:solidFill>
                <a:latin typeface="Times New Roman" panose="02020603050405020304" pitchFamily="18" charset="0"/>
                <a:sym typeface="Times New Roman" panose="02020603050405020304" pitchFamily="18" charset="0"/>
              </a:rPr>
              <a:t>反</a:t>
            </a:r>
            <a:r>
              <a:rPr lang="en-US" altLang="zh-CN" sz="2800" b="1">
                <a:solidFill>
                  <a:srgbClr val="0000FF"/>
                </a:solidFill>
                <a:latin typeface="Arial" panose="020B0604020202020204" pitchFamily="34" charset="0"/>
                <a:sym typeface="Arial" panose="020B0604020202020204" pitchFamily="34" charset="0"/>
              </a:rPr>
              <a:t>= </a:t>
            </a:r>
            <a:r>
              <a:rPr lang="en-US" altLang="zh-CN" sz="2800" b="1">
                <a:solidFill>
                  <a:srgbClr val="0000FF"/>
                </a:solidFill>
                <a:latin typeface="Times New Roman" panose="02020603050405020304" pitchFamily="18" charset="0"/>
                <a:sym typeface="Times New Roman" panose="02020603050405020304" pitchFamily="18" charset="0"/>
              </a:rPr>
              <a:t>[X</a:t>
            </a:r>
            <a:r>
              <a:rPr lang="en-US" altLang="zh-CN" sz="2800" b="1" baseline="-30000">
                <a:solidFill>
                  <a:srgbClr val="0000FF"/>
                </a:solidFill>
                <a:latin typeface="Times New Roman" panose="02020603050405020304" pitchFamily="18" charset="0"/>
                <a:sym typeface="Times New Roman" panose="02020603050405020304" pitchFamily="18" charset="0"/>
              </a:rPr>
              <a:t>1</a:t>
            </a:r>
            <a:r>
              <a:rPr lang="en-US" altLang="zh-CN" sz="2800" b="1">
                <a:solidFill>
                  <a:srgbClr val="0000FF"/>
                </a:solidFill>
                <a:latin typeface="Times New Roman" panose="02020603050405020304" pitchFamily="18" charset="0"/>
                <a:sym typeface="Times New Roman" panose="02020603050405020304" pitchFamily="18" charset="0"/>
              </a:rPr>
              <a:t>]</a:t>
            </a:r>
            <a:r>
              <a:rPr lang="zh-CN" altLang="en-US" sz="2800" b="1" baseline="-30000">
                <a:solidFill>
                  <a:srgbClr val="0000FF"/>
                </a:solidFill>
                <a:latin typeface="Times New Roman" panose="02020603050405020304" pitchFamily="18" charset="0"/>
                <a:sym typeface="Times New Roman" panose="02020603050405020304" pitchFamily="18" charset="0"/>
              </a:rPr>
              <a:t>补</a:t>
            </a:r>
            <a:endParaRPr lang="zh-CN" altLang="en-US" sz="1800">
              <a:latin typeface="Calibri" panose="020F0502020204030204" pitchFamily="34" charset="0"/>
            </a:endParaRPr>
          </a:p>
        </p:txBody>
      </p:sp>
      <p:sp>
        <p:nvSpPr>
          <p:cNvPr id="86021" name="Rectangle 8"/>
          <p:cNvSpPr>
            <a:spLocks noChangeArrowheads="1"/>
          </p:cNvSpPr>
          <p:nvPr/>
        </p:nvSpPr>
        <p:spPr bwMode="auto">
          <a:xfrm>
            <a:off x="971550" y="3422650"/>
            <a:ext cx="7391400" cy="24447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Clr>
                <a:srgbClr val="FF0000"/>
              </a:buClr>
              <a:buFont typeface="Wingdings" panose="05000000000000000000" pitchFamily="2" charset="2"/>
              <a:buNone/>
            </a:pPr>
            <a:r>
              <a:rPr lang="zh-CN" altLang="en-US" sz="2800" b="1">
                <a:solidFill>
                  <a:schemeClr val="bg2"/>
                </a:solidFill>
                <a:latin typeface="Times New Roman" panose="02020603050405020304" pitchFamily="18" charset="0"/>
                <a:sym typeface="Times New Roman" panose="02020603050405020304" pitchFamily="18" charset="0"/>
              </a:rPr>
              <a:t> </a:t>
            </a:r>
            <a:r>
              <a:rPr lang="zh-CN" altLang="en-US" sz="2800" b="1">
                <a:solidFill>
                  <a:srgbClr val="FF3300"/>
                </a:solidFill>
                <a:latin typeface="Times New Roman" panose="02020603050405020304" pitchFamily="18" charset="0"/>
                <a:sym typeface="Times New Roman" panose="02020603050405020304" pitchFamily="18" charset="0"/>
              </a:rPr>
              <a:t>负机器数：</a:t>
            </a:r>
          </a:p>
          <a:p>
            <a:pPr algn="just" eaLnBrk="1" hangingPunct="1">
              <a:spcBef>
                <a:spcPct val="0"/>
              </a:spcBef>
              <a:buClr>
                <a:srgbClr val="FF0000"/>
              </a:buClr>
              <a:buFont typeface="Wingdings" panose="05000000000000000000" pitchFamily="2" charset="2"/>
              <a:buNone/>
            </a:pPr>
            <a:r>
              <a:rPr lang="zh-CN" altLang="en-US" sz="2800" b="1">
                <a:solidFill>
                  <a:srgbClr val="FF3300"/>
                </a:solidFill>
                <a:latin typeface="Times New Roman" panose="02020603050405020304" pitchFamily="18" charset="0"/>
                <a:sym typeface="Times New Roman" panose="02020603050405020304" pitchFamily="18" charset="0"/>
              </a:rPr>
              <a:t>原码</a:t>
            </a:r>
            <a:r>
              <a:rPr lang="zh-CN" altLang="en-US" sz="2800" b="1">
                <a:solidFill>
                  <a:srgbClr val="FFFF00"/>
                </a:solidFill>
                <a:latin typeface="Times New Roman" panose="02020603050405020304" pitchFamily="18" charset="0"/>
                <a:sym typeface="Times New Roman" panose="02020603050405020304" pitchFamily="18" charset="0"/>
              </a:rPr>
              <a:t>	</a:t>
            </a:r>
            <a:r>
              <a:rPr lang="zh-CN" altLang="en-US" sz="2800" b="1">
                <a:solidFill>
                  <a:srgbClr val="006699"/>
                </a:solidFill>
                <a:latin typeface="Times New Roman" panose="02020603050405020304" pitchFamily="18" charset="0"/>
                <a:sym typeface="Times New Roman" panose="02020603050405020304" pitchFamily="18" charset="0"/>
              </a:rPr>
              <a:t>符号位用</a:t>
            </a:r>
            <a:r>
              <a:rPr lang="en-US" altLang="zh-CN" sz="2800" b="1">
                <a:solidFill>
                  <a:srgbClr val="FF3300"/>
                </a:solidFill>
                <a:latin typeface="Times New Roman" panose="02020603050405020304" pitchFamily="18" charset="0"/>
                <a:sym typeface="Times New Roman" panose="02020603050405020304" pitchFamily="18" charset="0"/>
              </a:rPr>
              <a:t>1</a:t>
            </a:r>
            <a:r>
              <a:rPr lang="zh-CN" altLang="en-US" sz="2800" b="1">
                <a:solidFill>
                  <a:srgbClr val="006699"/>
                </a:solidFill>
                <a:latin typeface="Times New Roman" panose="02020603050405020304" pitchFamily="18" charset="0"/>
                <a:sym typeface="Times New Roman" panose="02020603050405020304" pitchFamily="18" charset="0"/>
              </a:rPr>
              <a:t>表示，数值</a:t>
            </a:r>
            <a:r>
              <a:rPr lang="zh-CN" altLang="en-US" sz="2800" b="1">
                <a:solidFill>
                  <a:srgbClr val="FF3300"/>
                </a:solidFill>
                <a:latin typeface="Times New Roman" panose="02020603050405020304" pitchFamily="18" charset="0"/>
                <a:sym typeface="Times New Roman" panose="02020603050405020304" pitchFamily="18" charset="0"/>
              </a:rPr>
              <a:t>不变</a:t>
            </a:r>
            <a:r>
              <a:rPr lang="zh-CN" altLang="en-US" sz="2800" b="1">
                <a:solidFill>
                  <a:srgbClr val="006699"/>
                </a:solidFill>
                <a:latin typeface="Times New Roman" panose="02020603050405020304" pitchFamily="18" charset="0"/>
                <a:sym typeface="Times New Roman" panose="02020603050405020304" pitchFamily="18" charset="0"/>
              </a:rPr>
              <a:t>。</a:t>
            </a:r>
          </a:p>
          <a:p>
            <a:pPr algn="just" eaLnBrk="1" hangingPunct="1">
              <a:spcBef>
                <a:spcPct val="0"/>
              </a:spcBef>
              <a:buClr>
                <a:srgbClr val="FF0000"/>
              </a:buClr>
              <a:buFont typeface="Wingdings" panose="05000000000000000000" pitchFamily="2" charset="2"/>
              <a:buNone/>
            </a:pPr>
            <a:r>
              <a:rPr lang="zh-CN" altLang="en-US" sz="2800" b="1">
                <a:solidFill>
                  <a:srgbClr val="FF3300"/>
                </a:solidFill>
                <a:latin typeface="Times New Roman" panose="02020603050405020304" pitchFamily="18" charset="0"/>
                <a:sym typeface="Times New Roman" panose="02020603050405020304" pitchFamily="18" charset="0"/>
              </a:rPr>
              <a:t>反码</a:t>
            </a:r>
            <a:r>
              <a:rPr lang="zh-CN" altLang="en-US" sz="2800" b="1">
                <a:solidFill>
                  <a:srgbClr val="FFFF00"/>
                </a:solidFill>
                <a:latin typeface="Times New Roman" panose="02020603050405020304" pitchFamily="18" charset="0"/>
                <a:sym typeface="Times New Roman" panose="02020603050405020304" pitchFamily="18" charset="0"/>
              </a:rPr>
              <a:t>	</a:t>
            </a:r>
            <a:r>
              <a:rPr lang="zh-CN" altLang="en-US" sz="2800" b="1">
                <a:solidFill>
                  <a:srgbClr val="006699"/>
                </a:solidFill>
                <a:latin typeface="Times New Roman" panose="02020603050405020304" pitchFamily="18" charset="0"/>
                <a:sym typeface="Times New Roman" panose="02020603050405020304" pitchFamily="18" charset="0"/>
              </a:rPr>
              <a:t>符号位用</a:t>
            </a:r>
            <a:r>
              <a:rPr lang="en-US" altLang="zh-CN" sz="2800" b="1">
                <a:solidFill>
                  <a:srgbClr val="FF3300"/>
                </a:solidFill>
                <a:latin typeface="Times New Roman" panose="02020603050405020304" pitchFamily="18" charset="0"/>
                <a:sym typeface="Times New Roman" panose="02020603050405020304" pitchFamily="18" charset="0"/>
              </a:rPr>
              <a:t>1</a:t>
            </a:r>
            <a:r>
              <a:rPr lang="zh-CN" altLang="en-US" sz="2800" b="1">
                <a:solidFill>
                  <a:srgbClr val="006699"/>
                </a:solidFill>
                <a:latin typeface="Times New Roman" panose="02020603050405020304" pitchFamily="18" charset="0"/>
                <a:sym typeface="Times New Roman" panose="02020603050405020304" pitchFamily="18" charset="0"/>
              </a:rPr>
              <a:t>表示，数值</a:t>
            </a:r>
            <a:r>
              <a:rPr lang="zh-CN" altLang="en-US" sz="2800" b="1">
                <a:solidFill>
                  <a:srgbClr val="FF3300"/>
                </a:solidFill>
                <a:latin typeface="Times New Roman" panose="02020603050405020304" pitchFamily="18" charset="0"/>
                <a:sym typeface="Times New Roman" panose="02020603050405020304" pitchFamily="18" charset="0"/>
              </a:rPr>
              <a:t>按位取反</a:t>
            </a:r>
            <a:r>
              <a:rPr lang="zh-CN" altLang="en-US" sz="2800" b="1">
                <a:solidFill>
                  <a:srgbClr val="006699"/>
                </a:solidFill>
                <a:latin typeface="Times New Roman" panose="02020603050405020304" pitchFamily="18" charset="0"/>
                <a:sym typeface="Times New Roman" panose="02020603050405020304" pitchFamily="18" charset="0"/>
              </a:rPr>
              <a:t>。</a:t>
            </a:r>
          </a:p>
          <a:p>
            <a:pPr algn="just" eaLnBrk="1" hangingPunct="1">
              <a:spcBef>
                <a:spcPct val="0"/>
              </a:spcBef>
              <a:buClr>
                <a:srgbClr val="FF0000"/>
              </a:buClr>
              <a:buFont typeface="Wingdings" panose="05000000000000000000" pitchFamily="2" charset="2"/>
              <a:buNone/>
            </a:pPr>
            <a:r>
              <a:rPr lang="zh-CN" altLang="en-US" sz="2800" b="1">
                <a:solidFill>
                  <a:srgbClr val="FF3300"/>
                </a:solidFill>
                <a:latin typeface="Times New Roman" panose="02020603050405020304" pitchFamily="18" charset="0"/>
                <a:sym typeface="Times New Roman" panose="02020603050405020304" pitchFamily="18" charset="0"/>
              </a:rPr>
              <a:t>补码</a:t>
            </a:r>
            <a:r>
              <a:rPr lang="zh-CN" altLang="en-US" sz="2800" b="1">
                <a:solidFill>
                  <a:srgbClr val="FFFF00"/>
                </a:solidFill>
                <a:latin typeface="Times New Roman" panose="02020603050405020304" pitchFamily="18" charset="0"/>
                <a:sym typeface="Times New Roman" panose="02020603050405020304" pitchFamily="18" charset="0"/>
              </a:rPr>
              <a:t>	</a:t>
            </a:r>
            <a:r>
              <a:rPr lang="zh-CN" altLang="en-US" sz="2800" b="1">
                <a:solidFill>
                  <a:srgbClr val="006699"/>
                </a:solidFill>
                <a:latin typeface="Times New Roman" panose="02020603050405020304" pitchFamily="18" charset="0"/>
                <a:sym typeface="Times New Roman" panose="02020603050405020304" pitchFamily="18" charset="0"/>
              </a:rPr>
              <a:t>符号位用</a:t>
            </a:r>
            <a:r>
              <a:rPr lang="en-US" altLang="zh-CN" sz="2800" b="1">
                <a:solidFill>
                  <a:srgbClr val="FF3300"/>
                </a:solidFill>
                <a:latin typeface="Times New Roman" panose="02020603050405020304" pitchFamily="18" charset="0"/>
                <a:sym typeface="Times New Roman" panose="02020603050405020304" pitchFamily="18" charset="0"/>
              </a:rPr>
              <a:t>1</a:t>
            </a:r>
            <a:r>
              <a:rPr lang="zh-CN" altLang="en-US" sz="2800" b="1">
                <a:solidFill>
                  <a:srgbClr val="006699"/>
                </a:solidFill>
                <a:latin typeface="Times New Roman" panose="02020603050405020304" pitchFamily="18" charset="0"/>
                <a:sym typeface="Times New Roman" panose="02020603050405020304" pitchFamily="18" charset="0"/>
              </a:rPr>
              <a:t>表示，数值</a:t>
            </a:r>
            <a:r>
              <a:rPr lang="zh-CN" altLang="en-US" sz="2800" b="1">
                <a:solidFill>
                  <a:srgbClr val="FF3300"/>
                </a:solidFill>
                <a:latin typeface="Times New Roman" panose="02020603050405020304" pitchFamily="18" charset="0"/>
                <a:sym typeface="Times New Roman" panose="02020603050405020304" pitchFamily="18" charset="0"/>
              </a:rPr>
              <a:t>按位取反</a:t>
            </a:r>
            <a:r>
              <a:rPr lang="en-US" altLang="zh-CN" sz="2800" b="1">
                <a:solidFill>
                  <a:srgbClr val="FF3300"/>
                </a:solidFill>
                <a:latin typeface="Times New Roman" panose="02020603050405020304" pitchFamily="18" charset="0"/>
                <a:sym typeface="Times New Roman" panose="02020603050405020304" pitchFamily="18" charset="0"/>
              </a:rPr>
              <a:t>+1</a:t>
            </a:r>
            <a:r>
              <a:rPr lang="en-US" altLang="zh-CN" sz="2800" b="1">
                <a:solidFill>
                  <a:srgbClr val="006699"/>
                </a:solidFill>
                <a:latin typeface="Times New Roman" panose="02020603050405020304" pitchFamily="18" charset="0"/>
                <a:sym typeface="Times New Roman" panose="02020603050405020304" pitchFamily="18" charset="0"/>
              </a:rPr>
              <a:t>;</a:t>
            </a:r>
            <a:endParaRPr lang="zh-CN" altLang="en-US" sz="2800" b="1">
              <a:solidFill>
                <a:srgbClr val="006699"/>
              </a:solidFill>
              <a:latin typeface="Times New Roman" panose="02020603050405020304" pitchFamily="18" charset="0"/>
              <a:sym typeface="Times New Roman" panose="02020603050405020304" pitchFamily="18" charset="0"/>
            </a:endParaRPr>
          </a:p>
          <a:p>
            <a:pPr eaLnBrk="1" hangingPunct="1">
              <a:spcBef>
                <a:spcPct val="0"/>
              </a:spcBef>
              <a:buClr>
                <a:srgbClr val="FF0000"/>
              </a:buClr>
              <a:buFont typeface="Wingdings" panose="05000000000000000000" pitchFamily="2" charset="2"/>
              <a:buNone/>
            </a:pPr>
            <a:r>
              <a:rPr lang="en-US" altLang="zh-CN" sz="2800" b="1">
                <a:solidFill>
                  <a:schemeClr val="bg1"/>
                </a:solidFill>
                <a:latin typeface="Times New Roman" panose="02020603050405020304" pitchFamily="18" charset="0"/>
                <a:sym typeface="Times New Roman" panose="02020603050405020304" pitchFamily="18" charset="0"/>
              </a:rPr>
              <a:t>		</a:t>
            </a:r>
            <a:r>
              <a:rPr lang="zh-CN" altLang="en-US" sz="2800" b="1">
                <a:solidFill>
                  <a:srgbClr val="006699"/>
                </a:solidFill>
                <a:latin typeface="Times New Roman" panose="02020603050405020304" pitchFamily="18" charset="0"/>
                <a:sym typeface="Times New Roman" panose="02020603050405020304" pitchFamily="18" charset="0"/>
              </a:rPr>
              <a:t>或</a:t>
            </a:r>
            <a:r>
              <a:rPr lang="zh-CN" altLang="en-US" sz="2800" b="1">
                <a:solidFill>
                  <a:srgbClr val="FF3300"/>
                </a:solidFill>
                <a:latin typeface="Times New Roman" panose="02020603050405020304" pitchFamily="18" charset="0"/>
                <a:sym typeface="Times New Roman" panose="02020603050405020304" pitchFamily="18" charset="0"/>
              </a:rPr>
              <a:t>反码</a:t>
            </a:r>
            <a:r>
              <a:rPr lang="en-US" altLang="zh-CN" sz="2800" b="1">
                <a:solidFill>
                  <a:srgbClr val="FF3300"/>
                </a:solidFill>
                <a:latin typeface="Times New Roman" panose="02020603050405020304" pitchFamily="18" charset="0"/>
                <a:sym typeface="Times New Roman" panose="02020603050405020304" pitchFamily="18" charset="0"/>
              </a:rPr>
              <a:t>+1</a:t>
            </a:r>
            <a:endParaRPr lang="zh-CN" altLang="en-US" sz="18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6019"/>
                                        </p:tgtEl>
                                        <p:attrNameLst>
                                          <p:attrName>style.visibility</p:attrName>
                                        </p:attrNameLst>
                                      </p:cBhvr>
                                      <p:to>
                                        <p:strVal val="visible"/>
                                      </p:to>
                                    </p:set>
                                    <p:animEffect filter="slide(fromLeft)">
                                      <p:cBhvr>
                                        <p:cTn id="7" dur="500"/>
                                        <p:tgtEl>
                                          <p:spTgt spid="86019"/>
                                        </p:tgtEl>
                                      </p:cBhvr>
                                    </p:animEffect>
                                  </p:childTnLst>
                                </p:cTn>
                              </p:par>
                            </p:childTnLst>
                          </p:cTn>
                        </p:par>
                        <p:par>
                          <p:cTn id="8" fill="hold">
                            <p:stCondLst>
                              <p:cond delay="500"/>
                            </p:stCondLst>
                            <p:childTnLst>
                              <p:par>
                                <p:cTn id="9" presetID="17" presetClass="entr" presetSubtype="1" fill="hold" grpId="0" nodeType="afterEffect">
                                  <p:stCondLst>
                                    <p:cond delay="0"/>
                                  </p:stCondLst>
                                  <p:childTnLst>
                                    <p:set>
                                      <p:cBhvr>
                                        <p:cTn id="10" dur="1" fill="hold">
                                          <p:stCondLst>
                                            <p:cond delay="0"/>
                                          </p:stCondLst>
                                        </p:cTn>
                                        <p:tgtEl>
                                          <p:spTgt spid="86020"/>
                                        </p:tgtEl>
                                        <p:attrNameLst>
                                          <p:attrName>style.visibility</p:attrName>
                                        </p:attrNameLst>
                                      </p:cBhvr>
                                      <p:to>
                                        <p:strVal val="visible"/>
                                      </p:to>
                                    </p:set>
                                    <p:anim calcmode="lin" valueType="num">
                                      <p:cBhvr>
                                        <p:cTn id="11" dur="500" fill="hold"/>
                                        <p:tgtEl>
                                          <p:spTgt spid="86020"/>
                                        </p:tgtEl>
                                        <p:attrNameLst>
                                          <p:attrName>ppt_x</p:attrName>
                                        </p:attrNameLst>
                                      </p:cBhvr>
                                      <p:tavLst>
                                        <p:tav tm="0">
                                          <p:val>
                                            <p:strVal val="#ppt_x"/>
                                          </p:val>
                                        </p:tav>
                                        <p:tav tm="100000">
                                          <p:val>
                                            <p:strVal val="#ppt_x"/>
                                          </p:val>
                                        </p:tav>
                                      </p:tavLst>
                                    </p:anim>
                                    <p:anim calcmode="lin" valueType="num">
                                      <p:cBhvr>
                                        <p:cTn id="12" dur="500" fill="hold"/>
                                        <p:tgtEl>
                                          <p:spTgt spid="86020"/>
                                        </p:tgtEl>
                                        <p:attrNameLst>
                                          <p:attrName>ppt_y</p:attrName>
                                        </p:attrNameLst>
                                      </p:cBhvr>
                                      <p:tavLst>
                                        <p:tav tm="0">
                                          <p:val>
                                            <p:strVal val="#ppt_y-#ppt_h/2"/>
                                          </p:val>
                                        </p:tav>
                                        <p:tav tm="100000">
                                          <p:val>
                                            <p:strVal val="#ppt_y"/>
                                          </p:val>
                                        </p:tav>
                                      </p:tavLst>
                                    </p:anim>
                                    <p:anim calcmode="lin" valueType="num">
                                      <p:cBhvr>
                                        <p:cTn id="13" dur="500" fill="hold"/>
                                        <p:tgtEl>
                                          <p:spTgt spid="86020"/>
                                        </p:tgtEl>
                                        <p:attrNameLst>
                                          <p:attrName>ppt_w</p:attrName>
                                        </p:attrNameLst>
                                      </p:cBhvr>
                                      <p:tavLst>
                                        <p:tav tm="0">
                                          <p:val>
                                            <p:strVal val="#ppt_w"/>
                                          </p:val>
                                        </p:tav>
                                        <p:tav tm="100000">
                                          <p:val>
                                            <p:strVal val="#ppt_w"/>
                                          </p:val>
                                        </p:tav>
                                      </p:tavLst>
                                    </p:anim>
                                    <p:anim calcmode="lin" valueType="num">
                                      <p:cBhvr>
                                        <p:cTn id="14" dur="500" fill="hold"/>
                                        <p:tgtEl>
                                          <p:spTgt spid="8602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 fill="hold" grpId="0" nodeType="clickEffect">
                                  <p:stCondLst>
                                    <p:cond delay="0"/>
                                  </p:stCondLst>
                                  <p:childTnLst>
                                    <p:set>
                                      <p:cBhvr>
                                        <p:cTn id="18" dur="1" fill="hold">
                                          <p:stCondLst>
                                            <p:cond delay="0"/>
                                          </p:stCondLst>
                                        </p:cTn>
                                        <p:tgtEl>
                                          <p:spTgt spid="86021"/>
                                        </p:tgtEl>
                                        <p:attrNameLst>
                                          <p:attrName>style.visibility</p:attrName>
                                        </p:attrNameLst>
                                      </p:cBhvr>
                                      <p:to>
                                        <p:strVal val="visible"/>
                                      </p:to>
                                    </p:set>
                                    <p:anim calcmode="lin" valueType="num">
                                      <p:cBhvr>
                                        <p:cTn id="19" dur="500" fill="hold"/>
                                        <p:tgtEl>
                                          <p:spTgt spid="86021"/>
                                        </p:tgtEl>
                                        <p:attrNameLst>
                                          <p:attrName>ppt_x</p:attrName>
                                        </p:attrNameLst>
                                      </p:cBhvr>
                                      <p:tavLst>
                                        <p:tav tm="0">
                                          <p:val>
                                            <p:strVal val="#ppt_x"/>
                                          </p:val>
                                        </p:tav>
                                        <p:tav tm="100000">
                                          <p:val>
                                            <p:strVal val="#ppt_x"/>
                                          </p:val>
                                        </p:tav>
                                      </p:tavLst>
                                    </p:anim>
                                    <p:anim calcmode="lin" valueType="num">
                                      <p:cBhvr>
                                        <p:cTn id="20" dur="500" fill="hold"/>
                                        <p:tgtEl>
                                          <p:spTgt spid="86021"/>
                                        </p:tgtEl>
                                        <p:attrNameLst>
                                          <p:attrName>ppt_y</p:attrName>
                                        </p:attrNameLst>
                                      </p:cBhvr>
                                      <p:tavLst>
                                        <p:tav tm="0">
                                          <p:val>
                                            <p:strVal val="#ppt_y-#ppt_h/2"/>
                                          </p:val>
                                        </p:tav>
                                        <p:tav tm="100000">
                                          <p:val>
                                            <p:strVal val="#ppt_y"/>
                                          </p:val>
                                        </p:tav>
                                      </p:tavLst>
                                    </p:anim>
                                    <p:anim calcmode="lin" valueType="num">
                                      <p:cBhvr>
                                        <p:cTn id="21" dur="500" fill="hold"/>
                                        <p:tgtEl>
                                          <p:spTgt spid="86021"/>
                                        </p:tgtEl>
                                        <p:attrNameLst>
                                          <p:attrName>ppt_w</p:attrName>
                                        </p:attrNameLst>
                                      </p:cBhvr>
                                      <p:tavLst>
                                        <p:tav tm="0">
                                          <p:val>
                                            <p:strVal val="#ppt_w"/>
                                          </p:val>
                                        </p:tav>
                                        <p:tav tm="100000">
                                          <p:val>
                                            <p:strVal val="#ppt_w"/>
                                          </p:val>
                                        </p:tav>
                                      </p:tavLst>
                                    </p:anim>
                                    <p:anim calcmode="lin" valueType="num">
                                      <p:cBhvr>
                                        <p:cTn id="22" dur="500" fill="hold"/>
                                        <p:tgtEl>
                                          <p:spTgt spid="860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ldLvl="0" animBg="1"/>
      <p:bldP spid="86020" grpId="0" bldLvl="0" animBg="1"/>
      <p:bldP spid="86021"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5"/>
          <p:cNvSpPr>
            <a:spLocks noGrp="1" noChangeArrowheads="1"/>
          </p:cNvSpPr>
          <p:nvPr>
            <p:ph type="title"/>
          </p:nvPr>
        </p:nvSpPr>
        <p:spPr>
          <a:xfrm>
            <a:off x="442913" y="103188"/>
            <a:ext cx="8243887" cy="1314450"/>
          </a:xfrm>
        </p:spPr>
        <p:txBody>
          <a:bodyPr/>
          <a:lstStyle/>
          <a:p>
            <a:r>
              <a:rPr lang="zh-CN" altLang="en-US" sz="4400"/>
              <a:t>浮点数表示</a:t>
            </a:r>
          </a:p>
        </p:txBody>
      </p:sp>
      <p:sp>
        <p:nvSpPr>
          <p:cNvPr id="91139" name="内容占位符 6"/>
          <p:cNvSpPr>
            <a:spLocks noGrp="1" noChangeArrowheads="1"/>
          </p:cNvSpPr>
          <p:nvPr>
            <p:ph idx="1"/>
          </p:nvPr>
        </p:nvSpPr>
        <p:spPr>
          <a:xfrm>
            <a:off x="457200" y="1600200"/>
            <a:ext cx="8229600" cy="4456113"/>
          </a:xfrm>
        </p:spPr>
        <p:txBody>
          <a:bodyPr/>
          <a:lstStyle/>
          <a:p>
            <a:pPr marL="342900" indent="-342900" algn="l">
              <a:buFont typeface="Arial" panose="020B0604020202020204" pitchFamily="34" charset="0"/>
              <a:buChar char="•"/>
            </a:pPr>
            <a:endParaRPr lang="en-US" altLang="zh-CN" sz="3200"/>
          </a:p>
          <a:p>
            <a:pPr marL="342900" indent="-342900" algn="l">
              <a:buFont typeface="Arial" panose="020B0604020202020204" pitchFamily="34" charset="0"/>
              <a:buChar char="•"/>
            </a:pPr>
            <a:endParaRPr lang="en-US" altLang="zh-CN" sz="3200"/>
          </a:p>
        </p:txBody>
      </p:sp>
      <p:sp>
        <p:nvSpPr>
          <p:cNvPr id="9114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6699"/>
              </a:solidFill>
              <a:latin typeface="Calibri" panose="020F0502020204030204" pitchFamily="34" charset="0"/>
            </a:endParaRPr>
          </a:p>
        </p:txBody>
      </p:sp>
      <p:pic>
        <p:nvPicPr>
          <p:cNvPr id="91141" name="Picture 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79613" y="1700213"/>
            <a:ext cx="22669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142" name="组合 28"/>
          <p:cNvGrpSpPr/>
          <p:nvPr/>
        </p:nvGrpSpPr>
        <p:grpSpPr bwMode="auto">
          <a:xfrm>
            <a:off x="971550" y="2708275"/>
            <a:ext cx="7070725" cy="1703388"/>
            <a:chOff x="0" y="0"/>
            <a:chExt cx="7070725" cy="1703387"/>
          </a:xfrm>
        </p:grpSpPr>
        <p:sp>
          <p:nvSpPr>
            <p:cNvPr id="91143" name="Text Box 5"/>
            <p:cNvSpPr>
              <a:spLocks noChangeAspect="1" noChangeArrowheads="1"/>
            </p:cNvSpPr>
            <p:nvPr/>
          </p:nvSpPr>
          <p:spPr bwMode="auto">
            <a:xfrm>
              <a:off x="746125" y="0"/>
              <a:ext cx="3365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zh-CN" altLang="en-US" sz="2000" b="1">
                  <a:solidFill>
                    <a:srgbClr val="005682"/>
                  </a:solidFill>
                  <a:latin typeface="Calibri" panose="020F0502020204030204" pitchFamily="34" charset="0"/>
                </a:rPr>
                <a:t>1</a:t>
              </a:r>
              <a:endParaRPr lang="zh-CN" altLang="en-US" sz="1000" b="1">
                <a:solidFill>
                  <a:srgbClr val="005682"/>
                </a:solidFill>
                <a:latin typeface="Calibri" panose="020F0502020204030204" pitchFamily="34" charset="0"/>
              </a:endParaRPr>
            </a:p>
          </p:txBody>
        </p:sp>
        <p:sp>
          <p:nvSpPr>
            <p:cNvPr id="91144" name="Text Box 6"/>
            <p:cNvSpPr>
              <a:spLocks noChangeAspect="1" noChangeArrowheads="1"/>
            </p:cNvSpPr>
            <p:nvPr/>
          </p:nvSpPr>
          <p:spPr bwMode="auto">
            <a:xfrm>
              <a:off x="2433638" y="0"/>
              <a:ext cx="36988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zh-CN" altLang="en-US" sz="2000" b="1">
                  <a:solidFill>
                    <a:srgbClr val="005682"/>
                  </a:solidFill>
                  <a:latin typeface="Calibri" panose="020F0502020204030204" pitchFamily="34" charset="0"/>
                </a:rPr>
                <a:t>8</a:t>
              </a:r>
              <a:endParaRPr lang="zh-CN" altLang="en-US" sz="1000" b="1">
                <a:solidFill>
                  <a:srgbClr val="005682"/>
                </a:solidFill>
                <a:latin typeface="Calibri" panose="020F0502020204030204" pitchFamily="34" charset="0"/>
              </a:endParaRPr>
            </a:p>
          </p:txBody>
        </p:sp>
        <p:sp>
          <p:nvSpPr>
            <p:cNvPr id="91145" name="Text Box 7"/>
            <p:cNvSpPr>
              <a:spLocks noChangeAspect="1" noChangeArrowheads="1"/>
            </p:cNvSpPr>
            <p:nvPr/>
          </p:nvSpPr>
          <p:spPr bwMode="auto">
            <a:xfrm>
              <a:off x="5310188" y="0"/>
              <a:ext cx="61753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zh-CN" altLang="en-US" sz="2000" b="1">
                  <a:solidFill>
                    <a:srgbClr val="005682"/>
                  </a:solidFill>
                  <a:latin typeface="Calibri" panose="020F0502020204030204" pitchFamily="34" charset="0"/>
                </a:rPr>
                <a:t>23</a:t>
              </a:r>
              <a:endParaRPr lang="zh-CN" altLang="en-US" sz="1800">
                <a:latin typeface="Calibri" panose="020F0502020204030204" pitchFamily="34" charset="0"/>
              </a:endParaRPr>
            </a:p>
          </p:txBody>
        </p:sp>
        <p:sp>
          <p:nvSpPr>
            <p:cNvPr id="91146" name="Text Box 8"/>
            <p:cNvSpPr>
              <a:spLocks noChangeAspect="1" noChangeArrowheads="1"/>
            </p:cNvSpPr>
            <p:nvPr/>
          </p:nvSpPr>
          <p:spPr bwMode="auto">
            <a:xfrm>
              <a:off x="0" y="915987"/>
              <a:ext cx="14319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en-US" altLang="zh-CN" sz="2000" b="1">
                  <a:solidFill>
                    <a:srgbClr val="005682"/>
                  </a:solidFill>
                  <a:latin typeface="Calibri" panose="020F0502020204030204" pitchFamily="34" charset="0"/>
                </a:rPr>
                <a:t>S</a:t>
              </a:r>
              <a:r>
                <a:rPr lang="zh-CN" altLang="en-US" sz="2000" b="1">
                  <a:solidFill>
                    <a:srgbClr val="005682"/>
                  </a:solidFill>
                  <a:latin typeface="Calibri" panose="020F0502020204030204" pitchFamily="34" charset="0"/>
                </a:rPr>
                <a:t>符号位</a:t>
              </a:r>
              <a:endParaRPr lang="zh-CN" altLang="en-US" sz="900" b="1">
                <a:solidFill>
                  <a:srgbClr val="005682"/>
                </a:solidFill>
                <a:latin typeface="Calibri" panose="020F0502020204030204" pitchFamily="34" charset="0"/>
              </a:endParaRPr>
            </a:p>
            <a:p>
              <a:pPr algn="just" eaLnBrk="1" hangingPunct="1">
                <a:spcBef>
                  <a:spcPct val="0"/>
                </a:spcBef>
                <a:buFont typeface="Arial" panose="020B0604020202020204" pitchFamily="34" charset="0"/>
                <a:buNone/>
              </a:pPr>
              <a:endParaRPr lang="zh-CN" altLang="en-US" sz="900" b="1">
                <a:solidFill>
                  <a:srgbClr val="005682"/>
                </a:solidFill>
                <a:latin typeface="Calibri" panose="020F0502020204030204" pitchFamily="34" charset="0"/>
              </a:endParaRPr>
            </a:p>
          </p:txBody>
        </p:sp>
        <p:grpSp>
          <p:nvGrpSpPr>
            <p:cNvPr id="91147" name="Group 10"/>
            <p:cNvGrpSpPr>
              <a:grpSpLocks noChangeAspect="1"/>
            </p:cNvGrpSpPr>
            <p:nvPr/>
          </p:nvGrpSpPr>
          <p:grpSpPr bwMode="auto">
            <a:xfrm>
              <a:off x="504825" y="495697"/>
              <a:ext cx="6565900" cy="420290"/>
              <a:chOff x="0" y="0"/>
              <a:chExt cx="7020" cy="468"/>
            </a:xfrm>
          </p:grpSpPr>
          <p:sp>
            <p:nvSpPr>
              <p:cNvPr id="91157" name="Rectangle 11"/>
              <p:cNvSpPr>
                <a:spLocks noChangeAspect="1" noChangeArrowheads="1"/>
              </p:cNvSpPr>
              <p:nvPr/>
            </p:nvSpPr>
            <p:spPr bwMode="auto">
              <a:xfrm>
                <a:off x="0" y="0"/>
                <a:ext cx="7020" cy="468"/>
              </a:xfrm>
              <a:prstGeom prst="rect">
                <a:avLst/>
              </a:prstGeom>
              <a:noFill/>
              <a:ln w="9525">
                <a:solidFill>
                  <a:srgbClr val="FFFF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5682"/>
                  </a:solidFill>
                  <a:latin typeface="Calibri" panose="020F0502020204030204" pitchFamily="34" charset="0"/>
                </a:endParaRPr>
              </a:p>
            </p:txBody>
          </p:sp>
          <p:sp>
            <p:nvSpPr>
              <p:cNvPr id="91158" name="Line 12"/>
              <p:cNvSpPr>
                <a:spLocks noChangeAspect="1" noChangeShapeType="1"/>
              </p:cNvSpPr>
              <p:nvPr/>
            </p:nvSpPr>
            <p:spPr bwMode="auto">
              <a:xfrm>
                <a:off x="720" y="0"/>
                <a:ext cx="1" cy="468"/>
              </a:xfrm>
              <a:prstGeom prst="line">
                <a:avLst/>
              </a:prstGeom>
              <a:noFill/>
              <a:ln w="9525">
                <a:solidFill>
                  <a:srgbClr val="FFFF00"/>
                </a:solidFill>
                <a:bevel/>
              </a:ln>
              <a:extLst>
                <a:ext uri="{909E8E84-426E-40DD-AFC4-6F175D3DCCD1}">
                  <a14:hiddenFill xmlns:a14="http://schemas.microsoft.com/office/drawing/2010/main">
                    <a:noFill/>
                  </a14:hiddenFill>
                </a:ext>
              </a:extLst>
            </p:spPr>
            <p:txBody>
              <a:bodyPr/>
              <a:lstStyle/>
              <a:p>
                <a:endParaRPr lang="zh-CN" altLang="en-US"/>
              </a:p>
            </p:txBody>
          </p:sp>
          <p:sp>
            <p:nvSpPr>
              <p:cNvPr id="91159" name="Line 13"/>
              <p:cNvSpPr>
                <a:spLocks noChangeAspect="1" noChangeShapeType="1"/>
              </p:cNvSpPr>
              <p:nvPr/>
            </p:nvSpPr>
            <p:spPr bwMode="auto">
              <a:xfrm>
                <a:off x="3960" y="0"/>
                <a:ext cx="1" cy="468"/>
              </a:xfrm>
              <a:prstGeom prst="line">
                <a:avLst/>
              </a:prstGeom>
              <a:noFill/>
              <a:ln w="9525">
                <a:solidFill>
                  <a:schemeClr val="tx1"/>
                </a:solidFill>
                <a:bevel/>
              </a:ln>
              <a:extLst>
                <a:ext uri="{909E8E84-426E-40DD-AFC4-6F175D3DCCD1}">
                  <a14:hiddenFill xmlns:a14="http://schemas.microsoft.com/office/drawing/2010/main">
                    <a:noFill/>
                  </a14:hiddenFill>
                </a:ext>
              </a:extLst>
            </p:spPr>
            <p:txBody>
              <a:bodyPr/>
              <a:lstStyle/>
              <a:p>
                <a:endParaRPr lang="zh-CN" altLang="en-US"/>
              </a:p>
            </p:txBody>
          </p:sp>
        </p:grpSp>
        <p:sp>
          <p:nvSpPr>
            <p:cNvPr id="91148" name="AutoShape 14"/>
            <p:cNvSpPr>
              <a:spLocks noChangeAspect="1"/>
            </p:cNvSpPr>
            <p:nvPr/>
          </p:nvSpPr>
          <p:spPr bwMode="auto">
            <a:xfrm rot="5400000">
              <a:off x="771487" y="88935"/>
              <a:ext cx="140097" cy="673426"/>
            </a:xfrm>
            <a:prstGeom prst="leftBrace">
              <a:avLst>
                <a:gd name="adj1" fmla="val 38433"/>
                <a:gd name="adj2" fmla="val 52500"/>
              </a:avLst>
            </a:prstGeom>
            <a:noFill/>
            <a:ln w="9525">
              <a:solidFill>
                <a:srgbClr val="FFFF00"/>
              </a:solidFill>
              <a:bevel/>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5682"/>
                </a:solidFill>
                <a:latin typeface="Calibri" panose="020F0502020204030204" pitchFamily="34" charset="0"/>
              </a:endParaRPr>
            </a:p>
          </p:txBody>
        </p:sp>
        <p:sp>
          <p:nvSpPr>
            <p:cNvPr id="91149" name="AutoShape 15"/>
            <p:cNvSpPr>
              <a:spLocks noChangeAspect="1"/>
            </p:cNvSpPr>
            <p:nvPr/>
          </p:nvSpPr>
          <p:spPr bwMode="auto">
            <a:xfrm rot="5400000">
              <a:off x="2623408" y="-1089561"/>
              <a:ext cx="140097" cy="3030415"/>
            </a:xfrm>
            <a:prstGeom prst="leftBrace">
              <a:avLst>
                <a:gd name="adj1" fmla="val 172947"/>
                <a:gd name="adj2" fmla="val 52500"/>
              </a:avLst>
            </a:prstGeom>
            <a:noFill/>
            <a:ln w="9525">
              <a:solidFill>
                <a:srgbClr val="FFFF00"/>
              </a:solidFill>
              <a:bevel/>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5682"/>
                </a:solidFill>
                <a:latin typeface="Calibri" panose="020F0502020204030204" pitchFamily="34" charset="0"/>
              </a:endParaRPr>
            </a:p>
          </p:txBody>
        </p:sp>
        <p:sp>
          <p:nvSpPr>
            <p:cNvPr id="91150" name="AutoShape 16"/>
            <p:cNvSpPr>
              <a:spLocks noChangeAspect="1"/>
            </p:cNvSpPr>
            <p:nvPr/>
          </p:nvSpPr>
          <p:spPr bwMode="auto">
            <a:xfrm rot="5400000">
              <a:off x="5569645" y="-1005383"/>
              <a:ext cx="140097" cy="2862059"/>
            </a:xfrm>
            <a:prstGeom prst="leftBrace">
              <a:avLst>
                <a:gd name="adj1" fmla="val 163338"/>
                <a:gd name="adj2" fmla="val 52500"/>
              </a:avLst>
            </a:prstGeom>
            <a:noFill/>
            <a:ln w="9525">
              <a:solidFill>
                <a:srgbClr val="FFFF00"/>
              </a:solidFill>
              <a:bevel/>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endParaRPr lang="zh-CN" altLang="zh-CN" sz="1800">
                <a:solidFill>
                  <a:srgbClr val="005682"/>
                </a:solidFill>
                <a:latin typeface="Calibri" panose="020F0502020204030204" pitchFamily="34" charset="0"/>
              </a:endParaRPr>
            </a:p>
          </p:txBody>
        </p:sp>
        <p:sp>
          <p:nvSpPr>
            <p:cNvPr id="91151" name="Line 17"/>
            <p:cNvSpPr>
              <a:spLocks noChangeAspect="1" noChangeShapeType="1"/>
            </p:cNvSpPr>
            <p:nvPr/>
          </p:nvSpPr>
          <p:spPr bwMode="auto">
            <a:xfrm flipV="1">
              <a:off x="336550" y="636587"/>
              <a:ext cx="504825" cy="279400"/>
            </a:xfrm>
            <a:prstGeom prst="line">
              <a:avLst/>
            </a:prstGeom>
            <a:noFill/>
            <a:ln w="9525">
              <a:solidFill>
                <a:srgbClr val="FFFF00"/>
              </a:solidFill>
              <a:bevel/>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91152" name="Text Box 18"/>
            <p:cNvSpPr>
              <a:spLocks noChangeAspect="1" noChangeArrowheads="1"/>
            </p:cNvSpPr>
            <p:nvPr/>
          </p:nvSpPr>
          <p:spPr bwMode="auto">
            <a:xfrm>
              <a:off x="2020888" y="495300"/>
              <a:ext cx="84137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en-US" altLang="zh-CN" sz="2000" b="1">
                  <a:solidFill>
                    <a:srgbClr val="005682"/>
                  </a:solidFill>
                  <a:latin typeface="Calibri" panose="020F0502020204030204" pitchFamily="34" charset="0"/>
                </a:rPr>
                <a:t>E</a:t>
              </a:r>
              <a:endParaRPr lang="zh-CN" altLang="en-US" sz="1800">
                <a:latin typeface="Calibri" panose="020F0502020204030204" pitchFamily="34" charset="0"/>
              </a:endParaRPr>
            </a:p>
          </p:txBody>
        </p:sp>
        <p:sp>
          <p:nvSpPr>
            <p:cNvPr id="91153" name="Text Box 19"/>
            <p:cNvSpPr>
              <a:spLocks noChangeAspect="1" noChangeArrowheads="1"/>
            </p:cNvSpPr>
            <p:nvPr/>
          </p:nvSpPr>
          <p:spPr bwMode="auto">
            <a:xfrm>
              <a:off x="4713288" y="495300"/>
              <a:ext cx="8429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en-US" altLang="zh-CN" sz="2000" b="1">
                  <a:solidFill>
                    <a:srgbClr val="005682"/>
                  </a:solidFill>
                  <a:latin typeface="Calibri" panose="020F0502020204030204" pitchFamily="34" charset="0"/>
                </a:rPr>
                <a:t>F</a:t>
              </a:r>
            </a:p>
          </p:txBody>
        </p:sp>
        <p:sp>
          <p:nvSpPr>
            <p:cNvPr id="91154" name="Text Box 20"/>
            <p:cNvSpPr>
              <a:spLocks noChangeAspect="1" noChangeArrowheads="1"/>
            </p:cNvSpPr>
            <p:nvPr/>
          </p:nvSpPr>
          <p:spPr bwMode="auto">
            <a:xfrm>
              <a:off x="2173288" y="915987"/>
              <a:ext cx="10112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zh-CN" altLang="en-US" sz="2000" b="1">
                  <a:solidFill>
                    <a:srgbClr val="005682"/>
                  </a:solidFill>
                  <a:latin typeface="Calibri" panose="020F0502020204030204" pitchFamily="34" charset="0"/>
                </a:rPr>
                <a:t>指数</a:t>
              </a:r>
              <a:endParaRPr lang="zh-CN" altLang="en-US" sz="1000" b="1">
                <a:solidFill>
                  <a:srgbClr val="005682"/>
                </a:solidFill>
                <a:latin typeface="Calibri" panose="020F0502020204030204" pitchFamily="34" charset="0"/>
              </a:endParaRPr>
            </a:p>
          </p:txBody>
        </p:sp>
        <p:sp>
          <p:nvSpPr>
            <p:cNvPr id="91155" name="Text Box 21"/>
            <p:cNvSpPr>
              <a:spLocks noChangeAspect="1" noChangeArrowheads="1"/>
            </p:cNvSpPr>
            <p:nvPr/>
          </p:nvSpPr>
          <p:spPr bwMode="auto">
            <a:xfrm>
              <a:off x="4881563" y="915987"/>
              <a:ext cx="11223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lgn="just" eaLnBrk="1" hangingPunct="1">
                <a:spcBef>
                  <a:spcPct val="0"/>
                </a:spcBef>
                <a:buFont typeface="Arial" panose="020B0604020202020204" pitchFamily="34" charset="0"/>
                <a:buNone/>
              </a:pPr>
              <a:r>
                <a:rPr lang="zh-CN" altLang="en-US" sz="2000" b="1">
                  <a:solidFill>
                    <a:srgbClr val="005682"/>
                  </a:solidFill>
                  <a:latin typeface="Calibri" panose="020F0502020204030204" pitchFamily="34" charset="0"/>
                </a:rPr>
                <a:t>尾数</a:t>
              </a:r>
              <a:endParaRPr lang="zh-CN" altLang="en-US" sz="1000" b="1">
                <a:solidFill>
                  <a:srgbClr val="005682"/>
                </a:solidFill>
                <a:latin typeface="Calibri" panose="020F0502020204030204" pitchFamily="34" charset="0"/>
              </a:endParaRPr>
            </a:p>
          </p:txBody>
        </p:sp>
        <p:sp>
          <p:nvSpPr>
            <p:cNvPr id="91156" name="Text Box 22"/>
            <p:cNvSpPr>
              <a:spLocks noChangeArrowheads="1"/>
            </p:cNvSpPr>
            <p:nvPr/>
          </p:nvSpPr>
          <p:spPr bwMode="auto">
            <a:xfrm>
              <a:off x="1884363" y="1306512"/>
              <a:ext cx="2695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50000"/>
                </a:spcBef>
                <a:buFont typeface="Arial" panose="020B0604020202020204" pitchFamily="34" charset="0"/>
                <a:buNone/>
              </a:pPr>
              <a:r>
                <a:rPr lang="zh-CN" altLang="en-US" sz="2000" b="1">
                  <a:solidFill>
                    <a:srgbClr val="005682"/>
                  </a:solidFill>
                  <a:latin typeface="Calibri" panose="020F0502020204030204" pitchFamily="34" charset="0"/>
                </a:rPr>
                <a:t>32位单精度形式</a:t>
              </a:r>
              <a:endParaRPr lang="zh-CN" altLang="en-US" sz="1800">
                <a:latin typeface="Calibri" panose="020F0502020204030204" pitchFamily="34" charset="0"/>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1F54BB8D-ADF8-47BF-A4CC-54B7492A55E8}" type="slidenum">
              <a:rPr lang="zh-CN" altLang="en-US" sz="900">
                <a:solidFill>
                  <a:srgbClr val="848589"/>
                </a:solidFill>
                <a:latin typeface="Futura Bk" charset="0"/>
                <a:sym typeface="Futura Bk" charset="0"/>
              </a:rPr>
              <a:t>62</a:t>
            </a:fld>
            <a:endParaRPr lang="zh-CN" altLang="en-US" sz="900">
              <a:solidFill>
                <a:srgbClr val="848589"/>
              </a:solidFill>
              <a:latin typeface="Futura Bk" charset="0"/>
              <a:sym typeface="Futura Bk" charset="0"/>
            </a:endParaRPr>
          </a:p>
        </p:txBody>
      </p:sp>
      <p:sp>
        <p:nvSpPr>
          <p:cNvPr id="88067" name="Rectangle 2"/>
          <p:cNvSpPr>
            <a:spLocks noChangeArrowheads="1"/>
          </p:cNvSpPr>
          <p:nvPr/>
        </p:nvSpPr>
        <p:spPr bwMode="auto">
          <a:xfrm>
            <a:off x="1763713" y="1603375"/>
            <a:ext cx="6121400" cy="2520950"/>
          </a:xfrm>
          <a:prstGeom prst="rect">
            <a:avLst/>
          </a:prstGeom>
          <a:solidFill>
            <a:srgbClr val="FFFFFF"/>
          </a:solidFill>
          <a:ln w="9525">
            <a:solidFill>
              <a:srgbClr val="FF0000"/>
            </a:solidFill>
            <a:miter lim="800000"/>
          </a:ln>
        </p:spPr>
        <p:txBody>
          <a:bodyPr lIns="92075" tIns="46038" rIns="92075" bIns="46038"/>
          <a:lstStyle>
            <a:lvl1pPr marL="228600" indent="-2286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571500" indent="-22860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90000"/>
              </a:lnSpc>
              <a:spcBef>
                <a:spcPct val="30000"/>
              </a:spcBef>
              <a:spcAft>
                <a:spcPct val="10000"/>
              </a:spcAft>
              <a:buClr>
                <a:srgbClr val="B2B3B5"/>
              </a:buClr>
              <a:buSzPct val="75000"/>
              <a:buFont typeface="Arial" panose="020B0604020202020204" pitchFamily="34" charset="0"/>
              <a:buNone/>
            </a:pPr>
            <a:r>
              <a:rPr lang="zh-CN" altLang="en-US" sz="2800" b="1">
                <a:solidFill>
                  <a:srgbClr val="006699"/>
                </a:solidFill>
                <a:latin typeface="华文楷体" panose="02010600040101010101" pitchFamily="2" charset="-122"/>
                <a:sym typeface="华文楷体" panose="02010600040101010101" pitchFamily="2" charset="-122"/>
              </a:rPr>
              <a:t>（</a:t>
            </a:r>
            <a:r>
              <a:rPr lang="en-US" altLang="zh-CN" sz="2800" b="1">
                <a:solidFill>
                  <a:srgbClr val="006699"/>
                </a:solidFill>
                <a:latin typeface="华文楷体" panose="02010600040101010101" pitchFamily="2" charset="-122"/>
                <a:sym typeface="华文楷体" panose="02010600040101010101" pitchFamily="2" charset="-122"/>
              </a:rPr>
              <a:t>1</a:t>
            </a:r>
            <a:r>
              <a:rPr lang="zh-CN" altLang="en-US" sz="2800" b="1">
                <a:solidFill>
                  <a:srgbClr val="006699"/>
                </a:solidFill>
                <a:latin typeface="华文楷体" panose="02010600040101010101" pitchFamily="2" charset="-122"/>
                <a:sym typeface="华文楷体" panose="02010600040101010101" pitchFamily="2" charset="-122"/>
              </a:rPr>
              <a:t>）字符编码</a:t>
            </a:r>
          </a:p>
          <a:p>
            <a:pPr eaLnBrk="1" hangingPunct="1">
              <a:lnSpc>
                <a:spcPct val="90000"/>
              </a:lnSpc>
              <a:spcBef>
                <a:spcPct val="30000"/>
              </a:spcBef>
              <a:spcAft>
                <a:spcPct val="10000"/>
              </a:spcAft>
              <a:buClr>
                <a:srgbClr val="B2B3B5"/>
              </a:buClr>
              <a:buSzPct val="75000"/>
              <a:buFont typeface="Arial" panose="020B0604020202020204" pitchFamily="34" charset="0"/>
              <a:buNone/>
            </a:pPr>
            <a:r>
              <a:rPr lang="zh-CN" altLang="en-US" sz="2800" b="1">
                <a:solidFill>
                  <a:srgbClr val="006699"/>
                </a:solidFill>
                <a:latin typeface="华文楷体" panose="02010600040101010101" pitchFamily="2" charset="-122"/>
                <a:sym typeface="华文楷体" panose="02010600040101010101" pitchFamily="2" charset="-122"/>
              </a:rPr>
              <a:t>    </a:t>
            </a:r>
            <a:r>
              <a:rPr lang="zh-CN" altLang="en-US" sz="2000" b="1">
                <a:solidFill>
                  <a:srgbClr val="006699"/>
                </a:solidFill>
                <a:latin typeface="华文楷体" panose="02010600040101010101" pitchFamily="2" charset="-122"/>
                <a:sym typeface="华文楷体" panose="02010600040101010101" pitchFamily="2" charset="-122"/>
              </a:rPr>
              <a:t>计算机中使用最多的字符包括：</a:t>
            </a:r>
          </a:p>
          <a:p>
            <a:pPr lvl="1" eaLnBrk="1" hangingPunct="1">
              <a:lnSpc>
                <a:spcPct val="90000"/>
              </a:lnSpc>
              <a:spcBef>
                <a:spcPct val="10000"/>
              </a:spcBef>
              <a:spcAft>
                <a:spcPct val="10000"/>
              </a:spcAft>
              <a:buClr>
                <a:srgbClr val="FF0000"/>
              </a:buClr>
              <a:buFont typeface="Wingdings" panose="05000000000000000000" pitchFamily="2" charset="2"/>
              <a:buChar char="Ø"/>
            </a:pPr>
            <a:r>
              <a:rPr lang="zh-CN" altLang="en-US" sz="1800" b="1">
                <a:solidFill>
                  <a:srgbClr val="006699"/>
                </a:solidFill>
                <a:latin typeface="华文楷体" panose="02010600040101010101" pitchFamily="2" charset="-122"/>
                <a:sym typeface="华文楷体" panose="02010600040101010101" pitchFamily="2" charset="-122"/>
              </a:rPr>
              <a:t>	</a:t>
            </a:r>
            <a:r>
              <a:rPr lang="zh-CN" altLang="en-US" sz="2000" b="1">
                <a:solidFill>
                  <a:srgbClr val="006699"/>
                </a:solidFill>
                <a:latin typeface="华文楷体" panose="02010600040101010101" pitchFamily="2" charset="-122"/>
                <a:sym typeface="华文楷体" panose="02010600040101010101" pitchFamily="2" charset="-122"/>
              </a:rPr>
              <a:t>十进制数字 </a:t>
            </a:r>
            <a:r>
              <a:rPr lang="en-US" altLang="zh-CN" sz="2000" b="1">
                <a:solidFill>
                  <a:srgbClr val="006699"/>
                </a:solidFill>
                <a:latin typeface="华文楷体" panose="02010600040101010101" pitchFamily="2" charset="-122"/>
                <a:sym typeface="华文楷体" panose="02010600040101010101" pitchFamily="2" charset="-122"/>
              </a:rPr>
              <a:t>0</a:t>
            </a:r>
            <a:r>
              <a:rPr lang="zh-CN" altLang="en-US" sz="2000" b="1">
                <a:solidFill>
                  <a:srgbClr val="006699"/>
                </a:solidFill>
                <a:latin typeface="华文楷体" panose="02010600040101010101" pitchFamily="2" charset="-122"/>
                <a:sym typeface="华文楷体" panose="02010600040101010101" pitchFamily="2" charset="-122"/>
              </a:rPr>
              <a:t>～</a:t>
            </a:r>
            <a:r>
              <a:rPr lang="en-US" altLang="zh-CN" sz="2000" b="1">
                <a:solidFill>
                  <a:srgbClr val="006699"/>
                </a:solidFill>
                <a:latin typeface="华文楷体" panose="02010600040101010101" pitchFamily="2" charset="-122"/>
                <a:sym typeface="华文楷体" panose="02010600040101010101" pitchFamily="2" charset="-122"/>
              </a:rPr>
              <a:t>9</a:t>
            </a:r>
            <a:endParaRPr lang="zh-CN" altLang="en-US" sz="2000" b="1">
              <a:solidFill>
                <a:srgbClr val="006699"/>
              </a:solidFill>
              <a:latin typeface="华文楷体" panose="02010600040101010101" pitchFamily="2" charset="-122"/>
              <a:sym typeface="华文楷体" panose="02010600040101010101" pitchFamily="2" charset="-122"/>
            </a:endParaRPr>
          </a:p>
          <a:p>
            <a:pPr lvl="1" eaLnBrk="1" hangingPunct="1">
              <a:lnSpc>
                <a:spcPct val="90000"/>
              </a:lnSpc>
              <a:spcBef>
                <a:spcPct val="10000"/>
              </a:spcBef>
              <a:spcAft>
                <a:spcPct val="10000"/>
              </a:spcAft>
              <a:buClr>
                <a:srgbClr val="FF0000"/>
              </a:buClr>
              <a:buFont typeface="Wingdings" panose="05000000000000000000" pitchFamily="2" charset="2"/>
              <a:buChar char="Ø"/>
            </a:pPr>
            <a:r>
              <a:rPr lang="en-US" altLang="zh-CN" sz="2000" b="1">
                <a:solidFill>
                  <a:srgbClr val="006699"/>
                </a:solidFill>
                <a:latin typeface="华文楷体" panose="02010600040101010101" pitchFamily="2" charset="-122"/>
                <a:sym typeface="华文楷体" panose="02010600040101010101" pitchFamily="2" charset="-122"/>
              </a:rPr>
              <a:t>	</a:t>
            </a:r>
            <a:r>
              <a:rPr lang="zh-CN" altLang="en-US" sz="2000" b="1">
                <a:solidFill>
                  <a:srgbClr val="006699"/>
                </a:solidFill>
                <a:latin typeface="华文楷体" panose="02010600040101010101" pitchFamily="2" charset="-122"/>
                <a:sym typeface="华文楷体" panose="02010600040101010101" pitchFamily="2" charset="-122"/>
              </a:rPr>
              <a:t>大、小写英文字母</a:t>
            </a:r>
            <a:r>
              <a:rPr lang="en-US" altLang="zh-CN" sz="2000" b="1">
                <a:solidFill>
                  <a:srgbClr val="006699"/>
                </a:solidFill>
                <a:latin typeface="华文楷体" panose="02010600040101010101" pitchFamily="2" charset="-122"/>
                <a:sym typeface="华文楷体" panose="02010600040101010101" pitchFamily="2" charset="-122"/>
              </a:rPr>
              <a:t>A</a:t>
            </a:r>
            <a:r>
              <a:rPr lang="zh-CN" altLang="en-US" sz="2000" b="1">
                <a:solidFill>
                  <a:srgbClr val="006699"/>
                </a:solidFill>
                <a:latin typeface="华文楷体" panose="02010600040101010101" pitchFamily="2" charset="-122"/>
                <a:sym typeface="华文楷体" panose="02010600040101010101" pitchFamily="2" charset="-122"/>
              </a:rPr>
              <a:t>～</a:t>
            </a:r>
            <a:r>
              <a:rPr lang="en-US" altLang="zh-CN" sz="2000" b="1">
                <a:solidFill>
                  <a:srgbClr val="006699"/>
                </a:solidFill>
                <a:latin typeface="华文楷体" panose="02010600040101010101" pitchFamily="2" charset="-122"/>
                <a:sym typeface="华文楷体" panose="02010600040101010101" pitchFamily="2" charset="-122"/>
              </a:rPr>
              <a:t>Z</a:t>
            </a:r>
            <a:r>
              <a:rPr lang="zh-CN" altLang="en-US" sz="2000" b="1">
                <a:solidFill>
                  <a:srgbClr val="006699"/>
                </a:solidFill>
                <a:latin typeface="华文楷体" panose="02010600040101010101" pitchFamily="2" charset="-122"/>
                <a:sym typeface="华文楷体" panose="02010600040101010101" pitchFamily="2" charset="-122"/>
              </a:rPr>
              <a:t>和</a:t>
            </a:r>
            <a:r>
              <a:rPr lang="en-US" altLang="zh-CN" sz="2000" b="1">
                <a:solidFill>
                  <a:srgbClr val="006699"/>
                </a:solidFill>
                <a:latin typeface="华文楷体" panose="02010600040101010101" pitchFamily="2" charset="-122"/>
                <a:sym typeface="华文楷体" panose="02010600040101010101" pitchFamily="2" charset="-122"/>
              </a:rPr>
              <a:t>a</a:t>
            </a:r>
            <a:r>
              <a:rPr lang="zh-CN" altLang="en-US" sz="2000" b="1">
                <a:solidFill>
                  <a:srgbClr val="006699"/>
                </a:solidFill>
                <a:latin typeface="华文楷体" panose="02010600040101010101" pitchFamily="2" charset="-122"/>
                <a:sym typeface="华文楷体" panose="02010600040101010101" pitchFamily="2" charset="-122"/>
              </a:rPr>
              <a:t>～</a:t>
            </a:r>
            <a:r>
              <a:rPr lang="en-US" altLang="zh-CN" sz="2000" b="1">
                <a:solidFill>
                  <a:srgbClr val="006699"/>
                </a:solidFill>
                <a:latin typeface="华文楷体" panose="02010600040101010101" pitchFamily="2" charset="-122"/>
                <a:sym typeface="华文楷体" panose="02010600040101010101" pitchFamily="2" charset="-122"/>
              </a:rPr>
              <a:t>z</a:t>
            </a:r>
            <a:endParaRPr lang="zh-CN" altLang="en-US" sz="2000" b="1">
              <a:solidFill>
                <a:srgbClr val="006699"/>
              </a:solidFill>
              <a:latin typeface="华文楷体" panose="02010600040101010101" pitchFamily="2" charset="-122"/>
              <a:sym typeface="华文楷体" panose="02010600040101010101" pitchFamily="2" charset="-122"/>
            </a:endParaRPr>
          </a:p>
          <a:p>
            <a:pPr lvl="1" eaLnBrk="1" hangingPunct="1">
              <a:lnSpc>
                <a:spcPct val="90000"/>
              </a:lnSpc>
              <a:spcBef>
                <a:spcPct val="10000"/>
              </a:spcBef>
              <a:spcAft>
                <a:spcPct val="10000"/>
              </a:spcAft>
              <a:buClr>
                <a:srgbClr val="FF0000"/>
              </a:buClr>
              <a:buFont typeface="Wingdings" panose="05000000000000000000" pitchFamily="2" charset="2"/>
              <a:buChar char="Ø"/>
            </a:pPr>
            <a:r>
              <a:rPr lang="en-US" altLang="zh-CN" sz="2000" b="1">
                <a:solidFill>
                  <a:srgbClr val="006699"/>
                </a:solidFill>
                <a:latin typeface="华文楷体" panose="02010600040101010101" pitchFamily="2" charset="-122"/>
                <a:sym typeface="华文楷体" panose="02010600040101010101" pitchFamily="2" charset="-122"/>
              </a:rPr>
              <a:t>   </a:t>
            </a:r>
            <a:r>
              <a:rPr lang="zh-CN" altLang="en-US" sz="2000" b="1">
                <a:solidFill>
                  <a:srgbClr val="006699"/>
                </a:solidFill>
                <a:latin typeface="华文楷体" panose="02010600040101010101" pitchFamily="2" charset="-122"/>
                <a:sym typeface="华文楷体" panose="02010600040101010101" pitchFamily="2" charset="-122"/>
              </a:rPr>
              <a:t>常用的运算符和标点符号</a:t>
            </a:r>
            <a:endParaRPr lang="zh-CN" altLang="en-US" sz="1800" b="1">
              <a:solidFill>
                <a:srgbClr val="006699"/>
              </a:solidFill>
              <a:latin typeface="华文楷体" panose="02010600040101010101" pitchFamily="2" charset="-122"/>
              <a:sym typeface="华文楷体" panose="02010600040101010101" pitchFamily="2" charset="-122"/>
            </a:endParaRPr>
          </a:p>
        </p:txBody>
      </p:sp>
      <p:sp>
        <p:nvSpPr>
          <p:cNvPr id="88068" name="Rectangle 3"/>
          <p:cNvSpPr>
            <a:spLocks noChangeArrowheads="1"/>
          </p:cNvSpPr>
          <p:nvPr/>
        </p:nvSpPr>
        <p:spPr bwMode="auto">
          <a:xfrm>
            <a:off x="1141413" y="4652963"/>
            <a:ext cx="7391400" cy="1712912"/>
          </a:xfrm>
          <a:prstGeom prst="rect">
            <a:avLst/>
          </a:prstGeom>
          <a:solidFill>
            <a:srgbClr val="FFFFCC"/>
          </a:solidFill>
          <a:ln w="28575">
            <a:solidFill>
              <a:srgbClr val="FF0000"/>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rgbClr val="FF0066"/>
              </a:buClr>
              <a:buSzPct val="80000"/>
              <a:buFont typeface="Wingdings" panose="05000000000000000000" pitchFamily="2" charset="2"/>
              <a:buNone/>
            </a:pPr>
            <a:r>
              <a:rPr lang="en-US" altLang="zh-CN" sz="2400" b="1">
                <a:solidFill>
                  <a:srgbClr val="0000FF"/>
                </a:solidFill>
                <a:latin typeface="Times New Roman" panose="02020603050405020304" pitchFamily="18" charset="0"/>
                <a:sym typeface="Times New Roman" panose="02020603050405020304" pitchFamily="18" charset="0"/>
              </a:rPr>
              <a:t>ASCII	</a:t>
            </a:r>
            <a:r>
              <a:rPr lang="zh-CN" altLang="en-US" sz="2400" b="1">
                <a:solidFill>
                  <a:srgbClr val="0000FF"/>
                </a:solidFill>
                <a:latin typeface="Times New Roman" panose="02020603050405020304" pitchFamily="18" charset="0"/>
                <a:sym typeface="Times New Roman" panose="02020603050405020304" pitchFamily="18" charset="0"/>
              </a:rPr>
              <a:t>码：</a:t>
            </a:r>
            <a:r>
              <a:rPr lang="zh-CN" altLang="en-US" sz="2400" b="1">
                <a:solidFill>
                  <a:srgbClr val="FF0000"/>
                </a:solidFill>
                <a:latin typeface="Times New Roman" panose="02020603050405020304" pitchFamily="18" charset="0"/>
                <a:sym typeface="Times New Roman" panose="02020603050405020304" pitchFamily="18" charset="0"/>
              </a:rPr>
              <a:t>美国信息交换标准码</a:t>
            </a:r>
          </a:p>
          <a:p>
            <a:pPr eaLnBrk="1" hangingPunct="1">
              <a:buClr>
                <a:srgbClr val="FF0066"/>
              </a:buClr>
              <a:buSzPct val="80000"/>
              <a:buFont typeface="Wingdings" panose="05000000000000000000" pitchFamily="2" charset="2"/>
              <a:buNone/>
            </a:pPr>
            <a:r>
              <a:rPr lang="zh-CN" altLang="en-US" sz="2400" b="1">
                <a:solidFill>
                  <a:schemeClr val="tx2"/>
                </a:solidFill>
                <a:latin typeface="Times New Roman" panose="02020603050405020304" pitchFamily="18" charset="0"/>
                <a:sym typeface="Times New Roman" panose="02020603050405020304" pitchFamily="18" charset="0"/>
              </a:rPr>
              <a:t>       用低</a:t>
            </a:r>
            <a:r>
              <a:rPr lang="en-US" altLang="zh-CN" sz="2400" b="1">
                <a:solidFill>
                  <a:schemeClr val="tx2"/>
                </a:solidFill>
                <a:latin typeface="Times New Roman" panose="02020603050405020304" pitchFamily="18" charset="0"/>
                <a:sym typeface="Times New Roman" panose="02020603050405020304" pitchFamily="18" charset="0"/>
              </a:rPr>
              <a:t>7</a:t>
            </a:r>
            <a:r>
              <a:rPr lang="zh-CN" altLang="en-US" sz="2400" b="1">
                <a:solidFill>
                  <a:schemeClr val="tx2"/>
                </a:solidFill>
                <a:latin typeface="Times New Roman" panose="02020603050405020304" pitchFamily="18" charset="0"/>
                <a:sym typeface="Times New Roman" panose="02020603050405020304" pitchFamily="18" charset="0"/>
              </a:rPr>
              <a:t>位二进制数对一种字符编码，</a:t>
            </a:r>
            <a:r>
              <a:rPr lang="zh-CN" altLang="en-US" sz="2400" b="1">
                <a:solidFill>
                  <a:srgbClr val="660033"/>
                </a:solidFill>
                <a:latin typeface="宋体" panose="02010600030101010101" pitchFamily="2" charset="-122"/>
                <a:sym typeface="宋体" panose="02010600030101010101" pitchFamily="2" charset="-122"/>
              </a:rPr>
              <a:t>最高位为</a:t>
            </a:r>
            <a:r>
              <a:rPr lang="en-US" altLang="zh-CN" sz="2400" b="1">
                <a:solidFill>
                  <a:srgbClr val="660033"/>
                </a:solidFill>
                <a:latin typeface="宋体" panose="02010600030101010101" pitchFamily="2" charset="-122"/>
                <a:sym typeface="宋体" panose="02010600030101010101" pitchFamily="2" charset="-122"/>
              </a:rPr>
              <a:t>0</a:t>
            </a:r>
            <a:r>
              <a:rPr lang="zh-CN" altLang="en-US" sz="2400" b="1">
                <a:solidFill>
                  <a:srgbClr val="660033"/>
                </a:solidFill>
                <a:latin typeface="宋体" panose="02010600030101010101" pitchFamily="2" charset="-122"/>
                <a:sym typeface="宋体" panose="02010600030101010101" pitchFamily="2" charset="-122"/>
              </a:rPr>
              <a:t>。</a:t>
            </a:r>
            <a:endParaRPr lang="zh-CN" altLang="en-US" sz="2400" b="1">
              <a:solidFill>
                <a:schemeClr val="tx2"/>
              </a:solidFill>
              <a:latin typeface="宋体" panose="02010600030101010101" pitchFamily="2" charset="-122"/>
              <a:sym typeface="宋体" panose="02010600030101010101" pitchFamily="2" charset="-122"/>
            </a:endParaRPr>
          </a:p>
          <a:p>
            <a:pPr eaLnBrk="1" hangingPunct="1">
              <a:buClr>
                <a:srgbClr val="FF0066"/>
              </a:buClr>
              <a:buSzPct val="80000"/>
              <a:buFont typeface="Wingdings" panose="05000000000000000000" pitchFamily="2" charset="2"/>
              <a:buNone/>
            </a:pPr>
            <a:r>
              <a:rPr lang="zh-CN" altLang="en-US" sz="2400" b="1">
                <a:solidFill>
                  <a:schemeClr val="tx2"/>
                </a:solidFill>
                <a:latin typeface="Times New Roman" panose="02020603050405020304" pitchFamily="18" charset="0"/>
                <a:sym typeface="Times New Roman" panose="02020603050405020304" pitchFamily="18" charset="0"/>
              </a:rPr>
              <a:t>       一共可对</a:t>
            </a:r>
            <a:r>
              <a:rPr lang="en-US" altLang="zh-CN" sz="2400" b="1">
                <a:solidFill>
                  <a:schemeClr val="tx2"/>
                </a:solidFill>
                <a:latin typeface="Times New Roman" panose="02020603050405020304" pitchFamily="18" charset="0"/>
                <a:sym typeface="Times New Roman" panose="02020603050405020304" pitchFamily="18" charset="0"/>
              </a:rPr>
              <a:t>128</a:t>
            </a:r>
            <a:r>
              <a:rPr lang="zh-CN" altLang="en-US" sz="2400" b="1">
                <a:solidFill>
                  <a:schemeClr val="tx2"/>
                </a:solidFill>
                <a:latin typeface="Times New Roman" panose="02020603050405020304" pitchFamily="18" charset="0"/>
                <a:sym typeface="Times New Roman" panose="02020603050405020304" pitchFamily="18" charset="0"/>
              </a:rPr>
              <a:t>种字符进行编码。</a:t>
            </a:r>
            <a:endParaRPr lang="zh-CN" altLang="en-US" sz="1800">
              <a:latin typeface="Calibri" panose="020F0502020204030204" pitchFamily="34" charset="0"/>
            </a:endParaRPr>
          </a:p>
        </p:txBody>
      </p:sp>
      <p:sp>
        <p:nvSpPr>
          <p:cNvPr id="92165" name="Text Box 5"/>
          <p:cNvSpPr>
            <a:spLocks noChangeArrowheads="1"/>
          </p:cNvSpPr>
          <p:nvPr/>
        </p:nvSpPr>
        <p:spPr bwMode="auto">
          <a:xfrm>
            <a:off x="546100" y="279400"/>
            <a:ext cx="46021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b="1">
                <a:latin typeface="Calibri" panose="020F0502020204030204" pitchFamily="34" charset="0"/>
              </a:rPr>
              <a:t>1.3.3 </a:t>
            </a:r>
            <a:r>
              <a:rPr lang="zh-CN" altLang="en-US" b="1">
                <a:latin typeface="Calibri" panose="020F0502020204030204" pitchFamily="34" charset="0"/>
              </a:rPr>
              <a:t>信息编码</a:t>
            </a:r>
            <a:endParaRPr lang="zh-CN" altLang="en-US" sz="180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1000"/>
                                  </p:stCondLst>
                                  <p:childTnLst>
                                    <p:set>
                                      <p:cBhvr>
                                        <p:cTn id="6" dur="1" fill="hold">
                                          <p:stCondLst>
                                            <p:cond delay="0"/>
                                          </p:stCondLst>
                                        </p:cTn>
                                        <p:tgtEl>
                                          <p:spTgt spid="88067"/>
                                        </p:tgtEl>
                                        <p:attrNameLst>
                                          <p:attrName>style.visibility</p:attrName>
                                        </p:attrNameLst>
                                      </p:cBhvr>
                                      <p:to>
                                        <p:strVal val="visible"/>
                                      </p:to>
                                    </p:set>
                                    <p:anim calcmode="lin" valueType="num">
                                      <p:cBhvr>
                                        <p:cTn id="7" dur="500" fill="hold"/>
                                        <p:tgtEl>
                                          <p:spTgt spid="88067"/>
                                        </p:tgtEl>
                                        <p:attrNameLst>
                                          <p:attrName>ppt_w</p:attrName>
                                        </p:attrNameLst>
                                      </p:cBhvr>
                                      <p:tavLst>
                                        <p:tav tm="0">
                                          <p:val>
                                            <p:fltVal val="0"/>
                                          </p:val>
                                        </p:tav>
                                        <p:tav tm="100000">
                                          <p:val>
                                            <p:strVal val="#ppt_w"/>
                                          </p:val>
                                        </p:tav>
                                      </p:tavLst>
                                    </p:anim>
                                    <p:anim calcmode="lin" valueType="num">
                                      <p:cBhvr>
                                        <p:cTn id="8" dur="500" fill="hold"/>
                                        <p:tgtEl>
                                          <p:spTgt spid="8806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88068"/>
                                        </p:tgtEl>
                                        <p:attrNameLst>
                                          <p:attrName>style.visibility</p:attrName>
                                        </p:attrNameLst>
                                      </p:cBhvr>
                                      <p:to>
                                        <p:strVal val="visible"/>
                                      </p:to>
                                    </p:set>
                                    <p:anim calcmode="lin" valueType="num">
                                      <p:cBhvr>
                                        <p:cTn id="13" dur="1000" fill="hold"/>
                                        <p:tgtEl>
                                          <p:spTgt spid="88068"/>
                                        </p:tgtEl>
                                        <p:attrNameLst>
                                          <p:attrName>ppt_x</p:attrName>
                                        </p:attrNameLst>
                                      </p:cBhvr>
                                      <p:tavLst>
                                        <p:tav tm="0">
                                          <p:val>
                                            <p:strVal val="#ppt_x"/>
                                          </p:val>
                                        </p:tav>
                                        <p:tav tm="100000">
                                          <p:val>
                                            <p:strVal val="#ppt_x"/>
                                          </p:val>
                                        </p:tav>
                                      </p:tavLst>
                                    </p:anim>
                                    <p:anim calcmode="lin" valueType="num">
                                      <p:cBhvr>
                                        <p:cTn id="14" dur="1000" fill="hold"/>
                                        <p:tgtEl>
                                          <p:spTgt spid="88068"/>
                                        </p:tgtEl>
                                        <p:attrNameLst>
                                          <p:attrName>ppt_y</p:attrName>
                                        </p:attrNameLst>
                                      </p:cBhvr>
                                      <p:tavLst>
                                        <p:tav tm="0">
                                          <p:val>
                                            <p:strVal val="#ppt_y-#ppt_h/2"/>
                                          </p:val>
                                        </p:tav>
                                        <p:tav tm="100000">
                                          <p:val>
                                            <p:strVal val="#ppt_y"/>
                                          </p:val>
                                        </p:tav>
                                      </p:tavLst>
                                    </p:anim>
                                    <p:anim calcmode="lin" valueType="num">
                                      <p:cBhvr>
                                        <p:cTn id="15" dur="1000" fill="hold"/>
                                        <p:tgtEl>
                                          <p:spTgt spid="88068"/>
                                        </p:tgtEl>
                                        <p:attrNameLst>
                                          <p:attrName>ppt_w</p:attrName>
                                        </p:attrNameLst>
                                      </p:cBhvr>
                                      <p:tavLst>
                                        <p:tav tm="0">
                                          <p:val>
                                            <p:strVal val="#ppt_w"/>
                                          </p:val>
                                        </p:tav>
                                        <p:tav tm="100000">
                                          <p:val>
                                            <p:strVal val="#ppt_w"/>
                                          </p:val>
                                        </p:tav>
                                      </p:tavLst>
                                    </p:anim>
                                    <p:anim calcmode="lin" valueType="num">
                                      <p:cBhvr>
                                        <p:cTn id="16" dur="1000" fill="hold"/>
                                        <p:tgtEl>
                                          <p:spTgt spid="8806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ldLvl="0" animBg="1"/>
      <p:bldP spid="88068"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2"/>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98A39BE5-4413-49C1-9D9A-6112D59EEAB1}" type="slidenum">
              <a:rPr lang="zh-CN" altLang="en-US" sz="900">
                <a:solidFill>
                  <a:srgbClr val="848589"/>
                </a:solidFill>
                <a:latin typeface="Futura Bk" charset="0"/>
                <a:sym typeface="Futura Bk" charset="0"/>
              </a:rPr>
              <a:t>63</a:t>
            </a:fld>
            <a:endParaRPr lang="zh-CN" altLang="en-US" sz="900">
              <a:solidFill>
                <a:srgbClr val="848589"/>
              </a:solidFill>
              <a:latin typeface="Futura Bk" charset="0"/>
              <a:sym typeface="Futura Bk" charset="0"/>
            </a:endParaRPr>
          </a:p>
        </p:txBody>
      </p:sp>
      <p:sp>
        <p:nvSpPr>
          <p:cNvPr id="95235" name="Rectangle 2"/>
          <p:cNvSpPr>
            <a:spLocks noChangeArrowheads="1"/>
          </p:cNvSpPr>
          <p:nvPr/>
        </p:nvSpPr>
        <p:spPr bwMode="auto">
          <a:xfrm>
            <a:off x="466725" y="1125538"/>
            <a:ext cx="8208963" cy="4114800"/>
          </a:xfrm>
          <a:prstGeom prst="rect">
            <a:avLst/>
          </a:prstGeom>
          <a:solidFill>
            <a:srgbClr val="FFFFFF"/>
          </a:solidFill>
          <a:ln w="9525">
            <a:solidFill>
              <a:schemeClr val="hlink"/>
            </a:solidFill>
            <a:miter lim="800000"/>
          </a:ln>
        </p:spPr>
        <p:txBody>
          <a:bodyPr lIns="92075" tIns="46038" rIns="92075" bIns="46038"/>
          <a:lstStyle>
            <a:lvl1pPr marL="228600" indent="-2286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90000"/>
              </a:lnSpc>
              <a:spcBef>
                <a:spcPct val="30000"/>
              </a:spcBef>
              <a:spcAft>
                <a:spcPct val="10000"/>
              </a:spcAft>
              <a:buClr>
                <a:srgbClr val="B2B3B5"/>
              </a:buClr>
              <a:buSzPct val="75000"/>
              <a:buFont typeface="Arial" panose="020B0604020202020204" pitchFamily="34" charset="0"/>
              <a:buNone/>
            </a:pPr>
            <a:r>
              <a:rPr lang="zh-CN" altLang="en-US" sz="2400" b="1">
                <a:solidFill>
                  <a:srgbClr val="006699"/>
                </a:solidFill>
                <a:latin typeface="华文楷体" panose="02010600040101010101" pitchFamily="2" charset="-122"/>
                <a:sym typeface="华文楷体" panose="02010600040101010101" pitchFamily="2" charset="-122"/>
              </a:rPr>
              <a:t>（</a:t>
            </a:r>
            <a:r>
              <a:rPr lang="en-US" altLang="zh-CN" sz="2400" b="1">
                <a:solidFill>
                  <a:srgbClr val="006699"/>
                </a:solidFill>
                <a:latin typeface="华文楷体" panose="02010600040101010101" pitchFamily="2" charset="-122"/>
                <a:sym typeface="华文楷体" panose="02010600040101010101" pitchFamily="2" charset="-122"/>
              </a:rPr>
              <a:t>2</a:t>
            </a:r>
            <a:r>
              <a:rPr lang="zh-CN" altLang="en-US" sz="2400" b="1">
                <a:solidFill>
                  <a:srgbClr val="006699"/>
                </a:solidFill>
                <a:latin typeface="华文楷体" panose="02010600040101010101" pitchFamily="2" charset="-122"/>
                <a:sym typeface="华文楷体" panose="02010600040101010101" pitchFamily="2" charset="-122"/>
              </a:rPr>
              <a:t>）汉字编码</a:t>
            </a:r>
          </a:p>
          <a:p>
            <a:pPr eaLnBrk="1" hangingPunct="1">
              <a:lnSpc>
                <a:spcPct val="90000"/>
              </a:lnSpc>
              <a:spcBef>
                <a:spcPct val="30000"/>
              </a:spcBef>
              <a:spcAft>
                <a:spcPct val="10000"/>
              </a:spcAft>
              <a:buClr>
                <a:srgbClr val="B2B3B5"/>
              </a:buClr>
              <a:buSzPct val="75000"/>
              <a:buFont typeface="Arial" panose="020B0604020202020204" pitchFamily="34" charset="0"/>
              <a:buNone/>
            </a:pPr>
            <a:r>
              <a:rPr lang="zh-CN" altLang="en-US" sz="2400" b="1">
                <a:solidFill>
                  <a:srgbClr val="006699"/>
                </a:solidFill>
                <a:latin typeface="华文楷体" panose="02010600040101010101" pitchFamily="2" charset="-122"/>
                <a:sym typeface="华文楷体" panose="02010600040101010101" pitchFamily="2" charset="-122"/>
              </a:rPr>
              <a:t>        要想能在计算机中处理汉字，必须解决汉字的输入编码、存储编码、显示和打印字符的编码问题。</a:t>
            </a:r>
          </a:p>
          <a:p>
            <a:pPr eaLnBrk="1" hangingPunct="1">
              <a:lnSpc>
                <a:spcPct val="90000"/>
              </a:lnSpc>
              <a:spcBef>
                <a:spcPct val="30000"/>
              </a:spcBef>
              <a:spcAft>
                <a:spcPct val="10000"/>
              </a:spcAft>
              <a:buClr>
                <a:srgbClr val="B2B3B5"/>
              </a:buClr>
              <a:buSzPct val="75000"/>
            </a:pPr>
            <a:r>
              <a:rPr lang="zh-CN" altLang="en-US" sz="2400" b="1" u="sng">
                <a:solidFill>
                  <a:srgbClr val="660033"/>
                </a:solidFill>
                <a:latin typeface="华文楷体" panose="02010600040101010101" pitchFamily="2" charset="-122"/>
                <a:sym typeface="华文楷体" panose="02010600040101010101" pitchFamily="2" charset="-122"/>
              </a:rPr>
              <a:t>输入码是解决汉字输入采用的编码</a:t>
            </a:r>
            <a:r>
              <a:rPr lang="zh-CN" altLang="en-US" sz="2400" b="1">
                <a:solidFill>
                  <a:srgbClr val="006699"/>
                </a:solidFill>
                <a:latin typeface="华文楷体" panose="02010600040101010101" pitchFamily="2" charset="-122"/>
                <a:sym typeface="华文楷体" panose="02010600040101010101" pitchFamily="2" charset="-122"/>
              </a:rPr>
              <a:t>，如“国标区位码”、“全拼”、“五笔”、“智能</a:t>
            </a:r>
            <a:r>
              <a:rPr lang="en-US" altLang="zh-CN" sz="2400" b="1">
                <a:solidFill>
                  <a:srgbClr val="006699"/>
                </a:solidFill>
                <a:latin typeface="华文楷体" panose="02010600040101010101" pitchFamily="2" charset="-122"/>
                <a:sym typeface="华文楷体" panose="02010600040101010101" pitchFamily="2" charset="-122"/>
              </a:rPr>
              <a:t>ABC”</a:t>
            </a:r>
            <a:r>
              <a:rPr lang="zh-CN" altLang="en-US" sz="2400" b="1">
                <a:solidFill>
                  <a:srgbClr val="006699"/>
                </a:solidFill>
                <a:latin typeface="华文楷体" panose="02010600040101010101" pitchFamily="2" charset="-122"/>
                <a:sym typeface="华文楷体" panose="02010600040101010101" pitchFamily="2" charset="-122"/>
              </a:rPr>
              <a:t>、“紫光华宇拼音”等输入编码。</a:t>
            </a:r>
          </a:p>
          <a:p>
            <a:pPr eaLnBrk="1" hangingPunct="1">
              <a:lnSpc>
                <a:spcPct val="90000"/>
              </a:lnSpc>
              <a:spcBef>
                <a:spcPct val="30000"/>
              </a:spcBef>
              <a:spcAft>
                <a:spcPct val="10000"/>
              </a:spcAft>
              <a:buClr>
                <a:srgbClr val="B2B3B5"/>
              </a:buClr>
              <a:buSzPct val="75000"/>
            </a:pPr>
            <a:r>
              <a:rPr lang="zh-CN" altLang="en-US" sz="2400" b="1">
                <a:solidFill>
                  <a:srgbClr val="006699"/>
                </a:solidFill>
                <a:latin typeface="华文楷体" panose="02010600040101010101" pitchFamily="2" charset="-122"/>
                <a:sym typeface="华文楷体" panose="02010600040101010101" pitchFamily="2" charset="-122"/>
              </a:rPr>
              <a:t>我国在</a:t>
            </a:r>
            <a:r>
              <a:rPr lang="en-US" altLang="zh-CN" sz="2400" b="1">
                <a:solidFill>
                  <a:srgbClr val="006699"/>
                </a:solidFill>
                <a:latin typeface="华文楷体" panose="02010600040101010101" pitchFamily="2" charset="-122"/>
                <a:sym typeface="华文楷体" panose="02010600040101010101" pitchFamily="2" charset="-122"/>
              </a:rPr>
              <a:t>1980</a:t>
            </a:r>
            <a:r>
              <a:rPr lang="zh-CN" altLang="en-US" sz="2400" b="1">
                <a:solidFill>
                  <a:srgbClr val="006699"/>
                </a:solidFill>
                <a:latin typeface="华文楷体" panose="02010600040101010101" pitchFamily="2" charset="-122"/>
                <a:sym typeface="华文楷体" panose="02010600040101010101" pitchFamily="2" charset="-122"/>
              </a:rPr>
              <a:t>年制定了</a:t>
            </a:r>
            <a:r>
              <a:rPr lang="en-US" altLang="zh-CN" sz="2400" b="1">
                <a:solidFill>
                  <a:srgbClr val="006699"/>
                </a:solidFill>
                <a:latin typeface="华文楷体" panose="02010600040101010101" pitchFamily="2" charset="-122"/>
                <a:sym typeface="华文楷体" panose="02010600040101010101" pitchFamily="2" charset="-122"/>
              </a:rPr>
              <a:t>《</a:t>
            </a:r>
            <a:r>
              <a:rPr lang="zh-CN" altLang="en-US" sz="2400" b="1">
                <a:solidFill>
                  <a:srgbClr val="006699"/>
                </a:solidFill>
                <a:latin typeface="华文楷体" panose="02010600040101010101" pitchFamily="2" charset="-122"/>
                <a:sym typeface="华文楷体" panose="02010600040101010101" pitchFamily="2" charset="-122"/>
              </a:rPr>
              <a:t>信息交换用汉字编码字符集</a:t>
            </a:r>
            <a:r>
              <a:rPr lang="en-US" altLang="zh-CN" sz="2400" b="1">
                <a:solidFill>
                  <a:srgbClr val="006699"/>
                </a:solidFill>
                <a:latin typeface="华文楷体" panose="02010600040101010101" pitchFamily="2" charset="-122"/>
                <a:sym typeface="华文楷体" panose="02010600040101010101" pitchFamily="2" charset="-122"/>
              </a:rPr>
              <a:t>·</a:t>
            </a:r>
            <a:r>
              <a:rPr lang="zh-CN" altLang="en-US" sz="2400" b="1">
                <a:solidFill>
                  <a:srgbClr val="006699"/>
                </a:solidFill>
                <a:latin typeface="华文楷体" panose="02010600040101010101" pitchFamily="2" charset="-122"/>
                <a:sym typeface="华文楷体" panose="02010600040101010101" pitchFamily="2" charset="-122"/>
              </a:rPr>
              <a:t>基本集</a:t>
            </a:r>
            <a:r>
              <a:rPr lang="en-US" altLang="zh-CN" sz="2400" b="1">
                <a:solidFill>
                  <a:srgbClr val="006699"/>
                </a:solidFill>
                <a:latin typeface="华文楷体" panose="02010600040101010101" pitchFamily="2" charset="-122"/>
                <a:sym typeface="华文楷体" panose="02010600040101010101" pitchFamily="2" charset="-122"/>
              </a:rPr>
              <a:t>》</a:t>
            </a:r>
            <a:r>
              <a:rPr lang="zh-CN" altLang="en-US" sz="2400" b="1">
                <a:solidFill>
                  <a:srgbClr val="006699"/>
                </a:solidFill>
                <a:latin typeface="华文楷体" panose="02010600040101010101" pitchFamily="2" charset="-122"/>
                <a:sym typeface="华文楷体" panose="02010600040101010101" pitchFamily="2" charset="-122"/>
              </a:rPr>
              <a:t>作为国家标准</a:t>
            </a:r>
            <a:r>
              <a:rPr lang="en-US" altLang="zh-CN" sz="2400" b="1">
                <a:solidFill>
                  <a:srgbClr val="006699"/>
                </a:solidFill>
                <a:latin typeface="华文楷体" panose="02010600040101010101" pitchFamily="2" charset="-122"/>
                <a:sym typeface="华文楷体" panose="02010600040101010101" pitchFamily="2" charset="-122"/>
              </a:rPr>
              <a:t>GB2312-80</a:t>
            </a:r>
            <a:r>
              <a:rPr lang="zh-CN" altLang="en-US" sz="2400" b="1">
                <a:solidFill>
                  <a:srgbClr val="006699"/>
                </a:solidFill>
                <a:latin typeface="华文楷体" panose="02010600040101010101" pitchFamily="2" charset="-122"/>
                <a:sym typeface="华文楷体" panose="02010600040101010101" pitchFamily="2" charset="-122"/>
              </a:rPr>
              <a:t>编码字符集，称为</a:t>
            </a:r>
            <a:r>
              <a:rPr lang="zh-CN" altLang="en-US" sz="2400" b="1" u="sng">
                <a:solidFill>
                  <a:srgbClr val="660033"/>
                </a:solidFill>
                <a:latin typeface="华文楷体" panose="02010600040101010101" pitchFamily="2" charset="-122"/>
                <a:sym typeface="华文楷体" panose="02010600040101010101" pitchFamily="2" charset="-122"/>
              </a:rPr>
              <a:t>国标码。</a:t>
            </a:r>
          </a:p>
          <a:p>
            <a:pPr eaLnBrk="1" hangingPunct="1">
              <a:lnSpc>
                <a:spcPct val="90000"/>
              </a:lnSpc>
              <a:spcBef>
                <a:spcPct val="30000"/>
              </a:spcBef>
              <a:spcAft>
                <a:spcPct val="10000"/>
              </a:spcAft>
              <a:buClr>
                <a:srgbClr val="B2B3B5"/>
              </a:buClr>
              <a:buSzPct val="75000"/>
            </a:pPr>
            <a:r>
              <a:rPr lang="zh-CN" altLang="en-US" sz="2400" b="1" u="sng">
                <a:solidFill>
                  <a:srgbClr val="660033"/>
                </a:solidFill>
                <a:latin typeface="华文楷体" panose="02010600040101010101" pitchFamily="2" charset="-122"/>
                <a:sym typeface="华文楷体" panose="02010600040101010101" pitchFamily="2" charset="-122"/>
              </a:rPr>
              <a:t>在国家标准</a:t>
            </a:r>
            <a:r>
              <a:rPr lang="en-US" altLang="zh-CN" sz="2400" b="1" u="sng">
                <a:solidFill>
                  <a:srgbClr val="660033"/>
                </a:solidFill>
                <a:latin typeface="华文楷体" panose="02010600040101010101" pitchFamily="2" charset="-122"/>
                <a:sym typeface="华文楷体" panose="02010600040101010101" pitchFamily="2" charset="-122"/>
              </a:rPr>
              <a:t>GB2312-80</a:t>
            </a:r>
            <a:r>
              <a:rPr lang="zh-CN" altLang="en-US" sz="2400" b="1" u="sng">
                <a:solidFill>
                  <a:srgbClr val="660033"/>
                </a:solidFill>
                <a:latin typeface="华文楷体" panose="02010600040101010101" pitchFamily="2" charset="-122"/>
                <a:sym typeface="华文楷体" panose="02010600040101010101" pitchFamily="2" charset="-122"/>
              </a:rPr>
              <a:t>中，每个汉字采用双字节表示。</a:t>
            </a:r>
            <a:endParaRPr lang="zh-CN" altLang="en-US" sz="2400">
              <a:latin typeface="Calibri" panose="020F0502020204030204" pitchFamily="34" charset="0"/>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Text Box 3"/>
          <p:cNvSpPr txBox="1">
            <a:spLocks noChangeArrowheads="1"/>
          </p:cNvSpPr>
          <p:nvPr/>
        </p:nvSpPr>
        <p:spPr bwMode="auto">
          <a:xfrm>
            <a:off x="323850" y="1876425"/>
            <a:ext cx="8459788"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30000"/>
              </a:lnSpc>
              <a:spcBef>
                <a:spcPct val="0"/>
              </a:spcBef>
              <a:buFontTx/>
              <a:buNone/>
            </a:pPr>
            <a:r>
              <a:rPr kumimoji="1" lang="zh-CN" altLang="en-US" sz="2400" b="1">
                <a:latin typeface="Times New Roman" panose="02020603050405020304" pitchFamily="18" charset="0"/>
                <a:ea typeface="华康简宋" charset="-122"/>
              </a:rPr>
              <a:t>图像编码：图像包括位图图像和矢量图像。位图图像的每个像素用若干个二进制数的编码来表示。</a:t>
            </a:r>
          </a:p>
          <a:p>
            <a:pPr eaLnBrk="1" hangingPunct="1">
              <a:lnSpc>
                <a:spcPct val="130000"/>
              </a:lnSpc>
              <a:spcBef>
                <a:spcPct val="0"/>
              </a:spcBef>
              <a:buFontTx/>
              <a:buNone/>
            </a:pPr>
            <a:r>
              <a:rPr kumimoji="1" lang="zh-CN" altLang="en-US" sz="2400" b="1">
                <a:latin typeface="Times New Roman" panose="02020603050405020304" pitchFamily="18" charset="0"/>
              </a:rPr>
              <a:t>            黑白图像：  1位</a:t>
            </a:r>
          </a:p>
          <a:p>
            <a:pPr eaLnBrk="1" hangingPunct="1">
              <a:lnSpc>
                <a:spcPct val="130000"/>
              </a:lnSpc>
              <a:spcBef>
                <a:spcPct val="0"/>
              </a:spcBef>
              <a:buFontTx/>
              <a:buNone/>
            </a:pPr>
            <a:r>
              <a:rPr kumimoji="1" lang="zh-CN" altLang="en-US" sz="2400" b="1">
                <a:latin typeface="Times New Roman" panose="02020603050405020304" pitchFamily="18" charset="0"/>
              </a:rPr>
              <a:t>　    　彩色图像</a:t>
            </a:r>
            <a:r>
              <a:rPr kumimoji="1" lang="zh-CN" altLang="en-US" sz="2400">
                <a:latin typeface="Times New Roman" panose="02020603050405020304" pitchFamily="18" charset="0"/>
              </a:rPr>
              <a:t>：24位（</a:t>
            </a:r>
            <a:r>
              <a:rPr kumimoji="1" lang="en-US" altLang="zh-CN" sz="2400">
                <a:latin typeface="Times New Roman" panose="02020603050405020304" pitchFamily="18" charset="0"/>
              </a:rPr>
              <a:t>Red Green Blue</a:t>
            </a:r>
            <a:r>
              <a:rPr kumimoji="1" lang="zh-CN" altLang="en-US" sz="2400">
                <a:latin typeface="Times New Roman" panose="02020603050405020304" pitchFamily="18" charset="0"/>
              </a:rPr>
              <a:t>）</a:t>
            </a:r>
            <a:endParaRPr kumimoji="1" lang="zh-CN" altLang="en-US" sz="2400">
              <a:latin typeface="Times New Roman" panose="02020603050405020304" pitchFamily="18" charset="0"/>
              <a:ea typeface="华康简宋" charset="-122"/>
            </a:endParaRPr>
          </a:p>
        </p:txBody>
      </p:sp>
      <p:sp>
        <p:nvSpPr>
          <p:cNvPr id="125956" name="Text Box 4"/>
          <p:cNvSpPr txBox="1">
            <a:spLocks noChangeArrowheads="1"/>
          </p:cNvSpPr>
          <p:nvPr/>
        </p:nvSpPr>
        <p:spPr bwMode="auto">
          <a:xfrm>
            <a:off x="323850" y="4035425"/>
            <a:ext cx="8615363"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lnSpc>
                <a:spcPct val="130000"/>
              </a:lnSpc>
              <a:spcBef>
                <a:spcPct val="0"/>
              </a:spcBef>
              <a:buFontTx/>
              <a:buNone/>
            </a:pPr>
            <a:r>
              <a:rPr kumimoji="1" lang="zh-CN" altLang="en-US" sz="2400" b="1">
                <a:latin typeface="Times New Roman" panose="02020603050405020304" pitchFamily="18" charset="0"/>
                <a:ea typeface="华康简宋" charset="-122"/>
              </a:rPr>
              <a:t>声音的编码：通过“模/数”转换器对声音信号按固定的时间间隔进行采样，然后将其转换成二进制的数字量。处理过程包括采样、量化、编码。</a:t>
            </a:r>
            <a:r>
              <a:rPr kumimoji="1" lang="zh-CN" altLang="en-US" sz="2400" b="1">
                <a:latin typeface="Times New Roman" panose="02020603050405020304" pitchFamily="18" charset="0"/>
              </a:rPr>
              <a:t> </a:t>
            </a:r>
          </a:p>
        </p:txBody>
      </p:sp>
      <p:sp>
        <p:nvSpPr>
          <p:cNvPr id="99332" name="Text Box 203"/>
          <p:cNvSpPr>
            <a:spLocks noChangeArrowheads="1"/>
          </p:cNvSpPr>
          <p:nvPr/>
        </p:nvSpPr>
        <p:spPr bwMode="auto">
          <a:xfrm>
            <a:off x="266700" y="533400"/>
            <a:ext cx="8756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sz="2800" dirty="0">
                <a:solidFill>
                  <a:schemeClr val="tx2"/>
                </a:solidFill>
                <a:latin typeface="Calibri" panose="020F0502020204030204" pitchFamily="34" charset="0"/>
              </a:rPr>
              <a:t>——</a:t>
            </a:r>
            <a:r>
              <a:rPr lang="zh-CN" altLang="en-US" sz="2800" dirty="0">
                <a:solidFill>
                  <a:schemeClr val="tx2"/>
                </a:solidFill>
                <a:latin typeface="Calibri" panose="020F0502020204030204" pitchFamily="34" charset="0"/>
              </a:rPr>
              <a:t>图像、声音编码</a:t>
            </a:r>
            <a:endParaRPr lang="zh-CN" altLang="en-US" sz="180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25955"/>
                                        </p:tgtEl>
                                        <p:attrNameLst>
                                          <p:attrName>style.visibility</p:attrName>
                                        </p:attrNameLst>
                                      </p:cBhvr>
                                      <p:to>
                                        <p:strVal val="visible"/>
                                      </p:to>
                                    </p:set>
                                    <p:animEffect transition="in" filter="checkerboard(across)">
                                      <p:cBhvr>
                                        <p:cTn id="7" dur="500"/>
                                        <p:tgtEl>
                                          <p:spTgt spid="125955"/>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25956"/>
                                        </p:tgtEl>
                                        <p:attrNameLst>
                                          <p:attrName>style.visibility</p:attrName>
                                        </p:attrNameLst>
                                      </p:cBhvr>
                                      <p:to>
                                        <p:strVal val="visible"/>
                                      </p:to>
                                    </p:set>
                                    <p:animEffect transition="in" filter="checkerboard(across)">
                                      <p:cBhvr>
                                        <p:cTn id="11" dur="500"/>
                                        <p:tgtEl>
                                          <p:spTgt spid="125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autoUpdateAnimBg="0"/>
      <p:bldP spid="12595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4" name="Object 2048"/>
          <p:cNvGraphicFramePr>
            <a:graphicFrameLocks noChangeAspect="1"/>
          </p:cNvGraphicFramePr>
          <p:nvPr/>
        </p:nvGraphicFramePr>
        <p:xfrm>
          <a:off x="609600" y="1371600"/>
          <a:ext cx="4876800" cy="4876800"/>
        </p:xfrm>
        <a:graphic>
          <a:graphicData uri="http://schemas.openxmlformats.org/presentationml/2006/ole">
            <mc:AlternateContent xmlns:mc="http://schemas.openxmlformats.org/markup-compatibility/2006">
              <mc:Choice xmlns:v="urn:schemas-microsoft-com:vml" Requires="v">
                <p:oleObj spid="_x0000_s4110" name="位图图像" r:id="rId3" imgW="4876800" imgH="4876800" progId="Paint.Picture">
                  <p:embed/>
                </p:oleObj>
              </mc:Choice>
              <mc:Fallback>
                <p:oleObj name="位图图像" r:id="rId3" imgW="4876800" imgH="4876800" progId="Paint.Picture">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371600"/>
                        <a:ext cx="4876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0355" name="Object 2049"/>
          <p:cNvGraphicFramePr>
            <a:graphicFrameLocks noChangeAspect="1"/>
          </p:cNvGraphicFramePr>
          <p:nvPr/>
        </p:nvGraphicFramePr>
        <p:xfrm>
          <a:off x="5867400" y="1371600"/>
          <a:ext cx="2438400" cy="2438400"/>
        </p:xfrm>
        <a:graphic>
          <a:graphicData uri="http://schemas.openxmlformats.org/presentationml/2006/ole">
            <mc:AlternateContent xmlns:mc="http://schemas.openxmlformats.org/markup-compatibility/2006">
              <mc:Choice xmlns:v="urn:schemas-microsoft-com:vml" Requires="v">
                <p:oleObj spid="_x0000_s4111" name="位图图像" r:id="rId5" imgW="2438400" imgH="2438400" progId="Paint.Picture">
                  <p:embed/>
                </p:oleObj>
              </mc:Choice>
              <mc:Fallback>
                <p:oleObj name="位图图像" r:id="rId5" imgW="2438400" imgH="2438400" progId="Paint.Picture">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1371600"/>
                        <a:ext cx="2438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356" name="Text Box 1028"/>
          <p:cNvSpPr txBox="1">
            <a:spLocks noChangeArrowheads="1"/>
          </p:cNvSpPr>
          <p:nvPr/>
        </p:nvSpPr>
        <p:spPr bwMode="auto">
          <a:xfrm>
            <a:off x="1371600" y="304800"/>
            <a:ext cx="175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lang="zh-CN" altLang="en-US" b="1">
                <a:solidFill>
                  <a:srgbClr val="0000FF"/>
                </a:solidFill>
                <a:latin typeface="Times New Roman" panose="02020603050405020304" pitchFamily="18" charset="0"/>
                <a:ea typeface="楷体_GB2312" pitchFamily="1" charset="-122"/>
              </a:rPr>
              <a:t>图像</a:t>
            </a:r>
          </a:p>
        </p:txBody>
      </p:sp>
      <p:sp>
        <p:nvSpPr>
          <p:cNvPr id="100357" name="Text Box 1029"/>
          <p:cNvSpPr txBox="1">
            <a:spLocks noChangeArrowheads="1"/>
          </p:cNvSpPr>
          <p:nvPr/>
        </p:nvSpPr>
        <p:spPr bwMode="auto">
          <a:xfrm>
            <a:off x="6629400" y="50292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50000"/>
              </a:spcBef>
              <a:buFontTx/>
              <a:buNone/>
            </a:pPr>
            <a:r>
              <a:rPr kumimoji="1" lang="en-US" altLang="zh-CN" sz="3600">
                <a:latin typeface="Times New Roman" panose="02020603050405020304" pitchFamily="18" charset="0"/>
              </a:rPr>
              <a:t>Lena</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51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838" y="4419600"/>
            <a:ext cx="1096962"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5125"/>
          <p:cNvSpPr>
            <a:spLocks noChangeArrowheads="1"/>
          </p:cNvSpPr>
          <p:nvPr/>
        </p:nvSpPr>
        <p:spPr bwMode="auto">
          <a:xfrm>
            <a:off x="533400" y="549275"/>
            <a:ext cx="83820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lang="zh-CN" altLang="en-US" sz="2000" b="1">
                <a:latin typeface="楷体_GB2312" pitchFamily="1" charset="-122"/>
                <a:ea typeface="楷体_GB2312" pitchFamily="1" charset="-122"/>
              </a:rPr>
              <a:t>数字图象是指由被称作象素的小块区域组成的二维矩阵。对于灰度图象而言，每个象素的亮度用一个数值来表示，通常数值范围在0到255之间，即可用一个字节来表示，0表示黑、255表示白。图示 灰度图象(128</a:t>
            </a:r>
            <a:r>
              <a:rPr lang="en-US" altLang="zh-CN" sz="2000" b="1">
                <a:latin typeface="楷体_GB2312" pitchFamily="1" charset="-122"/>
                <a:ea typeface="楷体_GB2312" pitchFamily="1" charset="-122"/>
              </a:rPr>
              <a:t>x128)</a:t>
            </a:r>
            <a:r>
              <a:rPr lang="zh-CN" altLang="en-US" sz="2000" b="1">
                <a:latin typeface="楷体_GB2312" pitchFamily="1" charset="-122"/>
                <a:ea typeface="楷体_GB2312" pitchFamily="1" charset="-122"/>
              </a:rPr>
              <a:t>及其对应的数值矩阵（仅列出一部分(26</a:t>
            </a:r>
            <a:r>
              <a:rPr lang="en-US" altLang="zh-CN" sz="2000" b="1">
                <a:latin typeface="楷体_GB2312" pitchFamily="1" charset="-122"/>
                <a:ea typeface="楷体_GB2312" pitchFamily="1" charset="-122"/>
              </a:rPr>
              <a:t>x31)）</a:t>
            </a:r>
            <a:r>
              <a:rPr lang="en-US" altLang="zh-CN" sz="3600" b="1">
                <a:latin typeface="楷体_GB2312" pitchFamily="1" charset="-122"/>
                <a:ea typeface="楷体_GB2312" pitchFamily="1" charset="-122"/>
              </a:rPr>
              <a:t> </a:t>
            </a:r>
          </a:p>
        </p:txBody>
      </p:sp>
      <p:pic>
        <p:nvPicPr>
          <p:cNvPr id="1029" name="Picture 5124" descr="http://media.cs.tsinghua.edu.cn/~ahz/digitalimageprocess/chapter01/lena(1).gif"/>
          <p:cNvPicPr>
            <a:picLocks noChangeAspect="1" noChangeArrowheads="1"/>
          </p:cNvPicPr>
          <p:nvPr/>
        </p:nvPicPr>
        <p:blipFill>
          <a:blip r:embed="rId3" r:link="rId4" cstate="print">
            <a:extLst>
              <a:ext uri="{28A0092B-C50C-407E-A947-70E740481C1C}">
                <a14:useLocalDpi xmlns:a14="http://schemas.microsoft.com/office/drawing/2010/main" val="0"/>
              </a:ext>
            </a:extLst>
          </a:blip>
          <a:srcRect/>
          <a:stretch>
            <a:fillRect/>
          </a:stretch>
        </p:blipFill>
        <p:spPr bwMode="auto">
          <a:xfrm>
            <a:off x="2286000" y="2362200"/>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5129" descr="http://media.cs.tsinghua.edu.cn/~ahz/digitalimageprocess/chapter01/Image13.gif"/>
          <p:cNvPicPr>
            <a:picLocks noChangeAspect="1" noChangeArrowheads="1"/>
          </p:cNvPicPr>
          <p:nvPr/>
        </p:nvPicPr>
        <p:blipFill>
          <a:blip r:embed="rId5" r:link="rId4" cstate="print">
            <a:extLst>
              <a:ext uri="{28A0092B-C50C-407E-A947-70E740481C1C}">
                <a14:useLocalDpi xmlns:a14="http://schemas.microsoft.com/office/drawing/2010/main" val="0"/>
              </a:ext>
            </a:extLst>
          </a:blip>
          <a:srcRect/>
          <a:stretch>
            <a:fillRect/>
          </a:stretch>
        </p:blipFill>
        <p:spPr bwMode="auto">
          <a:xfrm>
            <a:off x="4648200" y="3962400"/>
            <a:ext cx="4270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DefaultOcx" descr="ppt/media/image63.wmf"/>
          <p:cNvPicPr preferRelativeResize="0"/>
          <p:nvPr/>
        </p:nvPicPr>
        <p:blipFill>
          <a:blip r:embed="rId6"/>
          <a:stretch>
            <a:fillRect/>
          </a:stretch>
        </p:blipFill>
        <p:spPr>
          <a:xfrm>
            <a:off x="3790950" y="4654550"/>
            <a:ext cx="5181600" cy="1708150"/>
          </a:xfrm>
          <a:prstGeom prst="rect">
            <a:avLst/>
          </a:prstGeom>
          <a:noFill/>
          <a:ln w="9525">
            <a:noFill/>
          </a:ln>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685800" y="822325"/>
            <a:ext cx="8001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lang="zh-CN" altLang="en-US" sz="2000" b="1">
                <a:latin typeface="楷体_GB2312" pitchFamily="1" charset="-122"/>
                <a:ea typeface="楷体_GB2312" pitchFamily="1" charset="-122"/>
              </a:rPr>
              <a:t>彩色图象可以用红、绿、蓝三元组的二维矩阵来表示。通常，三元组的每个数值也是在0到255之间，0表示相应的基色在该象素中没有，而255则代表相应的基色在该象素中取得最大值，这种情况下每个象素可用三个字节来表示。 </a:t>
            </a:r>
          </a:p>
        </p:txBody>
      </p:sp>
      <p:pic>
        <p:nvPicPr>
          <p:cNvPr id="2052" name="Picture 3" descr="http://media.cs.tsinghua.edu.cn/~ahz/digitalimageprocess/chapter01/lena.gif"/>
          <p:cNvPicPr>
            <a:picLocks noChangeAspect="1" noChangeArrowheads="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2590800" y="2514600"/>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descr="http://media.cs.tsinghua.edu.cn/~ahz/digitalimageprocess/chapter01/Image14.gif"/>
          <p:cNvPicPr>
            <a:picLocks noChangeAspect="1" noChangeArrowheads="1"/>
          </p:cNvPicPr>
          <p:nvPr/>
        </p:nvPicPr>
        <p:blipFill>
          <a:blip r:embed="rId4" r:link="rId3" cstate="print">
            <a:extLst>
              <a:ext uri="{28A0092B-C50C-407E-A947-70E740481C1C}">
                <a14:useLocalDpi xmlns:a14="http://schemas.microsoft.com/office/drawing/2010/main" val="0"/>
              </a:ext>
            </a:extLst>
          </a:blip>
          <a:srcRect/>
          <a:stretch>
            <a:fillRect/>
          </a:stretch>
        </p:blipFill>
        <p:spPr bwMode="auto">
          <a:xfrm>
            <a:off x="5381625" y="4038600"/>
            <a:ext cx="485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 name="DefaultOcx" descr="ppt/media/image67.wmf"/>
          <p:cNvPicPr preferRelativeResize="0"/>
          <p:nvPr/>
        </p:nvPicPr>
        <p:blipFill>
          <a:blip r:embed="rId5"/>
          <a:stretch>
            <a:fillRect/>
          </a:stretch>
        </p:blipFill>
        <p:spPr>
          <a:xfrm>
            <a:off x="3276600" y="4797425"/>
            <a:ext cx="5753100" cy="1708150"/>
          </a:xfrm>
          <a:prstGeom prst="rect">
            <a:avLst/>
          </a:prstGeom>
          <a:noFill/>
          <a:ln w="9525">
            <a:noFill/>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4"/>
          <p:cNvSpPr>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a:spcBef>
                <a:spcPct val="0"/>
              </a:spcBef>
              <a:buFont typeface="Arial" panose="020B0604020202020204" pitchFamily="34" charset="0"/>
              <a:buNone/>
            </a:pPr>
            <a:fld id="{6D7A871A-3EBA-4474-A374-A59764C67E32}" type="slidenum">
              <a:rPr lang="zh-CN" altLang="en-US" sz="900">
                <a:solidFill>
                  <a:srgbClr val="848589"/>
                </a:solidFill>
                <a:latin typeface="Futura Bk" charset="0"/>
                <a:sym typeface="Futura Bk" charset="0"/>
              </a:rPr>
              <a:t>68</a:t>
            </a:fld>
            <a:endParaRPr lang="zh-CN" altLang="en-US" sz="900">
              <a:solidFill>
                <a:srgbClr val="848589"/>
              </a:solidFill>
              <a:latin typeface="Futura Bk" charset="0"/>
              <a:sym typeface="Futura Bk" charset="0"/>
            </a:endParaRPr>
          </a:p>
        </p:txBody>
      </p:sp>
      <p:sp>
        <p:nvSpPr>
          <p:cNvPr id="101379" name="Rectangle 2"/>
          <p:cNvSpPr>
            <a:spLocks noGrp="1" noChangeArrowheads="1"/>
          </p:cNvSpPr>
          <p:nvPr>
            <p:ph type="body" idx="1"/>
          </p:nvPr>
        </p:nvSpPr>
        <p:spPr>
          <a:xfrm>
            <a:off x="1089025" y="900113"/>
            <a:ext cx="7404100" cy="1931987"/>
          </a:xfrm>
          <a:solidFill>
            <a:srgbClr val="99FFCC"/>
          </a:solidFill>
          <a:ln>
            <a:solidFill>
              <a:srgbClr val="FF0000"/>
            </a:solidFill>
            <a:bevel/>
          </a:ln>
        </p:spPr>
        <p:txBody>
          <a:bodyPr/>
          <a:lstStyle/>
          <a:p>
            <a:pPr marL="342900" indent="-342900" algn="l" eaLnBrk="1" hangingPunct="1">
              <a:buFont typeface="Arial" panose="020B0604020202020204" pitchFamily="34" charset="0"/>
              <a:buChar char="•"/>
            </a:pPr>
            <a:r>
              <a:rPr lang="zh-CN" altLang="en-US" sz="3200" b="1">
                <a:solidFill>
                  <a:srgbClr val="000000"/>
                </a:solidFill>
                <a:latin typeface="隶书" panose="02010509060101010101" pitchFamily="49" charset="-122"/>
                <a:ea typeface="隶书" panose="02010509060101010101" pitchFamily="49" charset="-122"/>
                <a:sym typeface="隶书" panose="02010509060101010101" pitchFamily="49" charset="-122"/>
              </a:rPr>
              <a:t>数制；</a:t>
            </a:r>
          </a:p>
          <a:p>
            <a:pPr marL="342900" indent="-342900" algn="l" eaLnBrk="1" hangingPunct="1">
              <a:buFont typeface="Arial" panose="020B0604020202020204" pitchFamily="34" charset="0"/>
              <a:buChar char="•"/>
            </a:pPr>
            <a:r>
              <a:rPr lang="zh-CN" altLang="en-US" sz="3200" b="1">
                <a:solidFill>
                  <a:srgbClr val="000000"/>
                </a:solidFill>
                <a:latin typeface="隶书" panose="02010509060101010101" pitchFamily="49" charset="-122"/>
                <a:ea typeface="隶书" panose="02010509060101010101" pitchFamily="49" charset="-122"/>
                <a:sym typeface="隶书" panose="02010509060101010101" pitchFamily="49" charset="-122"/>
              </a:rPr>
              <a:t>位、字节、字、双字；</a:t>
            </a:r>
          </a:p>
          <a:p>
            <a:pPr marL="342900" indent="-342900" algn="l" eaLnBrk="1" hangingPunct="1">
              <a:buFont typeface="Arial" panose="020B0604020202020204" pitchFamily="34" charset="0"/>
              <a:buChar char="•"/>
            </a:pPr>
            <a:r>
              <a:rPr lang="zh-CN" altLang="en-US" sz="3200" b="1">
                <a:solidFill>
                  <a:srgbClr val="000000"/>
                </a:solidFill>
                <a:latin typeface="隶书" panose="02010509060101010101" pitchFamily="49" charset="-122"/>
                <a:ea typeface="隶书" panose="02010509060101010101" pitchFamily="49" charset="-122"/>
                <a:sym typeface="隶书" panose="02010509060101010101" pitchFamily="49" charset="-122"/>
              </a:rPr>
              <a:t>字长；</a:t>
            </a:r>
            <a:endParaRPr lang="zh-CN" altLang="en-US" sz="3200"/>
          </a:p>
        </p:txBody>
      </p:sp>
      <p:sp>
        <p:nvSpPr>
          <p:cNvPr id="101380" name="Rectangle 3"/>
          <p:cNvSpPr>
            <a:spLocks noChangeArrowheads="1"/>
          </p:cNvSpPr>
          <p:nvPr/>
        </p:nvSpPr>
        <p:spPr bwMode="auto">
          <a:xfrm>
            <a:off x="1044575" y="2895600"/>
            <a:ext cx="7775575" cy="3092450"/>
          </a:xfrm>
          <a:prstGeom prst="rect">
            <a:avLst/>
          </a:prstGeom>
          <a:solidFill>
            <a:srgbClr val="CCFFFF"/>
          </a:solidFill>
          <a:ln w="9525">
            <a:solidFill>
              <a:srgbClr val="FF0000"/>
            </a:solidFill>
            <a:miter lim="800000"/>
          </a:ln>
        </p:spPr>
        <p:txBody>
          <a:bodyPr lIns="92075" tIns="46038" rIns="92075" bIns="46038">
            <a:spAutoFit/>
          </a:bodyPr>
          <a:lstStyle>
            <a:lvl1pPr marL="342900" indent="-342900">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buClr>
                <a:schemeClr val="folHlink"/>
              </a:buClr>
              <a:buSzPct val="60000"/>
              <a:buFont typeface="Wingdings" panose="05000000000000000000" pitchFamily="2" charset="2"/>
              <a:buNone/>
            </a:pPr>
            <a:r>
              <a:rPr lang="zh-CN" altLang="en-US" sz="2800" b="1">
                <a:solidFill>
                  <a:srgbClr val="000000"/>
                </a:solidFill>
                <a:latin typeface="Tahoma" panose="020B0604030504040204" pitchFamily="34" charset="0"/>
                <a:ea typeface="隶书" panose="02010509060101010101" pitchFamily="49" charset="-122"/>
                <a:sym typeface="Tahoma" panose="020B0604030504040204" pitchFamily="34" charset="0"/>
              </a:rPr>
              <a:t>计算机中的单位</a:t>
            </a:r>
          </a:p>
          <a:p>
            <a:pPr eaLnBrk="1" hangingPunct="1">
              <a:buClr>
                <a:schemeClr val="folHlink"/>
              </a:buClr>
              <a:buSzPct val="60000"/>
              <a:buFont typeface="Wingdings" panose="05000000000000000000" pitchFamily="2" charset="2"/>
              <a:buChar char="n"/>
            </a:pPr>
            <a:r>
              <a:rPr lang="zh-CN" altLang="en-US" sz="2800" b="1">
                <a:solidFill>
                  <a:srgbClr val="000000"/>
                </a:solidFill>
                <a:latin typeface="Tahoma" panose="020B0604030504040204" pitchFamily="34" charset="0"/>
                <a:sym typeface="Tahoma" panose="020B0604030504040204" pitchFamily="34" charset="0"/>
              </a:rPr>
              <a:t>   </a:t>
            </a:r>
            <a:r>
              <a:rPr lang="en-US" altLang="zh-CN" sz="2800" b="1">
                <a:solidFill>
                  <a:srgbClr val="000000"/>
                </a:solidFill>
                <a:latin typeface="Tahoma" panose="020B0604030504040204" pitchFamily="34" charset="0"/>
                <a:sym typeface="Tahoma" panose="020B0604030504040204" pitchFamily="34" charset="0"/>
              </a:rPr>
              <a:t>1 Byte</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B</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=8bit</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b</a:t>
            </a:r>
            <a:r>
              <a:rPr lang="zh-CN" altLang="en-US" sz="2800" b="1">
                <a:solidFill>
                  <a:srgbClr val="000000"/>
                </a:solidFill>
                <a:latin typeface="Tahoma" panose="020B0604030504040204" pitchFamily="34" charset="0"/>
                <a:sym typeface="Tahoma" panose="020B0604030504040204" pitchFamily="34" charset="0"/>
              </a:rPr>
              <a:t>）</a:t>
            </a:r>
          </a:p>
          <a:p>
            <a:pPr eaLnBrk="1" hangingPunct="1">
              <a:buClr>
                <a:schemeClr val="folHlink"/>
              </a:buClr>
              <a:buSzPct val="60000"/>
              <a:buFont typeface="Wingdings" panose="05000000000000000000" pitchFamily="2" charset="2"/>
              <a:buChar char="n"/>
            </a:pPr>
            <a:r>
              <a:rPr lang="zh-CN" altLang="en-US" sz="2800" b="1">
                <a:solidFill>
                  <a:srgbClr val="000000"/>
                </a:solidFill>
                <a:latin typeface="Tahoma" panose="020B0604030504040204" pitchFamily="34" charset="0"/>
                <a:sym typeface="Tahoma" panose="020B0604030504040204" pitchFamily="34" charset="0"/>
              </a:rPr>
              <a:t>   </a:t>
            </a:r>
            <a:r>
              <a:rPr lang="en-US" altLang="zh-CN" sz="2800" b="1">
                <a:solidFill>
                  <a:srgbClr val="000000"/>
                </a:solidFill>
                <a:latin typeface="Tahoma" panose="020B0604030504040204" pitchFamily="34" charset="0"/>
                <a:sym typeface="Tahoma" panose="020B0604030504040204" pitchFamily="34" charset="0"/>
              </a:rPr>
              <a:t>1 kilobyte</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kB</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=1024B</a:t>
            </a:r>
          </a:p>
          <a:p>
            <a:pPr eaLnBrk="1" hangingPunct="1">
              <a:buClr>
                <a:schemeClr val="folHlink"/>
              </a:buClr>
              <a:buSzPct val="60000"/>
              <a:buFont typeface="Wingdings" panose="05000000000000000000" pitchFamily="2" charset="2"/>
              <a:buChar char="n"/>
            </a:pPr>
            <a:r>
              <a:rPr lang="en-US" altLang="zh-CN" sz="2800" b="1">
                <a:solidFill>
                  <a:srgbClr val="000000"/>
                </a:solidFill>
                <a:latin typeface="Tahoma" panose="020B0604030504040204" pitchFamily="34" charset="0"/>
                <a:sym typeface="Tahoma" panose="020B0604030504040204" pitchFamily="34" charset="0"/>
              </a:rPr>
              <a:t>   1 Megabyte</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MB</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=1024KB</a:t>
            </a:r>
            <a:endParaRPr lang="zh-CN" altLang="en-US" sz="2800" b="1">
              <a:solidFill>
                <a:srgbClr val="000000"/>
              </a:solidFill>
              <a:latin typeface="Tahoma" panose="020B0604030504040204" pitchFamily="34" charset="0"/>
              <a:sym typeface="Tahoma" panose="020B0604030504040204" pitchFamily="34" charset="0"/>
            </a:endParaRPr>
          </a:p>
          <a:p>
            <a:pPr eaLnBrk="1" hangingPunct="1">
              <a:buClr>
                <a:schemeClr val="folHlink"/>
              </a:buClr>
              <a:buSzPct val="60000"/>
              <a:buFont typeface="Wingdings" panose="05000000000000000000" pitchFamily="2" charset="2"/>
              <a:buChar char="n"/>
            </a:pPr>
            <a:r>
              <a:rPr lang="en-US" altLang="zh-CN" sz="2800" b="1">
                <a:solidFill>
                  <a:srgbClr val="000000"/>
                </a:solidFill>
                <a:latin typeface="Tahoma" panose="020B0604030504040204" pitchFamily="34" charset="0"/>
                <a:sym typeface="Tahoma" panose="020B0604030504040204" pitchFamily="34" charset="0"/>
              </a:rPr>
              <a:t>   1 Gigabyte</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GB</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=1024MB</a:t>
            </a:r>
            <a:endParaRPr lang="zh-CN" altLang="en-US" sz="2800" b="1">
              <a:solidFill>
                <a:srgbClr val="000000"/>
              </a:solidFill>
              <a:latin typeface="Tahoma" panose="020B0604030504040204" pitchFamily="34" charset="0"/>
              <a:sym typeface="Tahoma" panose="020B0604030504040204" pitchFamily="34" charset="0"/>
            </a:endParaRPr>
          </a:p>
          <a:p>
            <a:pPr eaLnBrk="1" hangingPunct="1">
              <a:buClr>
                <a:schemeClr val="folHlink"/>
              </a:buClr>
              <a:buSzPct val="60000"/>
              <a:buFont typeface="Wingdings" panose="05000000000000000000" pitchFamily="2" charset="2"/>
              <a:buChar char="n"/>
            </a:pPr>
            <a:r>
              <a:rPr lang="en-US" altLang="zh-CN" sz="2800" b="1">
                <a:solidFill>
                  <a:srgbClr val="000000"/>
                </a:solidFill>
                <a:latin typeface="Tahoma" panose="020B0604030504040204" pitchFamily="34" charset="0"/>
                <a:sym typeface="Tahoma" panose="020B0604030504040204" pitchFamily="34" charset="0"/>
              </a:rPr>
              <a:t>   1 Terabyte</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T/TB</a:t>
            </a:r>
            <a:r>
              <a:rPr lang="zh-CN" altLang="en-US" sz="2800" b="1">
                <a:solidFill>
                  <a:srgbClr val="000000"/>
                </a:solidFill>
                <a:latin typeface="Tahoma" panose="020B0604030504040204" pitchFamily="34" charset="0"/>
                <a:sym typeface="Tahoma" panose="020B0604030504040204" pitchFamily="34" charset="0"/>
              </a:rPr>
              <a:t>）</a:t>
            </a:r>
            <a:r>
              <a:rPr lang="en-US" altLang="zh-CN" sz="2800" b="1">
                <a:solidFill>
                  <a:srgbClr val="000000"/>
                </a:solidFill>
                <a:latin typeface="Tahoma" panose="020B0604030504040204" pitchFamily="34" charset="0"/>
                <a:sym typeface="Tahoma" panose="020B0604030504040204" pitchFamily="34" charset="0"/>
              </a:rPr>
              <a:t>=1024GB</a:t>
            </a:r>
            <a:r>
              <a:rPr lang="en-US" altLang="zh-CN" sz="2800">
                <a:solidFill>
                  <a:schemeClr val="hlink"/>
                </a:solidFill>
                <a:latin typeface="Tahoma" panose="020B0604030504040204" pitchFamily="34" charset="0"/>
                <a:sym typeface="Tahoma" panose="020B0604030504040204" pitchFamily="34" charset="0"/>
              </a:rPr>
              <a:t> </a:t>
            </a:r>
            <a:endParaRPr lang="zh-CN" altLang="en-US" sz="1800">
              <a:latin typeface="Calibri" panose="020F0502020204030204" pitchFamily="34" charset="0"/>
            </a:endParaRPr>
          </a:p>
        </p:txBody>
      </p:sp>
      <p:sp>
        <p:nvSpPr>
          <p:cNvPr id="101381" name="Text Box 6"/>
          <p:cNvSpPr>
            <a:spLocks noChangeArrowheads="1"/>
          </p:cNvSpPr>
          <p:nvPr/>
        </p:nvSpPr>
        <p:spPr bwMode="auto">
          <a:xfrm>
            <a:off x="385763" y="179388"/>
            <a:ext cx="69357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 typeface="Arial" panose="020B0604020202020204" pitchFamily="34" charset="0"/>
              <a:buNone/>
            </a:pPr>
            <a:r>
              <a:rPr lang="en-US" altLang="zh-CN" b="1">
                <a:solidFill>
                  <a:srgbClr val="000000"/>
                </a:solidFill>
                <a:latin typeface="Calibri" panose="020F0502020204030204" pitchFamily="34" charset="0"/>
              </a:rPr>
              <a:t>1.3</a:t>
            </a:r>
            <a:r>
              <a:rPr lang="zh-CN" altLang="en-US" b="1">
                <a:solidFill>
                  <a:srgbClr val="000000"/>
                </a:solidFill>
                <a:latin typeface="Calibri" panose="020F0502020204030204" pitchFamily="34" charset="0"/>
              </a:rPr>
              <a:t>节相关概念的回顾</a:t>
            </a:r>
            <a:endParaRPr lang="zh-CN" altLang="en-US" sz="1800">
              <a:latin typeface="Calibri" panose="020F0502020204030204" pitchFamily="34" charset="0"/>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内容占位符 2"/>
          <p:cNvSpPr>
            <a:spLocks noGrp="1"/>
          </p:cNvSpPr>
          <p:nvPr>
            <p:ph idx="1"/>
          </p:nvPr>
        </p:nvSpPr>
        <p:spPr>
          <a:xfrm>
            <a:off x="395288" y="2057400"/>
            <a:ext cx="8062912" cy="4114800"/>
          </a:xfrm>
        </p:spPr>
        <p:txBody>
          <a:bodyPr/>
          <a:lstStyle/>
          <a:p>
            <a:pPr>
              <a:defRPr/>
            </a:pPr>
            <a:r>
              <a:rPr lang="zh-CN" altLang="en-US" dirty="0" smtClean="0"/>
              <a:t>系统启动选择 </a:t>
            </a:r>
            <a:r>
              <a:rPr lang="en-US" altLang="zh-CN" smtClean="0"/>
              <a:t>Win-2</a:t>
            </a:r>
          </a:p>
          <a:p>
            <a:pPr>
              <a:defRPr/>
            </a:pPr>
            <a:r>
              <a:rPr lang="zh-CN" altLang="en-US" dirty="0" smtClean="0"/>
              <a:t>注册</a:t>
            </a:r>
            <a:r>
              <a:rPr lang="en-US" altLang="zh-CN" dirty="0" err="1"/>
              <a:t>Gitee(Github)</a:t>
            </a:r>
            <a:r>
              <a:rPr lang="zh-CN" altLang="en-US" dirty="0"/>
              <a:t>账号</a:t>
            </a:r>
            <a:endParaRPr lang="en-US" altLang="zh-CN" dirty="0"/>
          </a:p>
          <a:p>
            <a:pPr>
              <a:defRPr/>
            </a:pPr>
            <a:r>
              <a:rPr lang="zh-CN" altLang="zh-CN" b="1" dirty="0"/>
              <a:t>指法练习，用“金山打字通”软件</a:t>
            </a:r>
            <a:endParaRPr lang="zh-CN" altLang="en-US" dirty="0"/>
          </a:p>
        </p:txBody>
      </p:sp>
      <p:sp>
        <p:nvSpPr>
          <p:cNvPr id="103427" name="矩形 4"/>
          <p:cNvSpPr>
            <a:spLocks noChangeArrowheads="1"/>
          </p:cNvSpPr>
          <p:nvPr/>
        </p:nvSpPr>
        <p:spPr bwMode="auto">
          <a:xfrm>
            <a:off x="3606800" y="765175"/>
            <a:ext cx="18526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Verdana" panose="020B0604030504040204" pitchFamily="34" charset="0"/>
                <a:ea typeface="宋体" panose="02010600030101010101" pitchFamily="2" charset="-122"/>
                <a:sym typeface="Verdana" panose="020B0604030504040204" pitchFamily="34" charset="0"/>
              </a:defRPr>
            </a:lvl1pPr>
            <a:lvl2pPr marL="742950" indent="-285750">
              <a:spcBef>
                <a:spcPct val="20000"/>
              </a:spcBef>
              <a:buFont typeface="Arial" panose="020B0604020202020204" pitchFamily="34" charset="0"/>
              <a:buChar char="–"/>
              <a:defRPr sz="2800">
                <a:solidFill>
                  <a:schemeClr val="tx1"/>
                </a:solidFill>
                <a:latin typeface="Verdana" panose="020B0604030504040204" pitchFamily="34" charset="0"/>
                <a:ea typeface="宋体" panose="02010600030101010101" pitchFamily="2" charset="-122"/>
                <a:sym typeface="Verdana" panose="020B0604030504040204" pitchFamily="34" charset="0"/>
              </a:defRPr>
            </a:lvl2pPr>
            <a:lvl3pPr marL="1143000" indent="-228600">
              <a:spcBef>
                <a:spcPct val="20000"/>
              </a:spcBef>
              <a:buFont typeface="Arial" panose="020B0604020202020204" pitchFamily="34" charset="0"/>
              <a:buChar char="•"/>
              <a:defRPr sz="2400">
                <a:solidFill>
                  <a:schemeClr val="tx1"/>
                </a:solidFill>
                <a:latin typeface="Verdana" panose="020B0604030504040204" pitchFamily="34" charset="0"/>
                <a:ea typeface="宋体" panose="02010600030101010101" pitchFamily="2" charset="-122"/>
                <a:sym typeface="Verdana" panose="020B0604030504040204" pitchFamily="34" charset="0"/>
              </a:defRPr>
            </a:lvl3pPr>
            <a:lvl4pPr marL="16002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Verdana" panose="020B0604030504040204" pitchFamily="34" charset="0"/>
                <a:ea typeface="宋体" panose="02010600030101010101" pitchFamily="2" charset="-122"/>
                <a:sym typeface="Verdana" panose="020B0604030504040204" pitchFamily="34" charset="0"/>
              </a:defRPr>
            </a:lvl9pPr>
          </a:lstStyle>
          <a:p>
            <a:pPr eaLnBrk="1" hangingPunct="1">
              <a:spcBef>
                <a:spcPct val="0"/>
              </a:spcBef>
              <a:buFontTx/>
              <a:buNone/>
            </a:pPr>
            <a:r>
              <a:rPr kumimoji="1" lang="zh-CN" altLang="en-US" sz="4000">
                <a:solidFill>
                  <a:srgbClr val="FF0000"/>
                </a:solidFill>
                <a:latin typeface="Times New Roman" panose="02020603050405020304" pitchFamily="18" charset="0"/>
              </a:rPr>
              <a:t>上   机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2UzZmNmODMzZTk4ZTIyYzJmOTQyZmI4MTJmM2FjYzc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8990b564-b931-4b8d-a13b-a17527d6bad6}"/>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8990b564-b931-4b8d-a13b-a17527d6bad6}"/>
</p:tagLst>
</file>

<file path=ppt/theme/theme1.xml><?xml version="1.0" encoding="utf-8"?>
<a:theme xmlns:a="http://schemas.openxmlformats.org/drawingml/2006/main" name="Balloons">
  <a:themeElements>
    <a:clrScheme name="">
      <a:dk1>
        <a:srgbClr val="006699"/>
      </a:dk1>
      <a:lt1>
        <a:srgbClr val="FFFFFF"/>
      </a:lt1>
      <a:dk2>
        <a:srgbClr val="006666"/>
      </a:dk2>
      <a:lt2>
        <a:srgbClr val="FFFFCC"/>
      </a:lt2>
      <a:accent1>
        <a:srgbClr val="EDFAD2"/>
      </a:accent1>
      <a:accent2>
        <a:srgbClr val="EBF7FF"/>
      </a:accent2>
      <a:accent3>
        <a:srgbClr val="FFFFFF"/>
      </a:accent3>
      <a:accent4>
        <a:srgbClr val="005783"/>
      </a:accent4>
      <a:accent5>
        <a:srgbClr val="F4FCE5"/>
      </a:accent5>
      <a:accent6>
        <a:srgbClr val="D3DDE5"/>
      </a:accent6>
      <a:hlink>
        <a:srgbClr val="CC99FF"/>
      </a:hlink>
      <a:folHlink>
        <a:srgbClr val="F2DFFD"/>
      </a:folHlink>
    </a:clrScheme>
    <a:fontScheme nam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P_Standard_Light">
  <a:themeElements>
    <a:clrScheme name="">
      <a:dk1>
        <a:srgbClr val="000000"/>
      </a:dk1>
      <a:lt1>
        <a:srgbClr val="FFFFFF"/>
      </a:lt1>
      <a:dk2>
        <a:srgbClr val="000000"/>
      </a:dk2>
      <a:lt2>
        <a:srgbClr val="AAABB0"/>
      </a:lt2>
      <a:accent1>
        <a:srgbClr val="0071B5"/>
      </a:accent1>
      <a:accent2>
        <a:srgbClr val="64B900"/>
      </a:accent2>
      <a:accent3>
        <a:srgbClr val="FFFFFF"/>
      </a:accent3>
      <a:accent4>
        <a:srgbClr val="000000"/>
      </a:accent4>
      <a:accent5>
        <a:srgbClr val="AABCD6"/>
      </a:accent5>
      <a:accent6>
        <a:srgbClr val="59A600"/>
      </a:accent6>
      <a:hlink>
        <a:srgbClr val="EB5F01"/>
      </a:hlink>
      <a:folHlink>
        <a:srgbClr val="CC0066"/>
      </a:folHlink>
    </a:clrScheme>
    <a:fontScheme name="">
      <a:majorFont>
        <a:latin typeface="Futura Bk"/>
        <a:ea typeface="宋体"/>
        <a:cs typeface=""/>
      </a:majorFont>
      <a:minorFont>
        <a:latin typeface="Futura Bk"/>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6699"/>
      </a:dk1>
      <a:lt1>
        <a:srgbClr val="FFFFFF"/>
      </a:lt1>
      <a:dk2>
        <a:srgbClr val="006666"/>
      </a:dk2>
      <a:lt2>
        <a:srgbClr val="FFFFCC"/>
      </a:lt2>
      <a:accent1>
        <a:srgbClr val="EDFAD2"/>
      </a:accent1>
      <a:accent2>
        <a:srgbClr val="EBF7FF"/>
      </a:accent2>
      <a:accent3>
        <a:srgbClr val="FFFFFF"/>
      </a:accent3>
      <a:accent4>
        <a:srgbClr val="005783"/>
      </a:accent4>
      <a:accent5>
        <a:srgbClr val="F4FCE5"/>
      </a:accent5>
      <a:accent6>
        <a:srgbClr val="D3DDE5"/>
      </a:accent6>
      <a:hlink>
        <a:srgbClr val="CC99FF"/>
      </a:hlink>
      <a:folHlink>
        <a:srgbClr val="F2DFFD"/>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FFFFFF"/>
    </a:dk1>
    <a:lt1>
      <a:srgbClr val="000000"/>
    </a:lt1>
    <a:dk2>
      <a:srgbClr val="AAABB0"/>
    </a:dk2>
    <a:lt2>
      <a:srgbClr val="000000"/>
    </a:lt2>
    <a:accent1>
      <a:srgbClr val="0071B5"/>
    </a:accent1>
    <a:accent2>
      <a:srgbClr val="64B900"/>
    </a:accent2>
    <a:accent3>
      <a:srgbClr val="AAAAAA"/>
    </a:accent3>
    <a:accent4>
      <a:srgbClr val="DCDCDC"/>
    </a:accent4>
    <a:accent5>
      <a:srgbClr val="AABCD6"/>
    </a:accent5>
    <a:accent6>
      <a:srgbClr val="59A600"/>
    </a:accent6>
    <a:hlink>
      <a:srgbClr val="EB5F01"/>
    </a:hlink>
    <a:folHlink>
      <a:srgbClr val="CC0066"/>
    </a:folHlink>
  </a:clrScheme>
</a:themeOverride>
</file>

<file path=docProps/app.xml><?xml version="1.0" encoding="utf-8"?>
<Properties xmlns="http://schemas.openxmlformats.org/officeDocument/2006/extended-properties" xmlns:vt="http://schemas.openxmlformats.org/officeDocument/2006/docPropsVTypes">
  <TotalTime>2</TotalTime>
  <Words>7039</Words>
  <Application>Microsoft Office PowerPoint</Application>
  <PresentationFormat>全屏显示(4:3)</PresentationFormat>
  <Paragraphs>881</Paragraphs>
  <Slides>69</Slides>
  <Notes>30</Notes>
  <HiddenSlides>4</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3</vt:i4>
      </vt:variant>
      <vt:variant>
        <vt:lpstr>幻灯片标题</vt:lpstr>
      </vt:variant>
      <vt:variant>
        <vt:i4>69</vt:i4>
      </vt:variant>
    </vt:vector>
  </HeadingPairs>
  <TitlesOfParts>
    <vt:vector size="96" baseType="lpstr">
      <vt:lpstr>-apple-system</vt:lpstr>
      <vt:lpstr>Futura Bk</vt:lpstr>
      <vt:lpstr>Futura Hv</vt:lpstr>
      <vt:lpstr>Futura Lt</vt:lpstr>
      <vt:lpstr>Monotype Sorts</vt:lpstr>
      <vt:lpstr>仿宋_GB2312</vt:lpstr>
      <vt:lpstr>黑体</vt:lpstr>
      <vt:lpstr>华康简宋</vt:lpstr>
      <vt:lpstr>华文楷体</vt:lpstr>
      <vt:lpstr>华文新魏</vt:lpstr>
      <vt:lpstr>华文行楷</vt:lpstr>
      <vt:lpstr>楷体_GB2312</vt:lpstr>
      <vt:lpstr>隶书</vt:lpstr>
      <vt:lpstr>宋体</vt:lpstr>
      <vt:lpstr>幼圆</vt:lpstr>
      <vt:lpstr>Arial</vt:lpstr>
      <vt:lpstr>Bodoni MT Black</vt:lpstr>
      <vt:lpstr>Calibri</vt:lpstr>
      <vt:lpstr>Tahoma</vt:lpstr>
      <vt:lpstr>Times New Roman</vt:lpstr>
      <vt:lpstr>Verdana</vt:lpstr>
      <vt:lpstr>Wingdings</vt:lpstr>
      <vt:lpstr>Balloons</vt:lpstr>
      <vt:lpstr>HP_Standard_Light</vt:lpstr>
      <vt:lpstr>Image</vt:lpstr>
      <vt:lpstr>Picture</vt:lpstr>
      <vt:lpstr>位图图像</vt:lpstr>
      <vt:lpstr>大学计算机基础 </vt:lpstr>
      <vt:lpstr>课程教学目标</vt:lpstr>
      <vt:lpstr>PowerPoint 演示文稿</vt:lpstr>
      <vt:lpstr>PowerPoint 演示文稿</vt:lpstr>
      <vt:lpstr>PowerPoint 演示文稿</vt:lpstr>
      <vt:lpstr>上    机</vt:lpstr>
      <vt:lpstr>PowerPoint 演示文稿</vt:lpstr>
      <vt:lpstr>PowerPoint 演示文稿</vt:lpstr>
      <vt:lpstr>PowerPoint 演示文稿</vt:lpstr>
      <vt:lpstr>计算机的诞生</vt:lpstr>
      <vt:lpstr>PowerPoint 演示文稿</vt:lpstr>
      <vt:lpstr>图灵计算机理解</vt:lpstr>
      <vt:lpstr>PowerPoint 演示文稿</vt:lpstr>
      <vt:lpstr>PowerPoint 演示文稿</vt:lpstr>
      <vt:lpstr>PowerPoint 演示文稿</vt:lpstr>
      <vt:lpstr>计算机的发展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总线</vt:lpstr>
      <vt:lpstr>PowerPoint 演示文稿</vt:lpstr>
      <vt:lpstr>影响CPU性能的因素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计算机语言及汇编、编译、解释程序</vt:lpstr>
      <vt:lpstr>高级语言及编译或解释程序 </vt:lpstr>
      <vt:lpstr>编译方式和解释方式</vt:lpstr>
      <vt:lpstr>PowerPoint 演示文稿</vt:lpstr>
      <vt:lpstr>软件分类</vt:lpstr>
      <vt:lpstr>开源软件大本营</vt:lpstr>
      <vt:lpstr>如何在GitHub上找开源项目</vt:lpstr>
      <vt:lpstr>动动手，试一试</vt:lpstr>
      <vt:lpstr>1.3 数据在计算机中的表示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浮点数表示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803-113</cp:lastModifiedBy>
  <cp:revision>336</cp:revision>
  <dcterms:created xsi:type="dcterms:W3CDTF">2011-09-21T06:30:00Z</dcterms:created>
  <dcterms:modified xsi:type="dcterms:W3CDTF">2025-09-26T06:10:01Z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39FFD9C6494249B59C75974C69953CBC</vt:lpwstr>
  </property>
</Properties>
</file>